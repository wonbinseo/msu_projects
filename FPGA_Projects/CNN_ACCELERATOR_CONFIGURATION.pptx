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763" r:id="rId2"/>
    <p:sldId id="764" r:id="rId3"/>
    <p:sldId id="750" r:id="rId4"/>
    <p:sldId id="753" r:id="rId5"/>
    <p:sldId id="752" r:id="rId6"/>
    <p:sldId id="754" r:id="rId7"/>
    <p:sldId id="877" r:id="rId8"/>
    <p:sldId id="860" r:id="rId9"/>
    <p:sldId id="865" r:id="rId10"/>
    <p:sldId id="866" r:id="rId11"/>
    <p:sldId id="867" r:id="rId12"/>
    <p:sldId id="868" r:id="rId13"/>
    <p:sldId id="874" r:id="rId14"/>
    <p:sldId id="871" r:id="rId15"/>
    <p:sldId id="873" r:id="rId16"/>
    <p:sldId id="875" r:id="rId17"/>
    <p:sldId id="872" r:id="rId18"/>
    <p:sldId id="876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521415D9-36F7-43E2-AB2F-B90AF26B5E84}">
      <p14:sectionLst xmlns:p14="http://schemas.microsoft.com/office/powerpoint/2010/main">
        <p14:section name="기본 구역" id="{79EC3014-5C36-4D62-919A-2D761B62A78E}">
          <p14:sldIdLst>
            <p14:sldId id="763"/>
            <p14:sldId id="764"/>
            <p14:sldId id="750"/>
            <p14:sldId id="753"/>
            <p14:sldId id="752"/>
            <p14:sldId id="754"/>
            <p14:sldId id="877"/>
            <p14:sldId id="860"/>
            <p14:sldId id="865"/>
            <p14:sldId id="866"/>
            <p14:sldId id="867"/>
            <p14:sldId id="868"/>
            <p14:sldId id="874"/>
            <p14:sldId id="871"/>
            <p14:sldId id="873"/>
            <p14:sldId id="875"/>
            <p14:sldId id="872"/>
            <p14:sldId id="8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D40"/>
    <a:srgbClr val="FFF5D5"/>
    <a:srgbClr val="FFECAF"/>
    <a:srgbClr val="FFE07D"/>
    <a:srgbClr val="FFD54F"/>
    <a:srgbClr val="EAB200"/>
    <a:srgbClr val="B88C00"/>
    <a:srgbClr val="826300"/>
    <a:srgbClr val="423200"/>
    <a:srgbClr val="FFC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C6B6F1-B4F3-4A73-ADAA-FE6BDC092771}" v="266" dt="2023-09-17T22:56:15.40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04" autoAdjust="0"/>
    <p:restoredTop sz="95041" autoAdjust="0"/>
  </p:normalViewPr>
  <p:slideViewPr>
    <p:cSldViewPr snapToGrid="0">
      <p:cViewPr varScale="1">
        <p:scale>
          <a:sx n="115" d="100"/>
          <a:sy n="115" d="100"/>
        </p:scale>
        <p:origin x="86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손동범" userId="0f89198e-5fc9-4501-bc9d-662a7644151c" providerId="ADAL" clId="{49C6B6F1-B4F3-4A73-ADAA-FE6BDC092771}"/>
    <pc:docChg chg="undo custSel addSld delSld modSld sldOrd modSection">
      <pc:chgData name="손동범" userId="0f89198e-5fc9-4501-bc9d-662a7644151c" providerId="ADAL" clId="{49C6B6F1-B4F3-4A73-ADAA-FE6BDC092771}" dt="2023-09-17T22:56:27.846" v="5691" actId="20577"/>
      <pc:docMkLst>
        <pc:docMk/>
      </pc:docMkLst>
      <pc:sldChg chg="modSp mod">
        <pc:chgData name="손동범" userId="0f89198e-5fc9-4501-bc9d-662a7644151c" providerId="ADAL" clId="{49C6B6F1-B4F3-4A73-ADAA-FE6BDC092771}" dt="2023-09-16T12:48:58.653" v="311"/>
        <pc:sldMkLst>
          <pc:docMk/>
          <pc:sldMk cId="1482395489" sldId="311"/>
        </pc:sldMkLst>
        <pc:spChg chg="mod">
          <ac:chgData name="손동범" userId="0f89198e-5fc9-4501-bc9d-662a7644151c" providerId="ADAL" clId="{49C6B6F1-B4F3-4A73-ADAA-FE6BDC092771}" dt="2023-09-16T12:48:58.653" v="311"/>
          <ac:spMkLst>
            <pc:docMk/>
            <pc:sldMk cId="1482395489" sldId="311"/>
            <ac:spMk id="3" creationId="{27BA36C9-71D5-4E11-8E8B-DD270C8A89B9}"/>
          </ac:spMkLst>
        </pc:spChg>
      </pc:sldChg>
      <pc:sldChg chg="addSp delSp modSp add mod">
        <pc:chgData name="손동범" userId="0f89198e-5fc9-4501-bc9d-662a7644151c" providerId="ADAL" clId="{49C6B6F1-B4F3-4A73-ADAA-FE6BDC092771}" dt="2023-09-17T21:09:20.055" v="4311" actId="5793"/>
        <pc:sldMkLst>
          <pc:docMk/>
          <pc:sldMk cId="415217203" sldId="750"/>
        </pc:sldMkLst>
        <pc:spChg chg="del">
          <ac:chgData name="손동범" userId="0f89198e-5fc9-4501-bc9d-662a7644151c" providerId="ADAL" clId="{49C6B6F1-B4F3-4A73-ADAA-FE6BDC092771}" dt="2023-09-16T12:45:31.473" v="50" actId="478"/>
          <ac:spMkLst>
            <pc:docMk/>
            <pc:sldMk cId="415217203" sldId="750"/>
            <ac:spMk id="2" creationId="{A6F55DE2-37CF-4366-9E87-873E2A490C7C}"/>
          </ac:spMkLst>
        </pc:spChg>
        <pc:spChg chg="mod">
          <ac:chgData name="손동범" userId="0f89198e-5fc9-4501-bc9d-662a7644151c" providerId="ADAL" clId="{49C6B6F1-B4F3-4A73-ADAA-FE6BDC092771}" dt="2023-09-17T21:09:20.055" v="4311" actId="5793"/>
          <ac:spMkLst>
            <pc:docMk/>
            <pc:sldMk cId="415217203" sldId="750"/>
            <ac:spMk id="3" creationId="{835A6E05-8D7F-49D0-B580-39C0CD091E83}"/>
          </ac:spMkLst>
        </pc:spChg>
        <pc:spChg chg="add del mod">
          <ac:chgData name="손동범" userId="0f89198e-5fc9-4501-bc9d-662a7644151c" providerId="ADAL" clId="{49C6B6F1-B4F3-4A73-ADAA-FE6BDC092771}" dt="2023-09-16T12:45:32.650" v="52" actId="478"/>
          <ac:spMkLst>
            <pc:docMk/>
            <pc:sldMk cId="415217203" sldId="750"/>
            <ac:spMk id="6" creationId="{3CB1A491-2C29-A1F6-7DEC-1B6D667BF6E0}"/>
          </ac:spMkLst>
        </pc:spChg>
        <pc:spChg chg="add mod">
          <ac:chgData name="손동범" userId="0f89198e-5fc9-4501-bc9d-662a7644151c" providerId="ADAL" clId="{49C6B6F1-B4F3-4A73-ADAA-FE6BDC092771}" dt="2023-09-16T12:45:32.836" v="53"/>
          <ac:spMkLst>
            <pc:docMk/>
            <pc:sldMk cId="415217203" sldId="750"/>
            <ac:spMk id="7" creationId="{749E2EA3-BFA1-3338-4B98-88D54DD128C1}"/>
          </ac:spMkLst>
        </pc:spChg>
      </pc:sldChg>
      <pc:sldChg chg="addSp delSp modSp add mod">
        <pc:chgData name="손동범" userId="0f89198e-5fc9-4501-bc9d-662a7644151c" providerId="ADAL" clId="{49C6B6F1-B4F3-4A73-ADAA-FE6BDC092771}" dt="2023-09-16T12:45:12.202" v="27" actId="1076"/>
        <pc:sldMkLst>
          <pc:docMk/>
          <pc:sldMk cId="1825312347" sldId="752"/>
        </pc:sldMkLst>
        <pc:spChg chg="del">
          <ac:chgData name="손동범" userId="0f89198e-5fc9-4501-bc9d-662a7644151c" providerId="ADAL" clId="{49C6B6F1-B4F3-4A73-ADAA-FE6BDC092771}" dt="2023-09-16T12:45:07.676" v="24" actId="478"/>
          <ac:spMkLst>
            <pc:docMk/>
            <pc:sldMk cId="1825312347" sldId="752"/>
            <ac:spMk id="2" creationId="{A6F55DE2-37CF-4366-9E87-873E2A490C7C}"/>
          </ac:spMkLst>
        </pc:spChg>
        <pc:spChg chg="mod">
          <ac:chgData name="손동범" userId="0f89198e-5fc9-4501-bc9d-662a7644151c" providerId="ADAL" clId="{49C6B6F1-B4F3-4A73-ADAA-FE6BDC092771}" dt="2023-09-16T12:45:12.202" v="27" actId="1076"/>
          <ac:spMkLst>
            <pc:docMk/>
            <pc:sldMk cId="1825312347" sldId="752"/>
            <ac:spMk id="3" creationId="{835A6E05-8D7F-49D0-B580-39C0CD091E83}"/>
          </ac:spMkLst>
        </pc:spChg>
        <pc:spChg chg="add del mod">
          <ac:chgData name="손동범" userId="0f89198e-5fc9-4501-bc9d-662a7644151c" providerId="ADAL" clId="{49C6B6F1-B4F3-4A73-ADAA-FE6BDC092771}" dt="2023-09-16T12:45:09.995" v="26" actId="478"/>
          <ac:spMkLst>
            <pc:docMk/>
            <pc:sldMk cId="1825312347" sldId="752"/>
            <ac:spMk id="6" creationId="{9461BA58-FA21-FEDF-719D-1F7DCF590A93}"/>
          </ac:spMkLst>
        </pc:spChg>
        <pc:spChg chg="add mod">
          <ac:chgData name="손동범" userId="0f89198e-5fc9-4501-bc9d-662a7644151c" providerId="ADAL" clId="{49C6B6F1-B4F3-4A73-ADAA-FE6BDC092771}" dt="2023-09-16T12:45:07.851" v="25"/>
          <ac:spMkLst>
            <pc:docMk/>
            <pc:sldMk cId="1825312347" sldId="752"/>
            <ac:spMk id="7" creationId="{B20EC75E-6E72-0435-50A6-6518D6049C8A}"/>
          </ac:spMkLst>
        </pc:spChg>
      </pc:sldChg>
      <pc:sldChg chg="addSp delSp modSp add mod">
        <pc:chgData name="손동범" userId="0f89198e-5fc9-4501-bc9d-662a7644151c" providerId="ADAL" clId="{49C6B6F1-B4F3-4A73-ADAA-FE6BDC092771}" dt="2023-09-16T12:45:25.126" v="49" actId="20577"/>
        <pc:sldMkLst>
          <pc:docMk/>
          <pc:sldMk cId="4080722063" sldId="753"/>
        </pc:sldMkLst>
        <pc:spChg chg="del">
          <ac:chgData name="손동범" userId="0f89198e-5fc9-4501-bc9d-662a7644151c" providerId="ADAL" clId="{49C6B6F1-B4F3-4A73-ADAA-FE6BDC092771}" dt="2023-09-16T12:45:18.452" v="29" actId="478"/>
          <ac:spMkLst>
            <pc:docMk/>
            <pc:sldMk cId="4080722063" sldId="753"/>
            <ac:spMk id="2" creationId="{A6F55DE2-37CF-4366-9E87-873E2A490C7C}"/>
          </ac:spMkLst>
        </pc:spChg>
        <pc:spChg chg="add del mod">
          <ac:chgData name="손동범" userId="0f89198e-5fc9-4501-bc9d-662a7644151c" providerId="ADAL" clId="{49C6B6F1-B4F3-4A73-ADAA-FE6BDC092771}" dt="2023-09-16T12:45:20.728" v="31" actId="478"/>
          <ac:spMkLst>
            <pc:docMk/>
            <pc:sldMk cId="4080722063" sldId="753"/>
            <ac:spMk id="16" creationId="{98487BCB-704D-89D4-F5F7-C257FF2C55F8}"/>
          </ac:spMkLst>
        </pc:spChg>
        <pc:spChg chg="add mod">
          <ac:chgData name="손동범" userId="0f89198e-5fc9-4501-bc9d-662a7644151c" providerId="ADAL" clId="{49C6B6F1-B4F3-4A73-ADAA-FE6BDC092771}" dt="2023-09-16T12:45:25.126" v="49" actId="20577"/>
          <ac:spMkLst>
            <pc:docMk/>
            <pc:sldMk cId="4080722063" sldId="753"/>
            <ac:spMk id="17" creationId="{88081C9A-8CBF-9D15-E9BE-430A0A2858B1}"/>
          </ac:spMkLst>
        </pc:spChg>
      </pc:sldChg>
      <pc:sldChg chg="addSp delSp modSp add mod">
        <pc:chgData name="손동범" userId="0f89198e-5fc9-4501-bc9d-662a7644151c" providerId="ADAL" clId="{49C6B6F1-B4F3-4A73-ADAA-FE6BDC092771}" dt="2023-09-16T12:45:15.291" v="28" actId="1076"/>
        <pc:sldMkLst>
          <pc:docMk/>
          <pc:sldMk cId="3562605685" sldId="754"/>
        </pc:sldMkLst>
        <pc:spChg chg="del">
          <ac:chgData name="손동범" userId="0f89198e-5fc9-4501-bc9d-662a7644151c" providerId="ADAL" clId="{49C6B6F1-B4F3-4A73-ADAA-FE6BDC092771}" dt="2023-09-16T12:44:53.483" v="3" actId="478"/>
          <ac:spMkLst>
            <pc:docMk/>
            <pc:sldMk cId="3562605685" sldId="754"/>
            <ac:spMk id="2" creationId="{A6F55DE2-37CF-4366-9E87-873E2A490C7C}"/>
          </ac:spMkLst>
        </pc:spChg>
        <pc:spChg chg="mod">
          <ac:chgData name="손동범" userId="0f89198e-5fc9-4501-bc9d-662a7644151c" providerId="ADAL" clId="{49C6B6F1-B4F3-4A73-ADAA-FE6BDC092771}" dt="2023-09-16T12:45:15.291" v="28" actId="1076"/>
          <ac:spMkLst>
            <pc:docMk/>
            <pc:sldMk cId="3562605685" sldId="754"/>
            <ac:spMk id="3" creationId="{835A6E05-8D7F-49D0-B580-39C0CD091E83}"/>
          </ac:spMkLst>
        </pc:spChg>
        <pc:spChg chg="add del mod">
          <ac:chgData name="손동범" userId="0f89198e-5fc9-4501-bc9d-662a7644151c" providerId="ADAL" clId="{49C6B6F1-B4F3-4A73-ADAA-FE6BDC092771}" dt="2023-09-16T12:44:56.728" v="5" actId="478"/>
          <ac:spMkLst>
            <pc:docMk/>
            <pc:sldMk cId="3562605685" sldId="754"/>
            <ac:spMk id="6" creationId="{9AFEED97-D23A-B4B6-C4DB-FD239D56AF99}"/>
          </ac:spMkLst>
        </pc:spChg>
        <pc:spChg chg="add mod">
          <ac:chgData name="손동범" userId="0f89198e-5fc9-4501-bc9d-662a7644151c" providerId="ADAL" clId="{49C6B6F1-B4F3-4A73-ADAA-FE6BDC092771}" dt="2023-09-16T12:45:02.037" v="23" actId="20577"/>
          <ac:spMkLst>
            <pc:docMk/>
            <pc:sldMk cId="3562605685" sldId="754"/>
            <ac:spMk id="7" creationId="{2EBF9458-6652-F46C-1CAD-AE6F31AC202F}"/>
          </ac:spMkLst>
        </pc:spChg>
      </pc:sldChg>
      <pc:sldChg chg="del">
        <pc:chgData name="손동범" userId="0f89198e-5fc9-4501-bc9d-662a7644151c" providerId="ADAL" clId="{49C6B6F1-B4F3-4A73-ADAA-FE6BDC092771}" dt="2023-09-16T12:46:25.648" v="111" actId="47"/>
        <pc:sldMkLst>
          <pc:docMk/>
          <pc:sldMk cId="117930349" sldId="850"/>
        </pc:sldMkLst>
      </pc:sldChg>
      <pc:sldChg chg="del">
        <pc:chgData name="손동범" userId="0f89198e-5fc9-4501-bc9d-662a7644151c" providerId="ADAL" clId="{49C6B6F1-B4F3-4A73-ADAA-FE6BDC092771}" dt="2023-09-16T12:46:24.167" v="110" actId="47"/>
        <pc:sldMkLst>
          <pc:docMk/>
          <pc:sldMk cId="3374804484" sldId="851"/>
        </pc:sldMkLst>
      </pc:sldChg>
      <pc:sldChg chg="del">
        <pc:chgData name="손동범" userId="0f89198e-5fc9-4501-bc9d-662a7644151c" providerId="ADAL" clId="{49C6B6F1-B4F3-4A73-ADAA-FE6BDC092771}" dt="2023-09-16T12:46:21.314" v="108" actId="47"/>
        <pc:sldMkLst>
          <pc:docMk/>
          <pc:sldMk cId="2477076035" sldId="852"/>
        </pc:sldMkLst>
      </pc:sldChg>
      <pc:sldChg chg="del">
        <pc:chgData name="손동범" userId="0f89198e-5fc9-4501-bc9d-662a7644151c" providerId="ADAL" clId="{49C6B6F1-B4F3-4A73-ADAA-FE6BDC092771}" dt="2023-09-16T12:46:22.780" v="109" actId="47"/>
        <pc:sldMkLst>
          <pc:docMk/>
          <pc:sldMk cId="385689471" sldId="855"/>
        </pc:sldMkLst>
      </pc:sldChg>
      <pc:sldChg chg="del">
        <pc:chgData name="손동범" userId="0f89198e-5fc9-4501-bc9d-662a7644151c" providerId="ADAL" clId="{49C6B6F1-B4F3-4A73-ADAA-FE6BDC092771}" dt="2023-09-16T12:46:30.430" v="113" actId="47"/>
        <pc:sldMkLst>
          <pc:docMk/>
          <pc:sldMk cId="2680590740" sldId="856"/>
        </pc:sldMkLst>
      </pc:sldChg>
      <pc:sldChg chg="del">
        <pc:chgData name="손동범" userId="0f89198e-5fc9-4501-bc9d-662a7644151c" providerId="ADAL" clId="{49C6B6F1-B4F3-4A73-ADAA-FE6BDC092771}" dt="2023-09-16T12:46:29.035" v="112" actId="47"/>
        <pc:sldMkLst>
          <pc:docMk/>
          <pc:sldMk cId="1626888896" sldId="857"/>
        </pc:sldMkLst>
      </pc:sldChg>
      <pc:sldChg chg="del">
        <pc:chgData name="손동범" userId="0f89198e-5fc9-4501-bc9d-662a7644151c" providerId="ADAL" clId="{49C6B6F1-B4F3-4A73-ADAA-FE6BDC092771}" dt="2023-09-16T12:46:32.949" v="114" actId="47"/>
        <pc:sldMkLst>
          <pc:docMk/>
          <pc:sldMk cId="626991737" sldId="859"/>
        </pc:sldMkLst>
      </pc:sldChg>
      <pc:sldChg chg="modSp mod ord">
        <pc:chgData name="손동범" userId="0f89198e-5fc9-4501-bc9d-662a7644151c" providerId="ADAL" clId="{49C6B6F1-B4F3-4A73-ADAA-FE6BDC092771}" dt="2023-09-16T12:48:51.079" v="307"/>
        <pc:sldMkLst>
          <pc:docMk/>
          <pc:sldMk cId="4030173027" sldId="860"/>
        </pc:sldMkLst>
        <pc:spChg chg="mod">
          <ac:chgData name="손동범" userId="0f89198e-5fc9-4501-bc9d-662a7644151c" providerId="ADAL" clId="{49C6B6F1-B4F3-4A73-ADAA-FE6BDC092771}" dt="2023-09-16T12:48:51.079" v="307"/>
          <ac:spMkLst>
            <pc:docMk/>
            <pc:sldMk cId="4030173027" sldId="860"/>
            <ac:spMk id="2" creationId="{A1E9D319-0EC9-96F7-A304-9D60FB31EC69}"/>
          </ac:spMkLst>
        </pc:spChg>
      </pc:sldChg>
      <pc:sldChg chg="del">
        <pc:chgData name="손동범" userId="0f89198e-5fc9-4501-bc9d-662a7644151c" providerId="ADAL" clId="{49C6B6F1-B4F3-4A73-ADAA-FE6BDC092771}" dt="2023-09-16T12:46:33.573" v="115" actId="47"/>
        <pc:sldMkLst>
          <pc:docMk/>
          <pc:sldMk cId="2545209525" sldId="861"/>
        </pc:sldMkLst>
      </pc:sldChg>
      <pc:sldChg chg="del">
        <pc:chgData name="손동범" userId="0f89198e-5fc9-4501-bc9d-662a7644151c" providerId="ADAL" clId="{49C6B6F1-B4F3-4A73-ADAA-FE6BDC092771}" dt="2023-09-16T12:46:33.943" v="116" actId="47"/>
        <pc:sldMkLst>
          <pc:docMk/>
          <pc:sldMk cId="3478541626" sldId="862"/>
        </pc:sldMkLst>
      </pc:sldChg>
      <pc:sldChg chg="del">
        <pc:chgData name="손동범" userId="0f89198e-5fc9-4501-bc9d-662a7644151c" providerId="ADAL" clId="{49C6B6F1-B4F3-4A73-ADAA-FE6BDC092771}" dt="2023-09-16T12:46:34.601" v="117" actId="47"/>
        <pc:sldMkLst>
          <pc:docMk/>
          <pc:sldMk cId="2055045190" sldId="863"/>
        </pc:sldMkLst>
      </pc:sldChg>
      <pc:sldChg chg="del">
        <pc:chgData name="손동범" userId="0f89198e-5fc9-4501-bc9d-662a7644151c" providerId="ADAL" clId="{49C6B6F1-B4F3-4A73-ADAA-FE6BDC092771}" dt="2023-09-16T12:46:38.933" v="118" actId="47"/>
        <pc:sldMkLst>
          <pc:docMk/>
          <pc:sldMk cId="107939267" sldId="864"/>
        </pc:sldMkLst>
      </pc:sldChg>
      <pc:sldChg chg="modSp mod">
        <pc:chgData name="손동범" userId="0f89198e-5fc9-4501-bc9d-662a7644151c" providerId="ADAL" clId="{49C6B6F1-B4F3-4A73-ADAA-FE6BDC092771}" dt="2023-09-16T12:45:57.265" v="104" actId="20577"/>
        <pc:sldMkLst>
          <pc:docMk/>
          <pc:sldMk cId="3060466368" sldId="865"/>
        </pc:sldMkLst>
        <pc:spChg chg="mod">
          <ac:chgData name="손동범" userId="0f89198e-5fc9-4501-bc9d-662a7644151c" providerId="ADAL" clId="{49C6B6F1-B4F3-4A73-ADAA-FE6BDC092771}" dt="2023-09-16T12:45:57.265" v="104" actId="20577"/>
          <ac:spMkLst>
            <pc:docMk/>
            <pc:sldMk cId="3060466368" sldId="865"/>
            <ac:spMk id="2" creationId="{A1E9D319-0EC9-96F7-A304-9D60FB31EC69}"/>
          </ac:spMkLst>
        </pc:spChg>
      </pc:sldChg>
      <pc:sldChg chg="modSp mod">
        <pc:chgData name="손동범" userId="0f89198e-5fc9-4501-bc9d-662a7644151c" providerId="ADAL" clId="{49C6B6F1-B4F3-4A73-ADAA-FE6BDC092771}" dt="2023-09-16T12:46:11.784" v="105"/>
        <pc:sldMkLst>
          <pc:docMk/>
          <pc:sldMk cId="1611042528" sldId="866"/>
        </pc:sldMkLst>
        <pc:spChg chg="mod">
          <ac:chgData name="손동범" userId="0f89198e-5fc9-4501-bc9d-662a7644151c" providerId="ADAL" clId="{49C6B6F1-B4F3-4A73-ADAA-FE6BDC092771}" dt="2023-09-16T12:46:11.784" v="105"/>
          <ac:spMkLst>
            <pc:docMk/>
            <pc:sldMk cId="1611042528" sldId="866"/>
            <ac:spMk id="2" creationId="{A1E9D319-0EC9-96F7-A304-9D60FB31EC69}"/>
          </ac:spMkLst>
        </pc:spChg>
      </pc:sldChg>
      <pc:sldChg chg="modSp mod">
        <pc:chgData name="손동범" userId="0f89198e-5fc9-4501-bc9d-662a7644151c" providerId="ADAL" clId="{49C6B6F1-B4F3-4A73-ADAA-FE6BDC092771}" dt="2023-09-16T12:46:14.140" v="106"/>
        <pc:sldMkLst>
          <pc:docMk/>
          <pc:sldMk cId="2597961750" sldId="867"/>
        </pc:sldMkLst>
        <pc:spChg chg="mod">
          <ac:chgData name="손동범" userId="0f89198e-5fc9-4501-bc9d-662a7644151c" providerId="ADAL" clId="{49C6B6F1-B4F3-4A73-ADAA-FE6BDC092771}" dt="2023-09-16T12:46:14.140" v="106"/>
          <ac:spMkLst>
            <pc:docMk/>
            <pc:sldMk cId="2597961750" sldId="867"/>
            <ac:spMk id="2" creationId="{A1E9D319-0EC9-96F7-A304-9D60FB31EC69}"/>
          </ac:spMkLst>
        </pc:spChg>
      </pc:sldChg>
      <pc:sldChg chg="modSp mod">
        <pc:chgData name="손동범" userId="0f89198e-5fc9-4501-bc9d-662a7644151c" providerId="ADAL" clId="{49C6B6F1-B4F3-4A73-ADAA-FE6BDC092771}" dt="2023-09-16T12:46:16.453" v="107"/>
        <pc:sldMkLst>
          <pc:docMk/>
          <pc:sldMk cId="3147387450" sldId="868"/>
        </pc:sldMkLst>
        <pc:spChg chg="mod">
          <ac:chgData name="손동범" userId="0f89198e-5fc9-4501-bc9d-662a7644151c" providerId="ADAL" clId="{49C6B6F1-B4F3-4A73-ADAA-FE6BDC092771}" dt="2023-09-16T12:46:16.453" v="107"/>
          <ac:spMkLst>
            <pc:docMk/>
            <pc:sldMk cId="3147387450" sldId="868"/>
            <ac:spMk id="2" creationId="{A1E9D319-0EC9-96F7-A304-9D60FB31EC69}"/>
          </ac:spMkLst>
        </pc:spChg>
      </pc:sldChg>
      <pc:sldChg chg="addSp delSp modSp add del mod">
        <pc:chgData name="손동범" userId="0f89198e-5fc9-4501-bc9d-662a7644151c" providerId="ADAL" clId="{49C6B6F1-B4F3-4A73-ADAA-FE6BDC092771}" dt="2023-09-16T12:47:34.833" v="148" actId="47"/>
        <pc:sldMkLst>
          <pc:docMk/>
          <pc:sldMk cId="1047871103" sldId="869"/>
        </pc:sldMkLst>
        <pc:spChg chg="mod">
          <ac:chgData name="손동범" userId="0f89198e-5fc9-4501-bc9d-662a7644151c" providerId="ADAL" clId="{49C6B6F1-B4F3-4A73-ADAA-FE6BDC092771}" dt="2023-09-16T12:47:19.315" v="142" actId="20577"/>
          <ac:spMkLst>
            <pc:docMk/>
            <pc:sldMk cId="1047871103" sldId="869"/>
            <ac:spMk id="2" creationId="{A1E9D319-0EC9-96F7-A304-9D60FB31EC69}"/>
          </ac:spMkLst>
        </pc:spChg>
        <pc:spChg chg="del">
          <ac:chgData name="손동범" userId="0f89198e-5fc9-4501-bc9d-662a7644151c" providerId="ADAL" clId="{49C6B6F1-B4F3-4A73-ADAA-FE6BDC092771}" dt="2023-09-16T12:47:24.296" v="143" actId="478"/>
          <ac:spMkLst>
            <pc:docMk/>
            <pc:sldMk cId="1047871103" sldId="869"/>
            <ac:spMk id="3" creationId="{CABF123E-2279-6976-112E-CCDF9F7B178F}"/>
          </ac:spMkLst>
        </pc:spChg>
        <pc:spChg chg="add mod">
          <ac:chgData name="손동범" userId="0f89198e-5fc9-4501-bc9d-662a7644151c" providerId="ADAL" clId="{49C6B6F1-B4F3-4A73-ADAA-FE6BDC092771}" dt="2023-09-16T12:47:29.045" v="147" actId="1076"/>
          <ac:spMkLst>
            <pc:docMk/>
            <pc:sldMk cId="1047871103" sldId="869"/>
            <ac:spMk id="62" creationId="{13FC07D0-01BE-698D-0999-36E81762F4F9}"/>
          </ac:spMkLst>
        </pc:spChg>
      </pc:sldChg>
      <pc:sldChg chg="addSp delSp modSp add mod">
        <pc:chgData name="손동범" userId="0f89198e-5fc9-4501-bc9d-662a7644151c" providerId="ADAL" clId="{49C6B6F1-B4F3-4A73-ADAA-FE6BDC092771}" dt="2023-09-16T12:48:20.056" v="304" actId="20577"/>
        <pc:sldMkLst>
          <pc:docMk/>
          <pc:sldMk cId="1137142504" sldId="869"/>
        </pc:sldMkLst>
        <pc:spChg chg="del mod">
          <ac:chgData name="손동범" userId="0f89198e-5fc9-4501-bc9d-662a7644151c" providerId="ADAL" clId="{49C6B6F1-B4F3-4A73-ADAA-FE6BDC092771}" dt="2023-09-16T12:47:53.458" v="170" actId="478"/>
          <ac:spMkLst>
            <pc:docMk/>
            <pc:sldMk cId="1137142504" sldId="869"/>
            <ac:spMk id="3" creationId="{835A6E05-8D7F-49D0-B580-39C0CD091E83}"/>
          </ac:spMkLst>
        </pc:spChg>
        <pc:spChg chg="add del mod">
          <ac:chgData name="손동범" userId="0f89198e-5fc9-4501-bc9d-662a7644151c" providerId="ADAL" clId="{49C6B6F1-B4F3-4A73-ADAA-FE6BDC092771}" dt="2023-09-16T12:47:57.352" v="172" actId="478"/>
          <ac:spMkLst>
            <pc:docMk/>
            <pc:sldMk cId="1137142504" sldId="869"/>
            <ac:spMk id="5" creationId="{7F0FED24-B9FC-CCF7-908D-5FCFCFADBC7B}"/>
          </ac:spMkLst>
        </pc:spChg>
        <pc:spChg chg="add mod">
          <ac:chgData name="손동범" userId="0f89198e-5fc9-4501-bc9d-662a7644151c" providerId="ADAL" clId="{49C6B6F1-B4F3-4A73-ADAA-FE6BDC092771}" dt="2023-09-16T12:48:20.056" v="304" actId="20577"/>
          <ac:spMkLst>
            <pc:docMk/>
            <pc:sldMk cId="1137142504" sldId="869"/>
            <ac:spMk id="6" creationId="{4E2EA9B8-7CF2-BD58-ABCE-54262AB85AB6}"/>
          </ac:spMkLst>
        </pc:spChg>
        <pc:spChg chg="mod">
          <ac:chgData name="손동범" userId="0f89198e-5fc9-4501-bc9d-662a7644151c" providerId="ADAL" clId="{49C6B6F1-B4F3-4A73-ADAA-FE6BDC092771}" dt="2023-09-16T12:47:39.628" v="163" actId="20577"/>
          <ac:spMkLst>
            <pc:docMk/>
            <pc:sldMk cId="1137142504" sldId="869"/>
            <ac:spMk id="7" creationId="{2EBF9458-6652-F46C-1CAD-AE6F31AC202F}"/>
          </ac:spMkLst>
        </pc:spChg>
      </pc:sldChg>
      <pc:sldChg chg="modSp add del mod">
        <pc:chgData name="손동범" userId="0f89198e-5fc9-4501-bc9d-662a7644151c" providerId="ADAL" clId="{49C6B6F1-B4F3-4A73-ADAA-FE6BDC092771}" dt="2023-09-17T21:22:28.323" v="4469" actId="47"/>
        <pc:sldMkLst>
          <pc:docMk/>
          <pc:sldMk cId="1338271579" sldId="870"/>
        </pc:sldMkLst>
        <pc:spChg chg="mod">
          <ac:chgData name="손동범" userId="0f89198e-5fc9-4501-bc9d-662a7644151c" providerId="ADAL" clId="{49C6B6F1-B4F3-4A73-ADAA-FE6BDC092771}" dt="2023-09-17T10:01:53.641" v="380" actId="20577"/>
          <ac:spMkLst>
            <pc:docMk/>
            <pc:sldMk cId="1338271579" sldId="870"/>
            <ac:spMk id="7" creationId="{2EBF9458-6652-F46C-1CAD-AE6F31AC202F}"/>
          </ac:spMkLst>
        </pc:spChg>
      </pc:sldChg>
      <pc:sldChg chg="add del">
        <pc:chgData name="손동범" userId="0f89198e-5fc9-4501-bc9d-662a7644151c" providerId="ADAL" clId="{49C6B6F1-B4F3-4A73-ADAA-FE6BDC092771}" dt="2023-09-17T10:16:25.116" v="384"/>
        <pc:sldMkLst>
          <pc:docMk/>
          <pc:sldMk cId="2437582509" sldId="871"/>
        </pc:sldMkLst>
      </pc:sldChg>
      <pc:sldChg chg="add del">
        <pc:chgData name="손동범" userId="0f89198e-5fc9-4501-bc9d-662a7644151c" providerId="ADAL" clId="{49C6B6F1-B4F3-4A73-ADAA-FE6BDC092771}" dt="2023-09-17T10:16:22.075" v="382" actId="47"/>
        <pc:sldMkLst>
          <pc:docMk/>
          <pc:sldMk cId="2528530107" sldId="871"/>
        </pc:sldMkLst>
      </pc:sldChg>
      <pc:sldChg chg="addSp delSp modSp add mod ord">
        <pc:chgData name="손동범" userId="0f89198e-5fc9-4501-bc9d-662a7644151c" providerId="ADAL" clId="{49C6B6F1-B4F3-4A73-ADAA-FE6BDC092771}" dt="2023-09-17T22:13:34.571" v="4766"/>
        <pc:sldMkLst>
          <pc:docMk/>
          <pc:sldMk cId="3843915227" sldId="871"/>
        </pc:sldMkLst>
        <pc:spChg chg="del">
          <ac:chgData name="손동범" userId="0f89198e-5fc9-4501-bc9d-662a7644151c" providerId="ADAL" clId="{49C6B6F1-B4F3-4A73-ADAA-FE6BDC092771}" dt="2023-09-17T13:48:33.408" v="390" actId="478"/>
          <ac:spMkLst>
            <pc:docMk/>
            <pc:sldMk cId="3843915227" sldId="871"/>
            <ac:spMk id="3" creationId="{835A6E05-8D7F-49D0-B580-39C0CD091E83}"/>
          </ac:spMkLst>
        </pc:spChg>
        <pc:spChg chg="add del mod">
          <ac:chgData name="손동범" userId="0f89198e-5fc9-4501-bc9d-662a7644151c" providerId="ADAL" clId="{49C6B6F1-B4F3-4A73-ADAA-FE6BDC092771}" dt="2023-09-17T13:48:35.040" v="391" actId="478"/>
          <ac:spMkLst>
            <pc:docMk/>
            <pc:sldMk cId="3843915227" sldId="871"/>
            <ac:spMk id="5" creationId="{DDB4EE3E-267B-AC39-1583-6D33659B7C8B}"/>
          </ac:spMkLst>
        </pc:spChg>
        <pc:spChg chg="add mod topLvl">
          <ac:chgData name="손동범" userId="0f89198e-5fc9-4501-bc9d-662a7644151c" providerId="ADAL" clId="{49C6B6F1-B4F3-4A73-ADAA-FE6BDC092771}" dt="2023-09-17T21:00:14.804" v="3955" actId="1076"/>
          <ac:spMkLst>
            <pc:docMk/>
            <pc:sldMk cId="3843915227" sldId="871"/>
            <ac:spMk id="6" creationId="{727CD91A-D9B5-E176-6232-0C877EBACD65}"/>
          </ac:spMkLst>
        </pc:spChg>
        <pc:spChg chg="mod">
          <ac:chgData name="손동범" userId="0f89198e-5fc9-4501-bc9d-662a7644151c" providerId="ADAL" clId="{49C6B6F1-B4F3-4A73-ADAA-FE6BDC092771}" dt="2023-09-17T13:51:34.795" v="425" actId="20577"/>
          <ac:spMkLst>
            <pc:docMk/>
            <pc:sldMk cId="3843915227" sldId="871"/>
            <ac:spMk id="7" creationId="{749E2EA3-BFA1-3338-4B98-88D54DD128C1}"/>
          </ac:spMkLst>
        </pc:spChg>
        <pc:spChg chg="add mod topLvl">
          <ac:chgData name="손동범" userId="0f89198e-5fc9-4501-bc9d-662a7644151c" providerId="ADAL" clId="{49C6B6F1-B4F3-4A73-ADAA-FE6BDC092771}" dt="2023-09-17T21:00:14.804" v="3955" actId="1076"/>
          <ac:spMkLst>
            <pc:docMk/>
            <pc:sldMk cId="3843915227" sldId="871"/>
            <ac:spMk id="19" creationId="{CA143FE7-A632-7784-DF7D-5A173A65FADA}"/>
          </ac:spMkLst>
        </pc:spChg>
        <pc:spChg chg="add mod topLvl">
          <ac:chgData name="손동범" userId="0f89198e-5fc9-4501-bc9d-662a7644151c" providerId="ADAL" clId="{49C6B6F1-B4F3-4A73-ADAA-FE6BDC092771}" dt="2023-09-17T21:00:14.804" v="3955" actId="1076"/>
          <ac:spMkLst>
            <pc:docMk/>
            <pc:sldMk cId="3843915227" sldId="871"/>
            <ac:spMk id="20" creationId="{CBDF4DD3-79DF-EB13-F0D2-02AF425E4329}"/>
          </ac:spMkLst>
        </pc:spChg>
        <pc:spChg chg="add mod topLvl">
          <ac:chgData name="손동범" userId="0f89198e-5fc9-4501-bc9d-662a7644151c" providerId="ADAL" clId="{49C6B6F1-B4F3-4A73-ADAA-FE6BDC092771}" dt="2023-09-17T21:00:14.804" v="3955" actId="1076"/>
          <ac:spMkLst>
            <pc:docMk/>
            <pc:sldMk cId="3843915227" sldId="871"/>
            <ac:spMk id="21" creationId="{7A15E5D1-554A-0E1F-797D-DC74D9AB467E}"/>
          </ac:spMkLst>
        </pc:spChg>
        <pc:spChg chg="add mod topLvl">
          <ac:chgData name="손동범" userId="0f89198e-5fc9-4501-bc9d-662a7644151c" providerId="ADAL" clId="{49C6B6F1-B4F3-4A73-ADAA-FE6BDC092771}" dt="2023-09-17T21:00:18.069" v="3956" actId="1076"/>
          <ac:spMkLst>
            <pc:docMk/>
            <pc:sldMk cId="3843915227" sldId="871"/>
            <ac:spMk id="22" creationId="{DAD24F34-2414-DBE9-D235-53DEB238EFA0}"/>
          </ac:spMkLst>
        </pc:spChg>
        <pc:spChg chg="add mod topLvl">
          <ac:chgData name="손동범" userId="0f89198e-5fc9-4501-bc9d-662a7644151c" providerId="ADAL" clId="{49C6B6F1-B4F3-4A73-ADAA-FE6BDC092771}" dt="2023-09-17T21:00:18.069" v="3956" actId="1076"/>
          <ac:spMkLst>
            <pc:docMk/>
            <pc:sldMk cId="3843915227" sldId="871"/>
            <ac:spMk id="27" creationId="{B3BAE3ED-38EE-6E73-DE4D-778C7D342379}"/>
          </ac:spMkLst>
        </pc:spChg>
        <pc:spChg chg="add mod topLvl">
          <ac:chgData name="손동범" userId="0f89198e-5fc9-4501-bc9d-662a7644151c" providerId="ADAL" clId="{49C6B6F1-B4F3-4A73-ADAA-FE6BDC092771}" dt="2023-09-17T21:00:18.069" v="3956" actId="1076"/>
          <ac:spMkLst>
            <pc:docMk/>
            <pc:sldMk cId="3843915227" sldId="871"/>
            <ac:spMk id="28" creationId="{526CAC32-0E86-DBF1-F991-01CE0365DB18}"/>
          </ac:spMkLst>
        </pc:spChg>
        <pc:spChg chg="add mod topLvl">
          <ac:chgData name="손동범" userId="0f89198e-5fc9-4501-bc9d-662a7644151c" providerId="ADAL" clId="{49C6B6F1-B4F3-4A73-ADAA-FE6BDC092771}" dt="2023-09-17T21:00:18.069" v="3956" actId="1076"/>
          <ac:spMkLst>
            <pc:docMk/>
            <pc:sldMk cId="3843915227" sldId="871"/>
            <ac:spMk id="29" creationId="{C45F40B5-16B9-0EA9-AB91-52DB468DD508}"/>
          </ac:spMkLst>
        </pc:spChg>
        <pc:spChg chg="add del mod">
          <ac:chgData name="손동범" userId="0f89198e-5fc9-4501-bc9d-662a7644151c" providerId="ADAL" clId="{49C6B6F1-B4F3-4A73-ADAA-FE6BDC092771}" dt="2023-09-17T21:00:01.216" v="3951" actId="478"/>
          <ac:spMkLst>
            <pc:docMk/>
            <pc:sldMk cId="3843915227" sldId="871"/>
            <ac:spMk id="32" creationId="{6555A4BC-DB9A-3A53-6D16-DCD1E2342B43}"/>
          </ac:spMkLst>
        </pc:spChg>
        <pc:spChg chg="add mod">
          <ac:chgData name="손동범" userId="0f89198e-5fc9-4501-bc9d-662a7644151c" providerId="ADAL" clId="{49C6B6F1-B4F3-4A73-ADAA-FE6BDC092771}" dt="2023-09-17T21:00:56.087" v="3973" actId="20577"/>
          <ac:spMkLst>
            <pc:docMk/>
            <pc:sldMk cId="3843915227" sldId="871"/>
            <ac:spMk id="33" creationId="{99E81C36-D324-1C2C-1559-C9A7C324F0D1}"/>
          </ac:spMkLst>
        </pc:spChg>
        <pc:spChg chg="add del">
          <ac:chgData name="손동범" userId="0f89198e-5fc9-4501-bc9d-662a7644151c" providerId="ADAL" clId="{49C6B6F1-B4F3-4A73-ADAA-FE6BDC092771}" dt="2023-09-17T13:55:35.864" v="524" actId="11529"/>
          <ac:spMkLst>
            <pc:docMk/>
            <pc:sldMk cId="3843915227" sldId="871"/>
            <ac:spMk id="34" creationId="{A9DF4E13-C257-F299-93DE-B443B8518543}"/>
          </ac:spMkLst>
        </pc:spChg>
        <pc:spChg chg="add mod topLvl">
          <ac:chgData name="손동범" userId="0f89198e-5fc9-4501-bc9d-662a7644151c" providerId="ADAL" clId="{49C6B6F1-B4F3-4A73-ADAA-FE6BDC092771}" dt="2023-09-17T21:00:14.804" v="3955" actId="1076"/>
          <ac:spMkLst>
            <pc:docMk/>
            <pc:sldMk cId="3843915227" sldId="871"/>
            <ac:spMk id="51" creationId="{739A4508-5AF6-4656-828B-2139D43C85C5}"/>
          </ac:spMkLst>
        </pc:spChg>
        <pc:spChg chg="add mod topLvl">
          <ac:chgData name="손동범" userId="0f89198e-5fc9-4501-bc9d-662a7644151c" providerId="ADAL" clId="{49C6B6F1-B4F3-4A73-ADAA-FE6BDC092771}" dt="2023-09-17T21:00:14.804" v="3955" actId="1076"/>
          <ac:spMkLst>
            <pc:docMk/>
            <pc:sldMk cId="3843915227" sldId="871"/>
            <ac:spMk id="52" creationId="{4346D796-BFA3-170F-9F17-78E371E86001}"/>
          </ac:spMkLst>
        </pc:spChg>
        <pc:spChg chg="add del mod">
          <ac:chgData name="손동범" userId="0f89198e-5fc9-4501-bc9d-662a7644151c" providerId="ADAL" clId="{49C6B6F1-B4F3-4A73-ADAA-FE6BDC092771}" dt="2023-09-17T13:59:18.186" v="688" actId="478"/>
          <ac:spMkLst>
            <pc:docMk/>
            <pc:sldMk cId="3843915227" sldId="871"/>
            <ac:spMk id="53" creationId="{74F646AC-F903-6313-A446-867510459FEF}"/>
          </ac:spMkLst>
        </pc:spChg>
        <pc:spChg chg="add del mod">
          <ac:chgData name="손동범" userId="0f89198e-5fc9-4501-bc9d-662a7644151c" providerId="ADAL" clId="{49C6B6F1-B4F3-4A73-ADAA-FE6BDC092771}" dt="2023-09-17T13:59:18.186" v="688" actId="478"/>
          <ac:spMkLst>
            <pc:docMk/>
            <pc:sldMk cId="3843915227" sldId="871"/>
            <ac:spMk id="54" creationId="{D4A43172-4C32-FC93-AC8F-9C43F0C806C4}"/>
          </ac:spMkLst>
        </pc:spChg>
        <pc:spChg chg="add del mod">
          <ac:chgData name="손동범" userId="0f89198e-5fc9-4501-bc9d-662a7644151c" providerId="ADAL" clId="{49C6B6F1-B4F3-4A73-ADAA-FE6BDC092771}" dt="2023-09-17T13:59:16.858" v="687" actId="478"/>
          <ac:spMkLst>
            <pc:docMk/>
            <pc:sldMk cId="3843915227" sldId="871"/>
            <ac:spMk id="55" creationId="{CB3451B1-9087-22BF-EAB7-3B10C93C65F5}"/>
          </ac:spMkLst>
        </pc:spChg>
        <pc:spChg chg="add del mod">
          <ac:chgData name="손동범" userId="0f89198e-5fc9-4501-bc9d-662a7644151c" providerId="ADAL" clId="{49C6B6F1-B4F3-4A73-ADAA-FE6BDC092771}" dt="2023-09-17T13:59:01.266" v="679"/>
          <ac:spMkLst>
            <pc:docMk/>
            <pc:sldMk cId="3843915227" sldId="871"/>
            <ac:spMk id="56" creationId="{B95A2739-9555-3D80-8065-8CA581ECCAB8}"/>
          </ac:spMkLst>
        </pc:spChg>
        <pc:spChg chg="add del mod">
          <ac:chgData name="손동범" userId="0f89198e-5fc9-4501-bc9d-662a7644151c" providerId="ADAL" clId="{49C6B6F1-B4F3-4A73-ADAA-FE6BDC092771}" dt="2023-09-17T13:59:01.266" v="679"/>
          <ac:spMkLst>
            <pc:docMk/>
            <pc:sldMk cId="3843915227" sldId="871"/>
            <ac:spMk id="57" creationId="{E9E95461-8FCA-A222-0C8D-9213F662DD20}"/>
          </ac:spMkLst>
        </pc:spChg>
        <pc:spChg chg="add del mod">
          <ac:chgData name="손동범" userId="0f89198e-5fc9-4501-bc9d-662a7644151c" providerId="ADAL" clId="{49C6B6F1-B4F3-4A73-ADAA-FE6BDC092771}" dt="2023-09-17T13:59:01.266" v="679"/>
          <ac:spMkLst>
            <pc:docMk/>
            <pc:sldMk cId="3843915227" sldId="871"/>
            <ac:spMk id="58" creationId="{8C039C67-CDEE-920D-8958-2E24CEEA064A}"/>
          </ac:spMkLst>
        </pc:spChg>
        <pc:spChg chg="add del mod">
          <ac:chgData name="손동범" userId="0f89198e-5fc9-4501-bc9d-662a7644151c" providerId="ADAL" clId="{49C6B6F1-B4F3-4A73-ADAA-FE6BDC092771}" dt="2023-09-17T13:59:01.266" v="679"/>
          <ac:spMkLst>
            <pc:docMk/>
            <pc:sldMk cId="3843915227" sldId="871"/>
            <ac:spMk id="59" creationId="{C520AE72-4612-732F-26E9-969FD5F3C9F3}"/>
          </ac:spMkLst>
        </pc:spChg>
        <pc:spChg chg="add del mod">
          <ac:chgData name="손동범" userId="0f89198e-5fc9-4501-bc9d-662a7644151c" providerId="ADAL" clId="{49C6B6F1-B4F3-4A73-ADAA-FE6BDC092771}" dt="2023-09-17T13:59:00.667" v="677"/>
          <ac:spMkLst>
            <pc:docMk/>
            <pc:sldMk cId="3843915227" sldId="871"/>
            <ac:spMk id="60" creationId="{9C6D2AF7-51B8-09AB-7991-B30C7D344390}"/>
          </ac:spMkLst>
        </pc:spChg>
        <pc:spChg chg="add del mod">
          <ac:chgData name="손동범" userId="0f89198e-5fc9-4501-bc9d-662a7644151c" providerId="ADAL" clId="{49C6B6F1-B4F3-4A73-ADAA-FE6BDC092771}" dt="2023-09-17T13:59:00.667" v="677"/>
          <ac:spMkLst>
            <pc:docMk/>
            <pc:sldMk cId="3843915227" sldId="871"/>
            <ac:spMk id="61" creationId="{7F0CD6D4-DD23-98E7-696F-FBE3FC76B59F}"/>
          </ac:spMkLst>
        </pc:spChg>
        <pc:spChg chg="add del mod">
          <ac:chgData name="손동범" userId="0f89198e-5fc9-4501-bc9d-662a7644151c" providerId="ADAL" clId="{49C6B6F1-B4F3-4A73-ADAA-FE6BDC092771}" dt="2023-09-17T13:59:00.667" v="677"/>
          <ac:spMkLst>
            <pc:docMk/>
            <pc:sldMk cId="3843915227" sldId="871"/>
            <ac:spMk id="62" creationId="{D6A499CC-FA6C-05A2-3AAF-FE546C6D3782}"/>
          </ac:spMkLst>
        </pc:spChg>
        <pc:spChg chg="add del mod">
          <ac:chgData name="손동범" userId="0f89198e-5fc9-4501-bc9d-662a7644151c" providerId="ADAL" clId="{49C6B6F1-B4F3-4A73-ADAA-FE6BDC092771}" dt="2023-09-17T13:59:00.667" v="677"/>
          <ac:spMkLst>
            <pc:docMk/>
            <pc:sldMk cId="3843915227" sldId="871"/>
            <ac:spMk id="63" creationId="{64E8CD37-E0DF-DA82-8705-9F182E1E43B8}"/>
          </ac:spMkLst>
        </pc:spChg>
        <pc:spChg chg="add del mod">
          <ac:chgData name="손동범" userId="0f89198e-5fc9-4501-bc9d-662a7644151c" providerId="ADAL" clId="{49C6B6F1-B4F3-4A73-ADAA-FE6BDC092771}" dt="2023-09-17T18:10:13.159" v="847" actId="478"/>
          <ac:spMkLst>
            <pc:docMk/>
            <pc:sldMk cId="3843915227" sldId="871"/>
            <ac:spMk id="1037" creationId="{DC66371A-D61E-0115-6BAC-8C97EDB79043}"/>
          </ac:spMkLst>
        </pc:spChg>
        <pc:spChg chg="add del mod">
          <ac:chgData name="손동범" userId="0f89198e-5fc9-4501-bc9d-662a7644151c" providerId="ADAL" clId="{49C6B6F1-B4F3-4A73-ADAA-FE6BDC092771}" dt="2023-09-17T18:09:55.971" v="812"/>
          <ac:spMkLst>
            <pc:docMk/>
            <pc:sldMk cId="3843915227" sldId="871"/>
            <ac:spMk id="1038" creationId="{3814EE48-6B81-8940-52DB-ACFB669A8F29}"/>
          </ac:spMkLst>
        </pc:spChg>
        <pc:spChg chg="add mod ord">
          <ac:chgData name="손동범" userId="0f89198e-5fc9-4501-bc9d-662a7644151c" providerId="ADAL" clId="{49C6B6F1-B4F3-4A73-ADAA-FE6BDC092771}" dt="2023-09-17T22:13:34.571" v="4766"/>
          <ac:spMkLst>
            <pc:docMk/>
            <pc:sldMk cId="3843915227" sldId="871"/>
            <ac:spMk id="1039" creationId="{04ACB65D-F57C-763E-6711-F127D7545B72}"/>
          </ac:spMkLst>
        </pc:spChg>
        <pc:spChg chg="add mod">
          <ac:chgData name="손동범" userId="0f89198e-5fc9-4501-bc9d-662a7644151c" providerId="ADAL" clId="{49C6B6F1-B4F3-4A73-ADAA-FE6BDC092771}" dt="2023-09-17T18:17:22.422" v="1449" actId="1076"/>
          <ac:spMkLst>
            <pc:docMk/>
            <pc:sldMk cId="3843915227" sldId="871"/>
            <ac:spMk id="1040" creationId="{2C9CABEC-0F7B-C857-F79E-274C1FB31D2C}"/>
          </ac:spMkLst>
        </pc:spChg>
        <pc:spChg chg="add mod">
          <ac:chgData name="손동범" userId="0f89198e-5fc9-4501-bc9d-662a7644151c" providerId="ADAL" clId="{49C6B6F1-B4F3-4A73-ADAA-FE6BDC092771}" dt="2023-09-17T21:00:34.827" v="3967" actId="1076"/>
          <ac:spMkLst>
            <pc:docMk/>
            <pc:sldMk cId="3843915227" sldId="871"/>
            <ac:spMk id="1043" creationId="{AEDAC9D5-E746-CCFC-4DC4-C1AD527E8874}"/>
          </ac:spMkLst>
        </pc:spChg>
        <pc:grpChg chg="add mod">
          <ac:chgData name="손동범" userId="0f89198e-5fc9-4501-bc9d-662a7644151c" providerId="ADAL" clId="{49C6B6F1-B4F3-4A73-ADAA-FE6BDC092771}" dt="2023-09-17T18:08:46.291" v="791" actId="164"/>
          <ac:grpSpMkLst>
            <pc:docMk/>
            <pc:sldMk cId="3843915227" sldId="871"/>
            <ac:grpSpMk id="1035" creationId="{A362F96C-CF62-1338-0FF9-0E295E9FDFC3}"/>
          </ac:grpSpMkLst>
        </pc:grpChg>
        <pc:grpChg chg="add del mod">
          <ac:chgData name="손동범" userId="0f89198e-5fc9-4501-bc9d-662a7644151c" providerId="ADAL" clId="{49C6B6F1-B4F3-4A73-ADAA-FE6BDC092771}" dt="2023-09-17T21:00:07.121" v="3953" actId="165"/>
          <ac:grpSpMkLst>
            <pc:docMk/>
            <pc:sldMk cId="3843915227" sldId="871"/>
            <ac:grpSpMk id="1036" creationId="{D8014260-616F-BDFA-68E6-370399297FC5}"/>
          </ac:grpSpMkLst>
        </pc:grpChg>
        <pc:picChg chg="add del mod">
          <ac:chgData name="손동범" userId="0f89198e-5fc9-4501-bc9d-662a7644151c" providerId="ADAL" clId="{49C6B6F1-B4F3-4A73-ADAA-FE6BDC092771}" dt="2023-09-17T13:51:36.218" v="426" actId="478"/>
          <ac:picMkLst>
            <pc:docMk/>
            <pc:sldMk cId="3843915227" sldId="871"/>
            <ac:picMk id="1026" creationId="{4C95795C-6035-2C39-079D-477B97F21592}"/>
          </ac:picMkLst>
        </pc:picChg>
        <pc:cxnChg chg="add del mod">
          <ac:chgData name="손동범" userId="0f89198e-5fc9-4501-bc9d-662a7644151c" providerId="ADAL" clId="{49C6B6F1-B4F3-4A73-ADAA-FE6BDC092771}" dt="2023-09-17T13:52:36.259" v="433" actId="11529"/>
          <ac:cxnSpMkLst>
            <pc:docMk/>
            <pc:sldMk cId="3843915227" sldId="871"/>
            <ac:cxnSpMk id="9" creationId="{F97B13C9-8377-BFCE-2A3D-E06DC916C384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12" creationId="{AE103B6D-CA14-9DCB-463D-E33990D497BC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14" creationId="{495D5815-74E0-9676-FB74-9C3B90FCE2E8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16" creationId="{53251957-0CCC-12BF-0792-9B7686B167DB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18" creationId="{AD769509-0316-7D25-6FF9-5CB723015BF2}"/>
          </ac:cxnSpMkLst>
        </pc:cxnChg>
        <pc:cxnChg chg="add mod topLvl">
          <ac:chgData name="손동범" userId="0f89198e-5fc9-4501-bc9d-662a7644151c" providerId="ADAL" clId="{49C6B6F1-B4F3-4A73-ADAA-FE6BDC092771}" dt="2023-09-17T21:00:18.069" v="3956" actId="1076"/>
          <ac:cxnSpMkLst>
            <pc:docMk/>
            <pc:sldMk cId="3843915227" sldId="871"/>
            <ac:cxnSpMk id="23" creationId="{4AEC98B3-B37D-766E-347F-C06957DEFF4B}"/>
          </ac:cxnSpMkLst>
        </pc:cxnChg>
        <pc:cxnChg chg="add mod topLvl">
          <ac:chgData name="손동범" userId="0f89198e-5fc9-4501-bc9d-662a7644151c" providerId="ADAL" clId="{49C6B6F1-B4F3-4A73-ADAA-FE6BDC092771}" dt="2023-09-17T21:00:18.069" v="3956" actId="1076"/>
          <ac:cxnSpMkLst>
            <pc:docMk/>
            <pc:sldMk cId="3843915227" sldId="871"/>
            <ac:cxnSpMk id="24" creationId="{37B774BA-E131-6A61-4926-60D8D741D44B}"/>
          </ac:cxnSpMkLst>
        </pc:cxnChg>
        <pc:cxnChg chg="add mod topLvl">
          <ac:chgData name="손동범" userId="0f89198e-5fc9-4501-bc9d-662a7644151c" providerId="ADAL" clId="{49C6B6F1-B4F3-4A73-ADAA-FE6BDC092771}" dt="2023-09-17T21:00:18.069" v="3956" actId="1076"/>
          <ac:cxnSpMkLst>
            <pc:docMk/>
            <pc:sldMk cId="3843915227" sldId="871"/>
            <ac:cxnSpMk id="25" creationId="{4EFB3B23-2024-E241-3E64-AC06F64DF363}"/>
          </ac:cxnSpMkLst>
        </pc:cxnChg>
        <pc:cxnChg chg="add mod topLvl">
          <ac:chgData name="손동범" userId="0f89198e-5fc9-4501-bc9d-662a7644151c" providerId="ADAL" clId="{49C6B6F1-B4F3-4A73-ADAA-FE6BDC092771}" dt="2023-09-17T21:00:18.069" v="3956" actId="1076"/>
          <ac:cxnSpMkLst>
            <pc:docMk/>
            <pc:sldMk cId="3843915227" sldId="871"/>
            <ac:cxnSpMk id="26" creationId="{E98BBA2D-6F50-6CC1-0F16-D9E84ACA5BC5}"/>
          </ac:cxnSpMkLst>
        </pc:cxnChg>
        <pc:cxnChg chg="add del mod">
          <ac:chgData name="손동범" userId="0f89198e-5fc9-4501-bc9d-662a7644151c" providerId="ADAL" clId="{49C6B6F1-B4F3-4A73-ADAA-FE6BDC092771}" dt="2023-09-17T20:59:41.781" v="3949" actId="478"/>
          <ac:cxnSpMkLst>
            <pc:docMk/>
            <pc:sldMk cId="3843915227" sldId="871"/>
            <ac:cxnSpMk id="31" creationId="{0FBC451B-1924-EAF1-0A40-1D982B6EB5B3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36" creationId="{37F44401-0D8D-9473-1CE1-61AD0FDC762D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38" creationId="{78CC7FB0-0EBE-9C15-589D-8C1A2C11D2C6}"/>
          </ac:cxnSpMkLst>
        </pc:cxnChg>
        <pc:cxnChg chg="add del">
          <ac:chgData name="손동범" userId="0f89198e-5fc9-4501-bc9d-662a7644151c" providerId="ADAL" clId="{49C6B6F1-B4F3-4A73-ADAA-FE6BDC092771}" dt="2023-09-17T13:56:03.984" v="528" actId="11529"/>
          <ac:cxnSpMkLst>
            <pc:docMk/>
            <pc:sldMk cId="3843915227" sldId="871"/>
            <ac:cxnSpMk id="40" creationId="{4E9F1772-802E-A37B-BCFF-7F675C9D00E7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42" creationId="{F158B829-7E53-61CB-FE0F-51621E986896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44" creationId="{ACAE05F7-96BE-1D5E-1D7B-AB22F4587EF4}"/>
          </ac:cxnSpMkLst>
        </pc:cxnChg>
        <pc:cxnChg chg="add mod topLvl">
          <ac:chgData name="손동범" userId="0f89198e-5fc9-4501-bc9d-662a7644151c" providerId="ADAL" clId="{49C6B6F1-B4F3-4A73-ADAA-FE6BDC092771}" dt="2023-09-17T21:00:14.804" v="3955" actId="1076"/>
          <ac:cxnSpMkLst>
            <pc:docMk/>
            <pc:sldMk cId="3843915227" sldId="871"/>
            <ac:cxnSpMk id="46" creationId="{82BF0FC4-A346-2254-C101-71D834882E97}"/>
          </ac:cxnSpMkLst>
        </pc:cxnChg>
        <pc:cxnChg chg="add del mod">
          <ac:chgData name="손동범" userId="0f89198e-5fc9-4501-bc9d-662a7644151c" providerId="ADAL" clId="{49C6B6F1-B4F3-4A73-ADAA-FE6BDC092771}" dt="2023-09-17T13:56:37.690" v="538" actId="478"/>
          <ac:cxnSpMkLst>
            <pc:docMk/>
            <pc:sldMk cId="3843915227" sldId="871"/>
            <ac:cxnSpMk id="49" creationId="{ADF49F1B-814F-FB13-1A49-2F93D5D97DDE}"/>
          </ac:cxnSpMkLst>
        </pc:cxnChg>
        <pc:cxnChg chg="add">
          <ac:chgData name="손동범" userId="0f89198e-5fc9-4501-bc9d-662a7644151c" providerId="ADAL" clId="{49C6B6F1-B4F3-4A73-ADAA-FE6BDC092771}" dt="2023-09-17T21:00:26.402" v="3957" actId="11529"/>
          <ac:cxnSpMkLst>
            <pc:docMk/>
            <pc:sldMk cId="3843915227" sldId="871"/>
            <ac:cxnSpMk id="1042" creationId="{62577B6D-0A23-8029-A508-A13286E4B291}"/>
          </ac:cxnSpMkLst>
        </pc:cxnChg>
      </pc:sldChg>
      <pc:sldChg chg="addSp delSp modSp add mod">
        <pc:chgData name="손동범" userId="0f89198e-5fc9-4501-bc9d-662a7644151c" providerId="ADAL" clId="{49C6B6F1-B4F3-4A73-ADAA-FE6BDC092771}" dt="2023-09-17T21:22:21.124" v="4468" actId="20577"/>
        <pc:sldMkLst>
          <pc:docMk/>
          <pc:sldMk cId="604870996" sldId="872"/>
        </pc:sldMkLst>
        <pc:spChg chg="add mod">
          <ac:chgData name="손동범" userId="0f89198e-5fc9-4501-bc9d-662a7644151c" providerId="ADAL" clId="{49C6B6F1-B4F3-4A73-ADAA-FE6BDC092771}" dt="2023-09-17T21:00:45.325" v="3970" actId="1076"/>
          <ac:spMkLst>
            <pc:docMk/>
            <pc:sldMk cId="604870996" sldId="872"/>
            <ac:spMk id="2" creationId="{93ADEC6A-F82A-7F5F-4493-6B02F275AA5C}"/>
          </ac:spMkLst>
        </pc:spChg>
        <pc:spChg chg="del mod topLvl">
          <ac:chgData name="손동범" userId="0f89198e-5fc9-4501-bc9d-662a7644151c" providerId="ADAL" clId="{49C6B6F1-B4F3-4A73-ADAA-FE6BDC092771}" dt="2023-09-17T20:59:08.728" v="3929" actId="478"/>
          <ac:spMkLst>
            <pc:docMk/>
            <pc:sldMk cId="604870996" sldId="872"/>
            <ac:spMk id="6" creationId="{727CD91A-D9B5-E176-6232-0C877EBACD65}"/>
          </ac:spMkLst>
        </pc:spChg>
        <pc:spChg chg="mod">
          <ac:chgData name="손동범" userId="0f89198e-5fc9-4501-bc9d-662a7644151c" providerId="ADAL" clId="{49C6B6F1-B4F3-4A73-ADAA-FE6BDC092771}" dt="2023-09-17T20:58:40.487" v="3928" actId="20577"/>
          <ac:spMkLst>
            <pc:docMk/>
            <pc:sldMk cId="604870996" sldId="872"/>
            <ac:spMk id="7" creationId="{749E2EA3-BFA1-3338-4B98-88D54DD128C1}"/>
          </ac:spMkLst>
        </pc:spChg>
        <pc:spChg chg="add mod">
          <ac:chgData name="손동범" userId="0f89198e-5fc9-4501-bc9d-662a7644151c" providerId="ADAL" clId="{49C6B6F1-B4F3-4A73-ADAA-FE6BDC092771}" dt="2023-09-17T21:00:45.325" v="3970" actId="1076"/>
          <ac:spMkLst>
            <pc:docMk/>
            <pc:sldMk cId="604870996" sldId="872"/>
            <ac:spMk id="10" creationId="{732CDC52-46D6-169B-7CDE-5EF54ECDF5E7}"/>
          </ac:spMkLst>
        </pc:spChg>
        <pc:spChg chg="add mod">
          <ac:chgData name="손동범" userId="0f89198e-5fc9-4501-bc9d-662a7644151c" providerId="ADAL" clId="{49C6B6F1-B4F3-4A73-ADAA-FE6BDC092771}" dt="2023-09-17T21:00:45.325" v="3970" actId="1076"/>
          <ac:spMkLst>
            <pc:docMk/>
            <pc:sldMk cId="604870996" sldId="872"/>
            <ac:spMk id="11" creationId="{C2426805-EEBE-BE3E-FEE3-F476FDF2040D}"/>
          </ac:spMkLst>
        </pc:spChg>
        <pc:spChg chg="add mod">
          <ac:chgData name="손동범" userId="0f89198e-5fc9-4501-bc9d-662a7644151c" providerId="ADAL" clId="{49C6B6F1-B4F3-4A73-ADAA-FE6BDC092771}" dt="2023-09-17T21:00:45.325" v="3970" actId="1076"/>
          <ac:spMkLst>
            <pc:docMk/>
            <pc:sldMk cId="604870996" sldId="872"/>
            <ac:spMk id="13" creationId="{B0C9146A-1BE5-3375-630C-CD656DB35FDB}"/>
          </ac:spMkLst>
        </pc:spChg>
        <pc:spChg chg="add mod">
          <ac:chgData name="손동범" userId="0f89198e-5fc9-4501-bc9d-662a7644151c" providerId="ADAL" clId="{49C6B6F1-B4F3-4A73-ADAA-FE6BDC092771}" dt="2023-09-17T21:04:53.381" v="4137"/>
          <ac:spMkLst>
            <pc:docMk/>
            <pc:sldMk cId="604870996" sldId="872"/>
            <ac:spMk id="15" creationId="{F392D304-1D43-185F-BB9F-9BF9CAC23707}"/>
          </ac:spMkLst>
        </pc:spChg>
        <pc:spChg chg="del mod topLvl">
          <ac:chgData name="손동범" userId="0f89198e-5fc9-4501-bc9d-662a7644151c" providerId="ADAL" clId="{49C6B6F1-B4F3-4A73-ADAA-FE6BDC092771}" dt="2023-09-17T20:59:08.728" v="3929" actId="478"/>
          <ac:spMkLst>
            <pc:docMk/>
            <pc:sldMk cId="604870996" sldId="872"/>
            <ac:spMk id="19" creationId="{CA143FE7-A632-7784-DF7D-5A173A65FADA}"/>
          </ac:spMkLst>
        </pc:spChg>
        <pc:spChg chg="del mod topLvl">
          <ac:chgData name="손동범" userId="0f89198e-5fc9-4501-bc9d-662a7644151c" providerId="ADAL" clId="{49C6B6F1-B4F3-4A73-ADAA-FE6BDC092771}" dt="2023-09-17T20:59:08.728" v="3929" actId="478"/>
          <ac:spMkLst>
            <pc:docMk/>
            <pc:sldMk cId="604870996" sldId="872"/>
            <ac:spMk id="20" creationId="{CBDF4DD3-79DF-EB13-F0D2-02AF425E4329}"/>
          </ac:spMkLst>
        </pc:spChg>
        <pc:spChg chg="del mod topLvl">
          <ac:chgData name="손동범" userId="0f89198e-5fc9-4501-bc9d-662a7644151c" providerId="ADAL" clId="{49C6B6F1-B4F3-4A73-ADAA-FE6BDC092771}" dt="2023-09-17T20:59:08.728" v="3929" actId="478"/>
          <ac:spMkLst>
            <pc:docMk/>
            <pc:sldMk cId="604870996" sldId="872"/>
            <ac:spMk id="21" creationId="{7A15E5D1-554A-0E1F-797D-DC74D9AB467E}"/>
          </ac:spMkLst>
        </pc:spChg>
        <pc:spChg chg="mod topLvl">
          <ac:chgData name="손동범" userId="0f89198e-5fc9-4501-bc9d-662a7644151c" providerId="ADAL" clId="{49C6B6F1-B4F3-4A73-ADAA-FE6BDC092771}" dt="2023-09-17T21:00:42.746" v="3968" actId="1076"/>
          <ac:spMkLst>
            <pc:docMk/>
            <pc:sldMk cId="604870996" sldId="872"/>
            <ac:spMk id="22" creationId="{DAD24F34-2414-DBE9-D235-53DEB238EFA0}"/>
          </ac:spMkLst>
        </pc:spChg>
        <pc:spChg chg="mod topLvl">
          <ac:chgData name="손동범" userId="0f89198e-5fc9-4501-bc9d-662a7644151c" providerId="ADAL" clId="{49C6B6F1-B4F3-4A73-ADAA-FE6BDC092771}" dt="2023-09-17T21:00:42.746" v="3968" actId="1076"/>
          <ac:spMkLst>
            <pc:docMk/>
            <pc:sldMk cId="604870996" sldId="872"/>
            <ac:spMk id="27" creationId="{B3BAE3ED-38EE-6E73-DE4D-778C7D342379}"/>
          </ac:spMkLst>
        </pc:spChg>
        <pc:spChg chg="mod topLvl">
          <ac:chgData name="손동범" userId="0f89198e-5fc9-4501-bc9d-662a7644151c" providerId="ADAL" clId="{49C6B6F1-B4F3-4A73-ADAA-FE6BDC092771}" dt="2023-09-17T21:00:42.746" v="3968" actId="1076"/>
          <ac:spMkLst>
            <pc:docMk/>
            <pc:sldMk cId="604870996" sldId="872"/>
            <ac:spMk id="28" creationId="{526CAC32-0E86-DBF1-F991-01CE0365DB18}"/>
          </ac:spMkLst>
        </pc:spChg>
        <pc:spChg chg="mod topLvl">
          <ac:chgData name="손동범" userId="0f89198e-5fc9-4501-bc9d-662a7644151c" providerId="ADAL" clId="{49C6B6F1-B4F3-4A73-ADAA-FE6BDC092771}" dt="2023-09-17T21:00:42.746" v="3968" actId="1076"/>
          <ac:spMkLst>
            <pc:docMk/>
            <pc:sldMk cId="604870996" sldId="872"/>
            <ac:spMk id="29" creationId="{C45F40B5-16B9-0EA9-AB91-52DB468DD508}"/>
          </ac:spMkLst>
        </pc:spChg>
        <pc:spChg chg="add del mod">
          <ac:chgData name="손동범" userId="0f89198e-5fc9-4501-bc9d-662a7644151c" providerId="ADAL" clId="{49C6B6F1-B4F3-4A73-ADAA-FE6BDC092771}" dt="2023-09-17T21:09:55.959" v="4336"/>
          <ac:spMkLst>
            <pc:docMk/>
            <pc:sldMk cId="604870996" sldId="872"/>
            <ac:spMk id="30" creationId="{CDA92CFF-5B42-F436-64B5-1A14D5F27C1E}"/>
          </ac:spMkLst>
        </pc:spChg>
        <pc:spChg chg="mod topLvl">
          <ac:chgData name="손동범" userId="0f89198e-5fc9-4501-bc9d-662a7644151c" providerId="ADAL" clId="{49C6B6F1-B4F3-4A73-ADAA-FE6BDC092771}" dt="2023-09-17T18:09:12.153" v="795" actId="165"/>
          <ac:spMkLst>
            <pc:docMk/>
            <pc:sldMk cId="604870996" sldId="872"/>
            <ac:spMk id="32" creationId="{6555A4BC-DB9A-3A53-6D16-DCD1E2342B43}"/>
          </ac:spMkLst>
        </pc:spChg>
        <pc:spChg chg="mod">
          <ac:chgData name="손동범" userId="0f89198e-5fc9-4501-bc9d-662a7644151c" providerId="ADAL" clId="{49C6B6F1-B4F3-4A73-ADAA-FE6BDC092771}" dt="2023-09-17T21:22:21.124" v="4468" actId="20577"/>
          <ac:spMkLst>
            <pc:docMk/>
            <pc:sldMk cId="604870996" sldId="872"/>
            <ac:spMk id="33" creationId="{99E81C36-D324-1C2C-1559-C9A7C324F0D1}"/>
          </ac:spMkLst>
        </pc:spChg>
        <pc:spChg chg="del mod topLvl">
          <ac:chgData name="손동범" userId="0f89198e-5fc9-4501-bc9d-662a7644151c" providerId="ADAL" clId="{49C6B6F1-B4F3-4A73-ADAA-FE6BDC092771}" dt="2023-09-17T20:59:08.728" v="3929" actId="478"/>
          <ac:spMkLst>
            <pc:docMk/>
            <pc:sldMk cId="604870996" sldId="872"/>
            <ac:spMk id="51" creationId="{739A4508-5AF6-4656-828B-2139D43C85C5}"/>
          </ac:spMkLst>
        </pc:spChg>
        <pc:spChg chg="del mod topLvl">
          <ac:chgData name="손동범" userId="0f89198e-5fc9-4501-bc9d-662a7644151c" providerId="ADAL" clId="{49C6B6F1-B4F3-4A73-ADAA-FE6BDC092771}" dt="2023-09-17T20:59:08.728" v="3929" actId="478"/>
          <ac:spMkLst>
            <pc:docMk/>
            <pc:sldMk cId="604870996" sldId="872"/>
            <ac:spMk id="52" creationId="{4346D796-BFA3-170F-9F17-78E371E86001}"/>
          </ac:spMkLst>
        </pc:spChg>
        <pc:grpChg chg="del">
          <ac:chgData name="손동범" userId="0f89198e-5fc9-4501-bc9d-662a7644151c" providerId="ADAL" clId="{49C6B6F1-B4F3-4A73-ADAA-FE6BDC092771}" dt="2023-09-17T18:09:12.153" v="795" actId="165"/>
          <ac:grpSpMkLst>
            <pc:docMk/>
            <pc:sldMk cId="604870996" sldId="872"/>
            <ac:grpSpMk id="1036" creationId="{D8014260-616F-BDFA-68E6-370399297FC5}"/>
          </ac:grpSpMkLst>
        </pc:grpChg>
        <pc:graphicFrameChg chg="add del mod modGraphic">
          <ac:chgData name="손동범" userId="0f89198e-5fc9-4501-bc9d-662a7644151c" providerId="ADAL" clId="{49C6B6F1-B4F3-4A73-ADAA-FE6BDC092771}" dt="2023-09-17T21:22:11.876" v="4420" actId="478"/>
          <ac:graphicFrameMkLst>
            <pc:docMk/>
            <pc:sldMk cId="604870996" sldId="872"/>
            <ac:graphicFrameMk id="34" creationId="{E2059755-2E37-895E-F10A-B9AC268D24BA}"/>
          </ac:graphicFrameMkLst>
        </pc:graphicFrameChg>
        <pc:cxnChg chg="add mod">
          <ac:chgData name="손동범" userId="0f89198e-5fc9-4501-bc9d-662a7644151c" providerId="ADAL" clId="{49C6B6F1-B4F3-4A73-ADAA-FE6BDC092771}" dt="2023-09-17T21:00:45.325" v="3970" actId="1076"/>
          <ac:cxnSpMkLst>
            <pc:docMk/>
            <pc:sldMk cId="604870996" sldId="872"/>
            <ac:cxnSpMk id="3" creationId="{1985FC84-DF66-FAF2-57F1-D9F1B34D1014}"/>
          </ac:cxnSpMkLst>
        </pc:cxnChg>
        <pc:cxnChg chg="add mod">
          <ac:chgData name="손동범" userId="0f89198e-5fc9-4501-bc9d-662a7644151c" providerId="ADAL" clId="{49C6B6F1-B4F3-4A73-ADAA-FE6BDC092771}" dt="2023-09-17T21:00:45.325" v="3970" actId="1076"/>
          <ac:cxnSpMkLst>
            <pc:docMk/>
            <pc:sldMk cId="604870996" sldId="872"/>
            <ac:cxnSpMk id="5" creationId="{7F512B11-874D-271C-E102-C0FE7605CB62}"/>
          </ac:cxnSpMkLst>
        </pc:cxnChg>
        <pc:cxnChg chg="add mod">
          <ac:chgData name="손동범" userId="0f89198e-5fc9-4501-bc9d-662a7644151c" providerId="ADAL" clId="{49C6B6F1-B4F3-4A73-ADAA-FE6BDC092771}" dt="2023-09-17T21:00:45.325" v="3970" actId="1076"/>
          <ac:cxnSpMkLst>
            <pc:docMk/>
            <pc:sldMk cId="604870996" sldId="872"/>
            <ac:cxnSpMk id="8" creationId="{B6FBE16C-2C1B-8744-3E43-E8AB0F6E6E74}"/>
          </ac:cxnSpMkLst>
        </pc:cxnChg>
        <pc:cxnChg chg="add mod">
          <ac:chgData name="손동범" userId="0f89198e-5fc9-4501-bc9d-662a7644151c" providerId="ADAL" clId="{49C6B6F1-B4F3-4A73-ADAA-FE6BDC092771}" dt="2023-09-17T21:00:45.325" v="3970" actId="1076"/>
          <ac:cxnSpMkLst>
            <pc:docMk/>
            <pc:sldMk cId="604870996" sldId="872"/>
            <ac:cxnSpMk id="9" creationId="{7005A2B0-9145-8272-9783-9A04D74413D0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12" creationId="{AE103B6D-CA14-9DCB-463D-E33990D497BC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14" creationId="{495D5815-74E0-9676-FB74-9C3B90FCE2E8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16" creationId="{53251957-0CCC-12BF-0792-9B7686B167DB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18" creationId="{AD769509-0316-7D25-6FF9-5CB723015BF2}"/>
          </ac:cxnSpMkLst>
        </pc:cxnChg>
        <pc:cxnChg chg="mod topLvl">
          <ac:chgData name="손동범" userId="0f89198e-5fc9-4501-bc9d-662a7644151c" providerId="ADAL" clId="{49C6B6F1-B4F3-4A73-ADAA-FE6BDC092771}" dt="2023-09-17T21:00:42.746" v="3968" actId="1076"/>
          <ac:cxnSpMkLst>
            <pc:docMk/>
            <pc:sldMk cId="604870996" sldId="872"/>
            <ac:cxnSpMk id="23" creationId="{4AEC98B3-B37D-766E-347F-C06957DEFF4B}"/>
          </ac:cxnSpMkLst>
        </pc:cxnChg>
        <pc:cxnChg chg="mod topLvl">
          <ac:chgData name="손동범" userId="0f89198e-5fc9-4501-bc9d-662a7644151c" providerId="ADAL" clId="{49C6B6F1-B4F3-4A73-ADAA-FE6BDC092771}" dt="2023-09-17T21:00:42.746" v="3968" actId="1076"/>
          <ac:cxnSpMkLst>
            <pc:docMk/>
            <pc:sldMk cId="604870996" sldId="872"/>
            <ac:cxnSpMk id="24" creationId="{37B774BA-E131-6A61-4926-60D8D741D44B}"/>
          </ac:cxnSpMkLst>
        </pc:cxnChg>
        <pc:cxnChg chg="mod topLvl">
          <ac:chgData name="손동범" userId="0f89198e-5fc9-4501-bc9d-662a7644151c" providerId="ADAL" clId="{49C6B6F1-B4F3-4A73-ADAA-FE6BDC092771}" dt="2023-09-17T21:00:42.746" v="3968" actId="1076"/>
          <ac:cxnSpMkLst>
            <pc:docMk/>
            <pc:sldMk cId="604870996" sldId="872"/>
            <ac:cxnSpMk id="25" creationId="{4EFB3B23-2024-E241-3E64-AC06F64DF363}"/>
          </ac:cxnSpMkLst>
        </pc:cxnChg>
        <pc:cxnChg chg="mod topLvl">
          <ac:chgData name="손동범" userId="0f89198e-5fc9-4501-bc9d-662a7644151c" providerId="ADAL" clId="{49C6B6F1-B4F3-4A73-ADAA-FE6BDC092771}" dt="2023-09-17T21:00:42.746" v="3968" actId="1076"/>
          <ac:cxnSpMkLst>
            <pc:docMk/>
            <pc:sldMk cId="604870996" sldId="872"/>
            <ac:cxnSpMk id="26" creationId="{E98BBA2D-6F50-6CC1-0F16-D9E84ACA5BC5}"/>
          </ac:cxnSpMkLst>
        </pc:cxnChg>
        <pc:cxnChg chg="mod topLvl">
          <ac:chgData name="손동범" userId="0f89198e-5fc9-4501-bc9d-662a7644151c" providerId="ADAL" clId="{49C6B6F1-B4F3-4A73-ADAA-FE6BDC092771}" dt="2023-09-17T18:09:12.153" v="795" actId="165"/>
          <ac:cxnSpMkLst>
            <pc:docMk/>
            <pc:sldMk cId="604870996" sldId="872"/>
            <ac:cxnSpMk id="31" creationId="{0FBC451B-1924-EAF1-0A40-1D982B6EB5B3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36" creationId="{37F44401-0D8D-9473-1CE1-61AD0FDC762D}"/>
          </ac:cxnSpMkLst>
        </pc:cxnChg>
        <pc:cxnChg chg="add del mod">
          <ac:chgData name="손동범" userId="0f89198e-5fc9-4501-bc9d-662a7644151c" providerId="ADAL" clId="{49C6B6F1-B4F3-4A73-ADAA-FE6BDC092771}" dt="2023-09-17T21:22:12.673" v="4421" actId="478"/>
          <ac:cxnSpMkLst>
            <pc:docMk/>
            <pc:sldMk cId="604870996" sldId="872"/>
            <ac:cxnSpMk id="37" creationId="{D75EA1BD-EADF-D088-A580-EE7F601F95BB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38" creationId="{78CC7FB0-0EBE-9C15-589D-8C1A2C11D2C6}"/>
          </ac:cxnSpMkLst>
        </pc:cxnChg>
        <pc:cxnChg chg="add del mod">
          <ac:chgData name="손동범" userId="0f89198e-5fc9-4501-bc9d-662a7644151c" providerId="ADAL" clId="{49C6B6F1-B4F3-4A73-ADAA-FE6BDC092771}" dt="2023-09-17T21:22:10.416" v="4419" actId="478"/>
          <ac:cxnSpMkLst>
            <pc:docMk/>
            <pc:sldMk cId="604870996" sldId="872"/>
            <ac:cxnSpMk id="39" creationId="{8F8D489B-45F4-1F77-8538-33CD12C054A4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42" creationId="{F158B829-7E53-61CB-FE0F-51621E986896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44" creationId="{ACAE05F7-96BE-1D5E-1D7B-AB22F4587EF4}"/>
          </ac:cxnSpMkLst>
        </pc:cxnChg>
        <pc:cxnChg chg="del mod topLvl">
          <ac:chgData name="손동범" userId="0f89198e-5fc9-4501-bc9d-662a7644151c" providerId="ADAL" clId="{49C6B6F1-B4F3-4A73-ADAA-FE6BDC092771}" dt="2023-09-17T20:59:08.728" v="3929" actId="478"/>
          <ac:cxnSpMkLst>
            <pc:docMk/>
            <pc:sldMk cId="604870996" sldId="872"/>
            <ac:cxnSpMk id="46" creationId="{82BF0FC4-A346-2254-C101-71D834882E97}"/>
          </ac:cxnSpMkLst>
        </pc:cxnChg>
      </pc:sldChg>
      <pc:sldChg chg="addSp delSp modSp add mod">
        <pc:chgData name="손동범" userId="0f89198e-5fc9-4501-bc9d-662a7644151c" providerId="ADAL" clId="{49C6B6F1-B4F3-4A73-ADAA-FE6BDC092771}" dt="2023-09-17T22:55:56.627" v="5653" actId="5793"/>
        <pc:sldMkLst>
          <pc:docMk/>
          <pc:sldMk cId="777621792" sldId="873"/>
        </pc:sldMkLst>
        <pc:spChg chg="add del mod">
          <ac:chgData name="손동범" userId="0f89198e-5fc9-4501-bc9d-662a7644151c" providerId="ADAL" clId="{49C6B6F1-B4F3-4A73-ADAA-FE6BDC092771}" dt="2023-09-17T18:12:01.212" v="1205" actId="478"/>
          <ac:spMkLst>
            <pc:docMk/>
            <pc:sldMk cId="777621792" sldId="873"/>
            <ac:spMk id="3" creationId="{14003E98-9D45-8900-4EE7-5BFC0AA83D6E}"/>
          </ac:spMkLst>
        </pc:spChg>
        <pc:spChg chg="del mod topLvl">
          <ac:chgData name="손동범" userId="0f89198e-5fc9-4501-bc9d-662a7644151c" providerId="ADAL" clId="{49C6B6F1-B4F3-4A73-ADAA-FE6BDC092771}" dt="2023-09-17T18:13:00.681" v="1229" actId="478"/>
          <ac:spMkLst>
            <pc:docMk/>
            <pc:sldMk cId="777621792" sldId="873"/>
            <ac:spMk id="6" creationId="{727CD91A-D9B5-E176-6232-0C877EBACD65}"/>
          </ac:spMkLst>
        </pc:spChg>
        <pc:spChg chg="mod">
          <ac:chgData name="손동범" userId="0f89198e-5fc9-4501-bc9d-662a7644151c" providerId="ADAL" clId="{49C6B6F1-B4F3-4A73-ADAA-FE6BDC092771}" dt="2023-09-17T18:18:41.528" v="1617" actId="1076"/>
          <ac:spMkLst>
            <pc:docMk/>
            <pc:sldMk cId="777621792" sldId="873"/>
            <ac:spMk id="7" creationId="{749E2EA3-BFA1-3338-4B98-88D54DD128C1}"/>
          </ac:spMkLst>
        </pc:spChg>
        <pc:spChg chg="add mod ord">
          <ac:chgData name="손동범" userId="0f89198e-5fc9-4501-bc9d-662a7644151c" providerId="ADAL" clId="{49C6B6F1-B4F3-4A73-ADAA-FE6BDC092771}" dt="2023-09-17T22:55:56.627" v="5653" actId="5793"/>
          <ac:spMkLst>
            <pc:docMk/>
            <pc:sldMk cId="777621792" sldId="873"/>
            <ac:spMk id="11" creationId="{3B075E0E-1AB1-8E02-EEB2-77BE5ECAA427}"/>
          </ac:spMkLst>
        </pc:spChg>
        <pc:spChg chg="del mod topLvl">
          <ac:chgData name="손동범" userId="0f89198e-5fc9-4501-bc9d-662a7644151c" providerId="ADAL" clId="{49C6B6F1-B4F3-4A73-ADAA-FE6BDC092771}" dt="2023-09-17T18:13:00.681" v="1229" actId="478"/>
          <ac:spMkLst>
            <pc:docMk/>
            <pc:sldMk cId="777621792" sldId="873"/>
            <ac:spMk id="19" creationId="{CA143FE7-A632-7784-DF7D-5A173A65FADA}"/>
          </ac:spMkLst>
        </pc:spChg>
        <pc:spChg chg="del mod topLvl">
          <ac:chgData name="손동범" userId="0f89198e-5fc9-4501-bc9d-662a7644151c" providerId="ADAL" clId="{49C6B6F1-B4F3-4A73-ADAA-FE6BDC092771}" dt="2023-09-17T18:13:00.681" v="1229" actId="478"/>
          <ac:spMkLst>
            <pc:docMk/>
            <pc:sldMk cId="777621792" sldId="873"/>
            <ac:spMk id="20" creationId="{CBDF4DD3-79DF-EB13-F0D2-02AF425E4329}"/>
          </ac:spMkLst>
        </pc:spChg>
        <pc:spChg chg="del mod topLvl">
          <ac:chgData name="손동범" userId="0f89198e-5fc9-4501-bc9d-662a7644151c" providerId="ADAL" clId="{49C6B6F1-B4F3-4A73-ADAA-FE6BDC092771}" dt="2023-09-17T18:13:00.681" v="1229" actId="478"/>
          <ac:spMkLst>
            <pc:docMk/>
            <pc:sldMk cId="777621792" sldId="873"/>
            <ac:spMk id="21" creationId="{7A15E5D1-554A-0E1F-797D-DC74D9AB467E}"/>
          </ac:spMkLst>
        </pc:spChg>
        <pc:spChg chg="mod topLvl">
          <ac:chgData name="손동범" userId="0f89198e-5fc9-4501-bc9d-662a7644151c" providerId="ADAL" clId="{49C6B6F1-B4F3-4A73-ADAA-FE6BDC092771}" dt="2023-09-17T19:28:58.199" v="2870" actId="1076"/>
          <ac:spMkLst>
            <pc:docMk/>
            <pc:sldMk cId="777621792" sldId="873"/>
            <ac:spMk id="22" creationId="{DAD24F34-2414-DBE9-D235-53DEB238EFA0}"/>
          </ac:spMkLst>
        </pc:spChg>
        <pc:spChg chg="mod topLvl">
          <ac:chgData name="손동범" userId="0f89198e-5fc9-4501-bc9d-662a7644151c" providerId="ADAL" clId="{49C6B6F1-B4F3-4A73-ADAA-FE6BDC092771}" dt="2023-09-17T22:21:48.246" v="4876" actId="1076"/>
          <ac:spMkLst>
            <pc:docMk/>
            <pc:sldMk cId="777621792" sldId="873"/>
            <ac:spMk id="27" creationId="{B3BAE3ED-38EE-6E73-DE4D-778C7D342379}"/>
          </ac:spMkLst>
        </pc:spChg>
        <pc:spChg chg="mod topLvl">
          <ac:chgData name="손동범" userId="0f89198e-5fc9-4501-bc9d-662a7644151c" providerId="ADAL" clId="{49C6B6F1-B4F3-4A73-ADAA-FE6BDC092771}" dt="2023-09-17T22:13:40.625" v="4768" actId="20577"/>
          <ac:spMkLst>
            <pc:docMk/>
            <pc:sldMk cId="777621792" sldId="873"/>
            <ac:spMk id="28" creationId="{526CAC32-0E86-DBF1-F991-01CE0365DB18}"/>
          </ac:spMkLst>
        </pc:spChg>
        <pc:spChg chg="mod topLvl">
          <ac:chgData name="손동범" userId="0f89198e-5fc9-4501-bc9d-662a7644151c" providerId="ADAL" clId="{49C6B6F1-B4F3-4A73-ADAA-FE6BDC092771}" dt="2023-09-17T19:28:58.199" v="2870" actId="1076"/>
          <ac:spMkLst>
            <pc:docMk/>
            <pc:sldMk cId="777621792" sldId="873"/>
            <ac:spMk id="29" creationId="{C45F40B5-16B9-0EA9-AB91-52DB468DD508}"/>
          </ac:spMkLst>
        </pc:spChg>
        <pc:spChg chg="del mod topLvl">
          <ac:chgData name="손동범" userId="0f89198e-5fc9-4501-bc9d-662a7644151c" providerId="ADAL" clId="{49C6B6F1-B4F3-4A73-ADAA-FE6BDC092771}" dt="2023-09-17T18:36:07.546" v="1747" actId="478"/>
          <ac:spMkLst>
            <pc:docMk/>
            <pc:sldMk cId="777621792" sldId="873"/>
            <ac:spMk id="32" creationId="{6555A4BC-DB9A-3A53-6D16-DCD1E2342B43}"/>
          </ac:spMkLst>
        </pc:spChg>
        <pc:spChg chg="mod">
          <ac:chgData name="손동범" userId="0f89198e-5fc9-4501-bc9d-662a7644151c" providerId="ADAL" clId="{49C6B6F1-B4F3-4A73-ADAA-FE6BDC092771}" dt="2023-09-17T22:14:24.458" v="4783" actId="20577"/>
          <ac:spMkLst>
            <pc:docMk/>
            <pc:sldMk cId="777621792" sldId="873"/>
            <ac:spMk id="33" creationId="{99E81C36-D324-1C2C-1559-C9A7C324F0D1}"/>
          </ac:spMkLst>
        </pc:spChg>
        <pc:spChg chg="add mod">
          <ac:chgData name="손동범" userId="0f89198e-5fc9-4501-bc9d-662a7644151c" providerId="ADAL" clId="{49C6B6F1-B4F3-4A73-ADAA-FE6BDC092771}" dt="2023-09-17T19:28:58.199" v="2870" actId="1076"/>
          <ac:spMkLst>
            <pc:docMk/>
            <pc:sldMk cId="777621792" sldId="873"/>
            <ac:spMk id="43" creationId="{753314F2-A580-B579-8910-93E4EDF9C6BB}"/>
          </ac:spMkLst>
        </pc:spChg>
        <pc:spChg chg="add del mod">
          <ac:chgData name="손동범" userId="0f89198e-5fc9-4501-bc9d-662a7644151c" providerId="ADAL" clId="{49C6B6F1-B4F3-4A73-ADAA-FE6BDC092771}" dt="2023-09-17T19:24:11.759" v="2587" actId="478"/>
          <ac:spMkLst>
            <pc:docMk/>
            <pc:sldMk cId="777621792" sldId="873"/>
            <ac:spMk id="48" creationId="{F6B027DD-8299-1188-046E-B1B1A2EE1935}"/>
          </ac:spMkLst>
        </pc:spChg>
        <pc:spChg chg="del mod topLvl">
          <ac:chgData name="손동범" userId="0f89198e-5fc9-4501-bc9d-662a7644151c" providerId="ADAL" clId="{49C6B6F1-B4F3-4A73-ADAA-FE6BDC092771}" dt="2023-09-17T18:13:00.681" v="1229" actId="478"/>
          <ac:spMkLst>
            <pc:docMk/>
            <pc:sldMk cId="777621792" sldId="873"/>
            <ac:spMk id="51" creationId="{739A4508-5AF6-4656-828B-2139D43C85C5}"/>
          </ac:spMkLst>
        </pc:spChg>
        <pc:spChg chg="del mod topLvl">
          <ac:chgData name="손동범" userId="0f89198e-5fc9-4501-bc9d-662a7644151c" providerId="ADAL" clId="{49C6B6F1-B4F3-4A73-ADAA-FE6BDC092771}" dt="2023-09-17T18:13:00.681" v="1229" actId="478"/>
          <ac:spMkLst>
            <pc:docMk/>
            <pc:sldMk cId="777621792" sldId="873"/>
            <ac:spMk id="52" creationId="{4346D796-BFA3-170F-9F17-78E371E86001}"/>
          </ac:spMkLst>
        </pc:spChg>
        <pc:spChg chg="add del mod">
          <ac:chgData name="손동범" userId="0f89198e-5fc9-4501-bc9d-662a7644151c" providerId="ADAL" clId="{49C6B6F1-B4F3-4A73-ADAA-FE6BDC092771}" dt="2023-09-17T19:24:10.102" v="2586" actId="478"/>
          <ac:spMkLst>
            <pc:docMk/>
            <pc:sldMk cId="777621792" sldId="873"/>
            <ac:spMk id="53" creationId="{28D5FC1C-199F-C507-9A79-840AEB3F507F}"/>
          </ac:spMkLst>
        </pc:spChg>
        <pc:spChg chg="add del">
          <ac:chgData name="손동범" userId="0f89198e-5fc9-4501-bc9d-662a7644151c" providerId="ADAL" clId="{49C6B6F1-B4F3-4A73-ADAA-FE6BDC092771}" dt="2023-09-17T19:29:15.891" v="2873" actId="22"/>
          <ac:spMkLst>
            <pc:docMk/>
            <pc:sldMk cId="777621792" sldId="873"/>
            <ac:spMk id="57" creationId="{E67448F6-44A6-6CF0-04DE-7010EE38C60B}"/>
          </ac:spMkLst>
        </pc:spChg>
        <pc:spChg chg="del">
          <ac:chgData name="손동범" userId="0f89198e-5fc9-4501-bc9d-662a7644151c" providerId="ADAL" clId="{49C6B6F1-B4F3-4A73-ADAA-FE6BDC092771}" dt="2023-09-17T18:11:59.218" v="1204" actId="478"/>
          <ac:spMkLst>
            <pc:docMk/>
            <pc:sldMk cId="777621792" sldId="873"/>
            <ac:spMk id="1039" creationId="{04ACB65D-F57C-763E-6711-F127D7545B72}"/>
          </ac:spMkLst>
        </pc:spChg>
        <pc:grpChg chg="del">
          <ac:chgData name="손동범" userId="0f89198e-5fc9-4501-bc9d-662a7644151c" providerId="ADAL" clId="{49C6B6F1-B4F3-4A73-ADAA-FE6BDC092771}" dt="2023-09-17T18:11:57.289" v="1203" actId="165"/>
          <ac:grpSpMkLst>
            <pc:docMk/>
            <pc:sldMk cId="777621792" sldId="873"/>
            <ac:grpSpMk id="1036" creationId="{D8014260-616F-BDFA-68E6-370399297FC5}"/>
          </ac:grpSpMkLst>
        </pc:grpChg>
        <pc:cxnChg chg="add mod">
          <ac:chgData name="손동범" userId="0f89198e-5fc9-4501-bc9d-662a7644151c" providerId="ADAL" clId="{49C6B6F1-B4F3-4A73-ADAA-FE6BDC092771}" dt="2023-09-17T19:28:58.199" v="2870" actId="1076"/>
          <ac:cxnSpMkLst>
            <pc:docMk/>
            <pc:sldMk cId="777621792" sldId="873"/>
            <ac:cxnSpMk id="10" creationId="{48D7C741-107C-CD6A-D859-894E94B3416D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12" creationId="{AE103B6D-CA14-9DCB-463D-E33990D497BC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14" creationId="{495D5815-74E0-9676-FB74-9C3B90FCE2E8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16" creationId="{53251957-0CCC-12BF-0792-9B7686B167DB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18" creationId="{AD769509-0316-7D25-6FF9-5CB723015BF2}"/>
          </ac:cxnSpMkLst>
        </pc:cxnChg>
        <pc:cxnChg chg="mod topLvl">
          <ac:chgData name="손동범" userId="0f89198e-5fc9-4501-bc9d-662a7644151c" providerId="ADAL" clId="{49C6B6F1-B4F3-4A73-ADAA-FE6BDC092771}" dt="2023-09-17T19:28:58.199" v="2870" actId="1076"/>
          <ac:cxnSpMkLst>
            <pc:docMk/>
            <pc:sldMk cId="777621792" sldId="873"/>
            <ac:cxnSpMk id="23" creationId="{4AEC98B3-B37D-766E-347F-C06957DEFF4B}"/>
          </ac:cxnSpMkLst>
        </pc:cxnChg>
        <pc:cxnChg chg="mod topLvl">
          <ac:chgData name="손동범" userId="0f89198e-5fc9-4501-bc9d-662a7644151c" providerId="ADAL" clId="{49C6B6F1-B4F3-4A73-ADAA-FE6BDC092771}" dt="2023-09-17T19:28:58.199" v="2870" actId="1076"/>
          <ac:cxnSpMkLst>
            <pc:docMk/>
            <pc:sldMk cId="777621792" sldId="873"/>
            <ac:cxnSpMk id="24" creationId="{37B774BA-E131-6A61-4926-60D8D741D44B}"/>
          </ac:cxnSpMkLst>
        </pc:cxnChg>
        <pc:cxnChg chg="del mod topLvl">
          <ac:chgData name="손동범" userId="0f89198e-5fc9-4501-bc9d-662a7644151c" providerId="ADAL" clId="{49C6B6F1-B4F3-4A73-ADAA-FE6BDC092771}" dt="2023-09-17T18:14:33.481" v="1274" actId="478"/>
          <ac:cxnSpMkLst>
            <pc:docMk/>
            <pc:sldMk cId="777621792" sldId="873"/>
            <ac:cxnSpMk id="25" creationId="{4EFB3B23-2024-E241-3E64-AC06F64DF363}"/>
          </ac:cxnSpMkLst>
        </pc:cxnChg>
        <pc:cxnChg chg="mod topLvl">
          <ac:chgData name="손동범" userId="0f89198e-5fc9-4501-bc9d-662a7644151c" providerId="ADAL" clId="{49C6B6F1-B4F3-4A73-ADAA-FE6BDC092771}" dt="2023-09-17T19:28:58.199" v="2870" actId="1076"/>
          <ac:cxnSpMkLst>
            <pc:docMk/>
            <pc:sldMk cId="777621792" sldId="873"/>
            <ac:cxnSpMk id="26" creationId="{E98BBA2D-6F50-6CC1-0F16-D9E84ACA5BC5}"/>
          </ac:cxnSpMkLst>
        </pc:cxnChg>
        <pc:cxnChg chg="add mod">
          <ac:chgData name="손동범" userId="0f89198e-5fc9-4501-bc9d-662a7644151c" providerId="ADAL" clId="{49C6B6F1-B4F3-4A73-ADAA-FE6BDC092771}" dt="2023-09-17T19:28:58.199" v="2870" actId="1076"/>
          <ac:cxnSpMkLst>
            <pc:docMk/>
            <pc:sldMk cId="777621792" sldId="873"/>
            <ac:cxnSpMk id="30" creationId="{64806316-98A3-C671-5DB5-390E246ACDE3}"/>
          </ac:cxnSpMkLst>
        </pc:cxnChg>
        <pc:cxnChg chg="del mod topLvl">
          <ac:chgData name="손동범" userId="0f89198e-5fc9-4501-bc9d-662a7644151c" providerId="ADAL" clId="{49C6B6F1-B4F3-4A73-ADAA-FE6BDC092771}" dt="2023-09-17T18:36:06.407" v="1746" actId="478"/>
          <ac:cxnSpMkLst>
            <pc:docMk/>
            <pc:sldMk cId="777621792" sldId="873"/>
            <ac:cxnSpMk id="31" creationId="{0FBC451B-1924-EAF1-0A40-1D982B6EB5B3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36" creationId="{37F44401-0D8D-9473-1CE1-61AD0FDC762D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38" creationId="{78CC7FB0-0EBE-9C15-589D-8C1A2C11D2C6}"/>
          </ac:cxnSpMkLst>
        </pc:cxnChg>
        <pc:cxnChg chg="add del">
          <ac:chgData name="손동범" userId="0f89198e-5fc9-4501-bc9d-662a7644151c" providerId="ADAL" clId="{49C6B6F1-B4F3-4A73-ADAA-FE6BDC092771}" dt="2023-09-17T19:24:12.517" v="2588" actId="478"/>
          <ac:cxnSpMkLst>
            <pc:docMk/>
            <pc:sldMk cId="777621792" sldId="873"/>
            <ac:cxnSpMk id="39" creationId="{B70189D2-B0A4-24D2-AB83-4BD9AB064FCC}"/>
          </ac:cxnSpMkLst>
        </pc:cxnChg>
        <pc:cxnChg chg="add del">
          <ac:chgData name="손동범" userId="0f89198e-5fc9-4501-bc9d-662a7644151c" providerId="ADAL" clId="{49C6B6F1-B4F3-4A73-ADAA-FE6BDC092771}" dt="2023-09-17T19:24:13.187" v="2589" actId="478"/>
          <ac:cxnSpMkLst>
            <pc:docMk/>
            <pc:sldMk cId="777621792" sldId="873"/>
            <ac:cxnSpMk id="41" creationId="{9CA259BD-07AA-F4EB-D2DD-EE43EAE7ADF1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42" creationId="{F158B829-7E53-61CB-FE0F-51621E986896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44" creationId="{ACAE05F7-96BE-1D5E-1D7B-AB22F4587EF4}"/>
          </ac:cxnSpMkLst>
        </pc:cxnChg>
        <pc:cxnChg chg="del mod topLvl">
          <ac:chgData name="손동범" userId="0f89198e-5fc9-4501-bc9d-662a7644151c" providerId="ADAL" clId="{49C6B6F1-B4F3-4A73-ADAA-FE6BDC092771}" dt="2023-09-17T18:13:00.681" v="1229" actId="478"/>
          <ac:cxnSpMkLst>
            <pc:docMk/>
            <pc:sldMk cId="777621792" sldId="873"/>
            <ac:cxnSpMk id="46" creationId="{82BF0FC4-A346-2254-C101-71D834882E97}"/>
          </ac:cxnSpMkLst>
        </pc:cxnChg>
      </pc:sldChg>
      <pc:sldChg chg="addSp delSp modSp add mod">
        <pc:chgData name="손동범" userId="0f89198e-5fc9-4501-bc9d-662a7644151c" providerId="ADAL" clId="{49C6B6F1-B4F3-4A73-ADAA-FE6BDC092771}" dt="2023-09-17T18:14:08.960" v="1271" actId="1076"/>
        <pc:sldMkLst>
          <pc:docMk/>
          <pc:sldMk cId="4257967243" sldId="874"/>
        </pc:sldMkLst>
        <pc:spChg chg="mod">
          <ac:chgData name="손동범" userId="0f89198e-5fc9-4501-bc9d-662a7644151c" providerId="ADAL" clId="{49C6B6F1-B4F3-4A73-ADAA-FE6BDC092771}" dt="2023-09-17T18:13:09.554" v="1252" actId="20577"/>
          <ac:spMkLst>
            <pc:docMk/>
            <pc:sldMk cId="4257967243" sldId="874"/>
            <ac:spMk id="2" creationId="{A1E9D319-0EC9-96F7-A304-9D60FB31EC69}"/>
          </ac:spMkLst>
        </pc:spChg>
        <pc:spChg chg="del">
          <ac:chgData name="손동범" userId="0f89198e-5fc9-4501-bc9d-662a7644151c" providerId="ADAL" clId="{49C6B6F1-B4F3-4A73-ADAA-FE6BDC092771}" dt="2023-09-17T18:14:06.601" v="1269" actId="478"/>
          <ac:spMkLst>
            <pc:docMk/>
            <pc:sldMk cId="4257967243" sldId="874"/>
            <ac:spMk id="3" creationId="{CABF123E-2279-6976-112E-CCDF9F7B178F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18" creationId="{10A87487-55B5-5D55-2E5A-4E2EB9512F87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37" creationId="{AE4A909E-6944-6108-FD2A-88EF2E8F803F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40" creationId="{60689C71-A3A9-40B1-7053-F700FD4B89BA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43" creationId="{06ED34B4-4AF7-6666-AC48-B17505889BBA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46" creationId="{5F4BA440-C7CA-21AB-5D1F-0D2FDA225D39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49" creationId="{047E1EAA-B963-8843-C04B-F8BC6CDA5775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52" creationId="{2CFA1FE7-9F96-5E40-3E8C-CC27C13E4810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55" creationId="{891F9A0A-96C8-9682-1826-FBCCD6822C66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58" creationId="{085EC425-45FF-2496-67DB-027ACEBF51CC}"/>
          </ac:spMkLst>
        </pc:spChg>
        <pc:spChg chg="add del mod">
          <ac:chgData name="손동범" userId="0f89198e-5fc9-4501-bc9d-662a7644151c" providerId="ADAL" clId="{49C6B6F1-B4F3-4A73-ADAA-FE6BDC092771}" dt="2023-09-17T18:14:07.590" v="1270" actId="478"/>
          <ac:spMkLst>
            <pc:docMk/>
            <pc:sldMk cId="4257967243" sldId="874"/>
            <ac:spMk id="62" creationId="{E95B17B3-6D8A-5AB0-049F-FA0C92520A29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65" creationId="{D47D78F4-9DD9-59A0-9F82-2CA8D096DEE1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68" creationId="{D9456919-4889-04C7-14EE-5EA87EABE191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75" creationId="{76573F84-DD82-D5D8-AA9F-9D70AE82B4E7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78" creationId="{71246B58-88C4-6847-2F8A-A0A1AEC43B1C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81" creationId="{17A95741-7878-FEDF-88D4-94D8EA41A5EA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84" creationId="{90D5386B-0E36-36E4-414F-7433DFF17B9A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87" creationId="{4065CF93-2C62-EA62-97E3-F83C8899089B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90" creationId="{774FFE14-AC4C-D1C1-2A18-66F7AF8CC47F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93" creationId="{CE368355-7BBD-10B4-D834-2B23FF184BE1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96" creationId="{10EEEFA6-7124-3FCE-7201-C127AA874593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99" creationId="{1D65C884-2B49-1C92-D178-9869034E4F43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102" creationId="{6EDE35DF-AF18-DC38-746E-96031E343D59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105" creationId="{0170B423-A15C-79C9-8643-4E6DC5C2708B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108" creationId="{EEAD97A0-7383-75B7-6ED8-2D23E8176A17}"/>
          </ac:spMkLst>
        </pc:spChg>
        <pc:spChg chg="del">
          <ac:chgData name="손동범" userId="0f89198e-5fc9-4501-bc9d-662a7644151c" providerId="ADAL" clId="{49C6B6F1-B4F3-4A73-ADAA-FE6BDC092771}" dt="2023-09-17T18:13:20.184" v="1259" actId="478"/>
          <ac:spMkLst>
            <pc:docMk/>
            <pc:sldMk cId="4257967243" sldId="874"/>
            <ac:spMk id="111" creationId="{CE5E2FC9-CE7A-DF08-F8D6-25A7179B4830}"/>
          </ac:spMkLst>
        </pc:spChg>
        <pc:spChg chg="del">
          <ac:chgData name="손동범" userId="0f89198e-5fc9-4501-bc9d-662a7644151c" providerId="ADAL" clId="{49C6B6F1-B4F3-4A73-ADAA-FE6BDC092771}" dt="2023-09-17T18:13:18.390" v="1258" actId="478"/>
          <ac:spMkLst>
            <pc:docMk/>
            <pc:sldMk cId="4257967243" sldId="874"/>
            <ac:spMk id="321" creationId="{939E1A2B-85E7-50D8-3E10-17DA20613920}"/>
          </ac:spMkLst>
        </pc:spChg>
        <pc:spChg chg="del">
          <ac:chgData name="손동범" userId="0f89198e-5fc9-4501-bc9d-662a7644151c" providerId="ADAL" clId="{49C6B6F1-B4F3-4A73-ADAA-FE6BDC092771}" dt="2023-09-17T18:13:14.965" v="1255" actId="478"/>
          <ac:spMkLst>
            <pc:docMk/>
            <pc:sldMk cId="4257967243" sldId="874"/>
            <ac:spMk id="322" creationId="{7C00D96C-DBE3-249C-EB59-7B61BDF782F0}"/>
          </ac:spMkLst>
        </pc:spChg>
        <pc:spChg chg="del">
          <ac:chgData name="손동범" userId="0f89198e-5fc9-4501-bc9d-662a7644151c" providerId="ADAL" clId="{49C6B6F1-B4F3-4A73-ADAA-FE6BDC092771}" dt="2023-09-17T18:13:17.436" v="1257" actId="478"/>
          <ac:spMkLst>
            <pc:docMk/>
            <pc:sldMk cId="4257967243" sldId="874"/>
            <ac:spMk id="323" creationId="{C382371F-2678-5ED7-317F-9852DD4646DE}"/>
          </ac:spMkLst>
        </pc:spChg>
        <pc:grpChg chg="del">
          <ac:chgData name="손동범" userId="0f89198e-5fc9-4501-bc9d-662a7644151c" providerId="ADAL" clId="{49C6B6F1-B4F3-4A73-ADAA-FE6BDC092771}" dt="2023-09-17T18:13:20.184" v="1259" actId="478"/>
          <ac:grpSpMkLst>
            <pc:docMk/>
            <pc:sldMk cId="4257967243" sldId="874"/>
            <ac:grpSpMk id="4" creationId="{F8137ADA-4C32-A5B1-9E32-42A6E3230659}"/>
          </ac:grpSpMkLst>
        </pc:grp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9" creationId="{0E8051D8-FA32-3BBE-CA9D-FE1590704532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20" creationId="{8805F792-9061-A8A3-6D06-8701ECDDDB6F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21" creationId="{FE24DFFD-76CE-5FCA-B66B-7BE07D71055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22" creationId="{05826205-84B1-053F-20E3-0C924F80E56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27" creationId="{2C32A7E1-CD7C-388C-536C-98BBBE4DA46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28" creationId="{5E37F1E9-F7EF-7339-2C4D-61153910F595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29" creationId="{87F5FB81-257C-6A8D-A6CD-18266C914A1F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30" creationId="{A106AD89-CB2D-357E-94DB-B7C876520D38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35" creationId="{6E5B7D51-379C-117E-791A-73B12B8F715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36" creationId="{E1ED6D40-7902-129E-8FE3-AD93A70B36D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38" creationId="{DA024268-95C8-A1B4-04DD-F17EDDB325EB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39" creationId="{327DD096-3FF0-E8DA-2047-C7FF1FA6378F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41" creationId="{05F43D59-8549-D2D9-BEFA-472520E5B64B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42" creationId="{5BABE4BB-79A6-1748-A552-986EAB0FA79F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44" creationId="{13E16DCC-92C7-DDFE-FC74-E9A2FD0B3577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45" creationId="{29229263-F5E0-9E5F-01D8-6177BF298464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47" creationId="{EEC4D9DE-0489-990D-6CFF-B791CEF73241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48" creationId="{2C1C930A-F885-24CA-A1C8-4E3CCC16F0E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50" creationId="{6DCB9CB1-6C2A-0B8D-A3F6-ABE3663F5341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51" creationId="{1884FCDF-6CD2-F3A8-6B54-F48A14E36D36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53" creationId="{5E00424A-1768-A5EB-2E90-4C528D4EB4DC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54" creationId="{0F250C30-4EB0-BF0A-47EC-D35317022736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56" creationId="{9FD19839-D6E7-24B5-95F6-ACBC5C8E7C2B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57" creationId="{5BC3BA9A-403D-8BCE-01A1-CEAB47D2BEDB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59" creationId="{F33D2247-3818-C625-F563-3BB22DB2975E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60" creationId="{5E5D9B24-B248-8A4C-70EF-A32545878577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66" creationId="{34F38E81-5EFB-B0C1-02A0-DA6EA7C9C514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67" creationId="{FC7DE8AB-FE0A-6CE3-3D6C-686554AFD584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72" creationId="{88A2C4E6-C19D-672C-3555-C0EE52E46294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74" creationId="{158DA4AE-CFD3-D799-EDCC-E0EF0D931BA7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76" creationId="{3D6B952F-48DC-1AB2-9E46-6D1015A8FB2E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77" creationId="{8A2055C7-1979-12AC-0F41-ACE57A32B52E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79" creationId="{22CF475D-C5DB-B754-0FB1-AC4BF0E049FB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80" creationId="{1108DA7D-2852-3842-7637-4CD79D454B14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82" creationId="{5AE37942-8572-271B-4CDF-4B0D2CC79049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83" creationId="{79826817-8D55-33A6-DCBA-6B85F923429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85" creationId="{CC9972D1-258F-1E57-FE86-33C0597550F2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86" creationId="{E8538C52-7E26-DA23-ADB7-42754EDD9DEA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88" creationId="{B2181414-E2C2-1C85-0AAE-C31806B6B636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89" creationId="{992AEF60-4FD7-FF47-4D21-CDC2297EC91B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91" creationId="{288A2E9C-75B0-B5F7-C354-46605E9C5E4E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92" creationId="{E01D4DB1-0A2E-2865-6956-4FF4FD2154FD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94" creationId="{428197AA-E57A-FF42-7281-4ED3E188B2E5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95" creationId="{11E8AAF6-092F-9328-24A9-8C47C8AD681A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97" creationId="{6F4E8D22-E2D9-F069-B19D-403DA57A54DA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98" creationId="{59F2E57A-C44C-992C-155D-BD8FCD604AE6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00" creationId="{A2A4E787-FA50-CF17-B275-59B52F4A1D7C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01" creationId="{F94FEB81-D506-34A9-F029-F990AA2B41AE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03" creationId="{6A9CE6C5-BC28-9C70-012F-88834E642BB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04" creationId="{674DAF61-78AC-49AF-6CC8-4C2697E293F9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06" creationId="{6D3F9A33-A145-8CEE-4095-471D26328485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07" creationId="{346E7A14-7106-E9EE-C31D-63A97B719263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09" creationId="{4994C240-E1DD-D085-7D4C-77D924113421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10" creationId="{2EE5B060-1BE8-4B1C-F1B7-576543052605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12" creationId="{9423172C-EF05-A5C5-7452-2C72B72D7105}"/>
          </ac:graphicFrameMkLst>
        </pc:graphicFrameChg>
        <pc:graphicFrameChg chg="del">
          <ac:chgData name="손동범" userId="0f89198e-5fc9-4501-bc9d-662a7644151c" providerId="ADAL" clId="{49C6B6F1-B4F3-4A73-ADAA-FE6BDC092771}" dt="2023-09-17T18:13:20.184" v="1259" actId="478"/>
          <ac:graphicFrameMkLst>
            <pc:docMk/>
            <pc:sldMk cId="4257967243" sldId="874"/>
            <ac:graphicFrameMk id="113" creationId="{D3E4A12F-B919-95C6-7221-946710B7ED10}"/>
          </ac:graphicFrameMkLst>
        </pc:graphicFrameChg>
        <pc:graphicFrameChg chg="del">
          <ac:chgData name="손동범" userId="0f89198e-5fc9-4501-bc9d-662a7644151c" providerId="ADAL" clId="{49C6B6F1-B4F3-4A73-ADAA-FE6BDC092771}" dt="2023-09-17T18:13:12.907" v="1253" actId="478"/>
          <ac:graphicFrameMkLst>
            <pc:docMk/>
            <pc:sldMk cId="4257967243" sldId="874"/>
            <ac:graphicFrameMk id="312" creationId="{4FC0D096-6282-3442-4A92-5837851C30BA}"/>
          </ac:graphicFrameMkLst>
        </pc:graphicFrameChg>
        <pc:graphicFrameChg chg="del">
          <ac:chgData name="손동범" userId="0f89198e-5fc9-4501-bc9d-662a7644151c" providerId="ADAL" clId="{49C6B6F1-B4F3-4A73-ADAA-FE6BDC092771}" dt="2023-09-17T18:13:13.945" v="1254" actId="478"/>
          <ac:graphicFrameMkLst>
            <pc:docMk/>
            <pc:sldMk cId="4257967243" sldId="874"/>
            <ac:graphicFrameMk id="313" creationId="{3B20C7E3-D113-6937-A60C-15EBD7FEE85B}"/>
          </ac:graphicFrameMkLst>
        </pc:graphicFrameChg>
        <pc:graphicFrameChg chg="del">
          <ac:chgData name="손동범" userId="0f89198e-5fc9-4501-bc9d-662a7644151c" providerId="ADAL" clId="{49C6B6F1-B4F3-4A73-ADAA-FE6BDC092771}" dt="2023-09-17T18:13:16.237" v="1256" actId="478"/>
          <ac:graphicFrameMkLst>
            <pc:docMk/>
            <pc:sldMk cId="4257967243" sldId="874"/>
            <ac:graphicFrameMk id="314" creationId="{35C15C3B-09AD-8B19-D8F4-6F36EF0A2389}"/>
          </ac:graphicFrameMkLst>
        </pc:graphicFrameChg>
        <pc:picChg chg="add mod">
          <ac:chgData name="손동범" userId="0f89198e-5fc9-4501-bc9d-662a7644151c" providerId="ADAL" clId="{49C6B6F1-B4F3-4A73-ADAA-FE6BDC092771}" dt="2023-09-17T18:14:08.960" v="1271" actId="1076"/>
          <ac:picMkLst>
            <pc:docMk/>
            <pc:sldMk cId="4257967243" sldId="874"/>
            <ac:picMk id="2050" creationId="{9F0D9DF6-106C-9545-4A35-F772BF7E863D}"/>
          </ac:picMkLst>
        </pc:picChg>
        <pc:picChg chg="add mod">
          <ac:chgData name="손동범" userId="0f89198e-5fc9-4501-bc9d-662a7644151c" providerId="ADAL" clId="{49C6B6F1-B4F3-4A73-ADAA-FE6BDC092771}" dt="2023-09-17T18:14:04.903" v="1268" actId="1076"/>
          <ac:picMkLst>
            <pc:docMk/>
            <pc:sldMk cId="4257967243" sldId="874"/>
            <ac:picMk id="2052" creationId="{0860978A-4F6B-00C8-C8D4-95F5DE2F0246}"/>
          </ac:picMkLst>
        </pc:picChg>
        <pc:cxnChg chg="del mod">
          <ac:chgData name="손동범" userId="0f89198e-5fc9-4501-bc9d-662a7644151c" providerId="ADAL" clId="{49C6B6F1-B4F3-4A73-ADAA-FE6BDC092771}" dt="2023-09-17T18:13:20.184" v="1259" actId="478"/>
          <ac:cxnSpMkLst>
            <pc:docMk/>
            <pc:sldMk cId="4257967243" sldId="874"/>
            <ac:cxnSpMk id="23" creationId="{21D6FC5F-12C3-4ECB-ECA9-2BDD7B3450E3}"/>
          </ac:cxnSpMkLst>
        </pc:cxnChg>
        <pc:cxnChg chg="del mod">
          <ac:chgData name="손동범" userId="0f89198e-5fc9-4501-bc9d-662a7644151c" providerId="ADAL" clId="{49C6B6F1-B4F3-4A73-ADAA-FE6BDC092771}" dt="2023-09-17T18:13:20.184" v="1259" actId="478"/>
          <ac:cxnSpMkLst>
            <pc:docMk/>
            <pc:sldMk cId="4257967243" sldId="874"/>
            <ac:cxnSpMk id="24" creationId="{B91DD480-6968-0EAC-8AE9-BD2053DAAEC7}"/>
          </ac:cxnSpMkLst>
        </pc:cxnChg>
        <pc:cxnChg chg="del mod">
          <ac:chgData name="손동범" userId="0f89198e-5fc9-4501-bc9d-662a7644151c" providerId="ADAL" clId="{49C6B6F1-B4F3-4A73-ADAA-FE6BDC092771}" dt="2023-09-17T18:13:20.184" v="1259" actId="478"/>
          <ac:cxnSpMkLst>
            <pc:docMk/>
            <pc:sldMk cId="4257967243" sldId="874"/>
            <ac:cxnSpMk id="25" creationId="{8EE8848C-9C8F-6856-FCF6-8A0E21B8311F}"/>
          </ac:cxnSpMkLst>
        </pc:cxnChg>
        <pc:cxnChg chg="del mod">
          <ac:chgData name="손동범" userId="0f89198e-5fc9-4501-bc9d-662a7644151c" providerId="ADAL" clId="{49C6B6F1-B4F3-4A73-ADAA-FE6BDC092771}" dt="2023-09-17T18:13:20.184" v="1259" actId="478"/>
          <ac:cxnSpMkLst>
            <pc:docMk/>
            <pc:sldMk cId="4257967243" sldId="874"/>
            <ac:cxnSpMk id="26" creationId="{5CD68E18-0F64-2FEF-85B3-A9A891A47933}"/>
          </ac:cxnSpMkLst>
        </pc:cxnChg>
        <pc:cxnChg chg="del mod">
          <ac:chgData name="손동범" userId="0f89198e-5fc9-4501-bc9d-662a7644151c" providerId="ADAL" clId="{49C6B6F1-B4F3-4A73-ADAA-FE6BDC092771}" dt="2023-09-17T18:13:20.184" v="1259" actId="478"/>
          <ac:cxnSpMkLst>
            <pc:docMk/>
            <pc:sldMk cId="4257967243" sldId="874"/>
            <ac:cxnSpMk id="31" creationId="{90980E32-FFAD-8E96-F500-0FC5A9F389A7}"/>
          </ac:cxnSpMkLst>
        </pc:cxnChg>
        <pc:cxnChg chg="del mod">
          <ac:chgData name="손동범" userId="0f89198e-5fc9-4501-bc9d-662a7644151c" providerId="ADAL" clId="{49C6B6F1-B4F3-4A73-ADAA-FE6BDC092771}" dt="2023-09-17T18:13:20.184" v="1259" actId="478"/>
          <ac:cxnSpMkLst>
            <pc:docMk/>
            <pc:sldMk cId="4257967243" sldId="874"/>
            <ac:cxnSpMk id="32" creationId="{917514F0-E82E-3FEA-E89A-EE7358ED2819}"/>
          </ac:cxnSpMkLst>
        </pc:cxnChg>
        <pc:cxnChg chg="del mod">
          <ac:chgData name="손동범" userId="0f89198e-5fc9-4501-bc9d-662a7644151c" providerId="ADAL" clId="{49C6B6F1-B4F3-4A73-ADAA-FE6BDC092771}" dt="2023-09-17T18:13:20.184" v="1259" actId="478"/>
          <ac:cxnSpMkLst>
            <pc:docMk/>
            <pc:sldMk cId="4257967243" sldId="874"/>
            <ac:cxnSpMk id="33" creationId="{0D56A0B8-B71C-6D8A-C92A-52E9AB9AB430}"/>
          </ac:cxnSpMkLst>
        </pc:cxnChg>
        <pc:cxnChg chg="del mod">
          <ac:chgData name="손동범" userId="0f89198e-5fc9-4501-bc9d-662a7644151c" providerId="ADAL" clId="{49C6B6F1-B4F3-4A73-ADAA-FE6BDC092771}" dt="2023-09-17T18:13:20.184" v="1259" actId="478"/>
          <ac:cxnSpMkLst>
            <pc:docMk/>
            <pc:sldMk cId="4257967243" sldId="874"/>
            <ac:cxnSpMk id="34" creationId="{0E74920F-6B94-32EB-27F0-B62ED004362D}"/>
          </ac:cxnSpMkLst>
        </pc:cxnChg>
      </pc:sldChg>
      <pc:sldChg chg="addSp delSp modSp add mod">
        <pc:chgData name="손동범" userId="0f89198e-5fc9-4501-bc9d-662a7644151c" providerId="ADAL" clId="{49C6B6F1-B4F3-4A73-ADAA-FE6BDC092771}" dt="2023-09-17T22:56:27.846" v="5691" actId="20577"/>
        <pc:sldMkLst>
          <pc:docMk/>
          <pc:sldMk cId="544528924" sldId="875"/>
        </pc:sldMkLst>
        <pc:spChg chg="mod">
          <ac:chgData name="손동범" userId="0f89198e-5fc9-4501-bc9d-662a7644151c" providerId="ADAL" clId="{49C6B6F1-B4F3-4A73-ADAA-FE6BDC092771}" dt="2023-09-17T19:44:25.072" v="3207" actId="1076"/>
          <ac:spMkLst>
            <pc:docMk/>
            <pc:sldMk cId="544528924" sldId="875"/>
            <ac:spMk id="4" creationId="{9F085FEF-8E6C-49C3-87E5-138AF3C8A184}"/>
          </ac:spMkLst>
        </pc:spChg>
        <pc:spChg chg="mod">
          <ac:chgData name="손동범" userId="0f89198e-5fc9-4501-bc9d-662a7644151c" providerId="ADAL" clId="{49C6B6F1-B4F3-4A73-ADAA-FE6BDC092771}" dt="2023-09-17T20:26:50.719" v="3298" actId="1076"/>
          <ac:spMkLst>
            <pc:docMk/>
            <pc:sldMk cId="544528924" sldId="875"/>
            <ac:spMk id="11" creationId="{3B075E0E-1AB1-8E02-EEB2-77BE5ECAA427}"/>
          </ac:spMkLst>
        </pc:spChg>
        <pc:spChg chg="add mod">
          <ac:chgData name="손동범" userId="0f89198e-5fc9-4501-bc9d-662a7644151c" providerId="ADAL" clId="{49C6B6F1-B4F3-4A73-ADAA-FE6BDC092771}" dt="2023-09-17T22:23:36.139" v="4927" actId="164"/>
          <ac:spMkLst>
            <pc:docMk/>
            <pc:sldMk cId="544528924" sldId="875"/>
            <ac:spMk id="21" creationId="{C73235C6-7E6F-D798-235D-E30C42DFDA24}"/>
          </ac:spMkLst>
        </pc:spChg>
        <pc:spChg chg="del mod topLvl">
          <ac:chgData name="손동범" userId="0f89198e-5fc9-4501-bc9d-662a7644151c" providerId="ADAL" clId="{49C6B6F1-B4F3-4A73-ADAA-FE6BDC092771}" dt="2023-09-17T22:23:39.601" v="4928" actId="478"/>
          <ac:spMkLst>
            <pc:docMk/>
            <pc:sldMk cId="544528924" sldId="875"/>
            <ac:spMk id="22" creationId="{DAD24F34-2414-DBE9-D235-53DEB238EFA0}"/>
          </ac:spMkLst>
        </pc:spChg>
        <pc:spChg chg="add mod">
          <ac:chgData name="손동범" userId="0f89198e-5fc9-4501-bc9d-662a7644151c" providerId="ADAL" clId="{49C6B6F1-B4F3-4A73-ADAA-FE6BDC092771}" dt="2023-09-17T22:23:36.139" v="4927" actId="164"/>
          <ac:spMkLst>
            <pc:docMk/>
            <pc:sldMk cId="544528924" sldId="875"/>
            <ac:spMk id="23" creationId="{3957E200-9133-AFF2-F339-0E3341217CC7}"/>
          </ac:spMkLst>
        </pc:spChg>
        <pc:spChg chg="add mod">
          <ac:chgData name="손동범" userId="0f89198e-5fc9-4501-bc9d-662a7644151c" providerId="ADAL" clId="{49C6B6F1-B4F3-4A73-ADAA-FE6BDC092771}" dt="2023-09-17T22:23:36.139" v="4927" actId="164"/>
          <ac:spMkLst>
            <pc:docMk/>
            <pc:sldMk cId="544528924" sldId="875"/>
            <ac:spMk id="24" creationId="{D051DB5C-0A77-FAF6-EA89-19819099927F}"/>
          </ac:spMkLst>
        </pc:spChg>
        <pc:spChg chg="add mod">
          <ac:chgData name="손동범" userId="0f89198e-5fc9-4501-bc9d-662a7644151c" providerId="ADAL" clId="{49C6B6F1-B4F3-4A73-ADAA-FE6BDC092771}" dt="2023-09-17T22:28:58.077" v="5050" actId="14100"/>
          <ac:spMkLst>
            <pc:docMk/>
            <pc:sldMk cId="544528924" sldId="875"/>
            <ac:spMk id="26" creationId="{B7C841CE-7FAC-6472-F670-78E12BFFF133}"/>
          </ac:spMkLst>
        </pc:spChg>
        <pc:spChg chg="del mod topLvl">
          <ac:chgData name="손동범" userId="0f89198e-5fc9-4501-bc9d-662a7644151c" providerId="ADAL" clId="{49C6B6F1-B4F3-4A73-ADAA-FE6BDC092771}" dt="2023-09-17T22:23:42.968" v="4929" actId="478"/>
          <ac:spMkLst>
            <pc:docMk/>
            <pc:sldMk cId="544528924" sldId="875"/>
            <ac:spMk id="27" creationId="{B3BAE3ED-38EE-6E73-DE4D-778C7D342379}"/>
          </ac:spMkLst>
        </pc:spChg>
        <pc:spChg chg="mod topLvl">
          <ac:chgData name="손동범" userId="0f89198e-5fc9-4501-bc9d-662a7644151c" providerId="ADAL" clId="{49C6B6F1-B4F3-4A73-ADAA-FE6BDC092771}" dt="2023-09-17T22:29:26.534" v="5072" actId="1076"/>
          <ac:spMkLst>
            <pc:docMk/>
            <pc:sldMk cId="544528924" sldId="875"/>
            <ac:spMk id="28" creationId="{526CAC32-0E86-DBF1-F991-01CE0365DB18}"/>
          </ac:spMkLst>
        </pc:spChg>
        <pc:spChg chg="del mod topLvl">
          <ac:chgData name="손동범" userId="0f89198e-5fc9-4501-bc9d-662a7644151c" providerId="ADAL" clId="{49C6B6F1-B4F3-4A73-ADAA-FE6BDC092771}" dt="2023-09-17T22:23:42.968" v="4929" actId="478"/>
          <ac:spMkLst>
            <pc:docMk/>
            <pc:sldMk cId="544528924" sldId="875"/>
            <ac:spMk id="29" creationId="{C45F40B5-16B9-0EA9-AB91-52DB468DD508}"/>
          </ac:spMkLst>
        </pc:spChg>
        <pc:spChg chg="mod">
          <ac:chgData name="손동범" userId="0f89198e-5fc9-4501-bc9d-662a7644151c" providerId="ADAL" clId="{49C6B6F1-B4F3-4A73-ADAA-FE6BDC092771}" dt="2023-09-17T22:56:27.846" v="5691" actId="20577"/>
          <ac:spMkLst>
            <pc:docMk/>
            <pc:sldMk cId="544528924" sldId="875"/>
            <ac:spMk id="33" creationId="{99E81C36-D324-1C2C-1559-C9A7C324F0D1}"/>
          </ac:spMkLst>
        </pc:spChg>
        <pc:spChg chg="add del mod topLvl">
          <ac:chgData name="손동범" userId="0f89198e-5fc9-4501-bc9d-662a7644151c" providerId="ADAL" clId="{49C6B6F1-B4F3-4A73-ADAA-FE6BDC092771}" dt="2023-09-17T22:23:42.968" v="4929" actId="478"/>
          <ac:spMkLst>
            <pc:docMk/>
            <pc:sldMk cId="544528924" sldId="875"/>
            <ac:spMk id="34" creationId="{66AB285D-D331-1898-A87D-20F66F09B398}"/>
          </ac:spMkLst>
        </pc:spChg>
        <pc:spChg chg="add del mod topLvl">
          <ac:chgData name="손동범" userId="0f89198e-5fc9-4501-bc9d-662a7644151c" providerId="ADAL" clId="{49C6B6F1-B4F3-4A73-ADAA-FE6BDC092771}" dt="2023-09-17T22:23:42.968" v="4929" actId="478"/>
          <ac:spMkLst>
            <pc:docMk/>
            <pc:sldMk cId="544528924" sldId="875"/>
            <ac:spMk id="37" creationId="{9B8BE4F5-34AC-6818-2346-2E5CBFA0C838}"/>
          </ac:spMkLst>
        </pc:spChg>
        <pc:spChg chg="add del mod">
          <ac:chgData name="손동범" userId="0f89198e-5fc9-4501-bc9d-662a7644151c" providerId="ADAL" clId="{49C6B6F1-B4F3-4A73-ADAA-FE6BDC092771}" dt="2023-09-17T19:29:44.500" v="2882" actId="478"/>
          <ac:spMkLst>
            <pc:docMk/>
            <pc:sldMk cId="544528924" sldId="875"/>
            <ac:spMk id="43" creationId="{753314F2-A580-B579-8910-93E4EDF9C6BB}"/>
          </ac:spMkLst>
        </pc:spChg>
        <pc:spChg chg="mod">
          <ac:chgData name="손동범" userId="0f89198e-5fc9-4501-bc9d-662a7644151c" providerId="ADAL" clId="{49C6B6F1-B4F3-4A73-ADAA-FE6BDC092771}" dt="2023-09-17T22:26:50.625" v="4974"/>
          <ac:spMkLst>
            <pc:docMk/>
            <pc:sldMk cId="544528924" sldId="875"/>
            <ac:spMk id="44" creationId="{D62264CD-AEF2-4BAE-682F-8BAAF2A3AF71}"/>
          </ac:spMkLst>
        </pc:spChg>
        <pc:spChg chg="mod">
          <ac:chgData name="손동범" userId="0f89198e-5fc9-4501-bc9d-662a7644151c" providerId="ADAL" clId="{49C6B6F1-B4F3-4A73-ADAA-FE6BDC092771}" dt="2023-09-17T22:26:50.625" v="4974"/>
          <ac:spMkLst>
            <pc:docMk/>
            <pc:sldMk cId="544528924" sldId="875"/>
            <ac:spMk id="45" creationId="{BCABCF1E-2CC1-C0B1-CA1E-864062E77016}"/>
          </ac:spMkLst>
        </pc:spChg>
        <pc:spChg chg="mod">
          <ac:chgData name="손동범" userId="0f89198e-5fc9-4501-bc9d-662a7644151c" providerId="ADAL" clId="{49C6B6F1-B4F3-4A73-ADAA-FE6BDC092771}" dt="2023-09-17T22:26:50.625" v="4974"/>
          <ac:spMkLst>
            <pc:docMk/>
            <pc:sldMk cId="544528924" sldId="875"/>
            <ac:spMk id="46" creationId="{D5E3ECBA-593F-8B16-FF8E-14017563A8A0}"/>
          </ac:spMkLst>
        </pc:spChg>
        <pc:spChg chg="mod">
          <ac:chgData name="손동범" userId="0f89198e-5fc9-4501-bc9d-662a7644151c" providerId="ADAL" clId="{49C6B6F1-B4F3-4A73-ADAA-FE6BDC092771}" dt="2023-09-17T22:26:50.625" v="4974"/>
          <ac:spMkLst>
            <pc:docMk/>
            <pc:sldMk cId="544528924" sldId="875"/>
            <ac:spMk id="47" creationId="{DC2B132D-7925-BA3E-DF0D-5943F00E248C}"/>
          </ac:spMkLst>
        </pc:spChg>
        <pc:spChg chg="mod">
          <ac:chgData name="손동범" userId="0f89198e-5fc9-4501-bc9d-662a7644151c" providerId="ADAL" clId="{49C6B6F1-B4F3-4A73-ADAA-FE6BDC092771}" dt="2023-09-17T22:27:10.210" v="4991"/>
          <ac:spMkLst>
            <pc:docMk/>
            <pc:sldMk cId="544528924" sldId="875"/>
            <ac:spMk id="57" creationId="{60398FA5-F662-3567-88AB-9C72B7E44066}"/>
          </ac:spMkLst>
        </pc:spChg>
        <pc:spChg chg="mod">
          <ac:chgData name="손동범" userId="0f89198e-5fc9-4501-bc9d-662a7644151c" providerId="ADAL" clId="{49C6B6F1-B4F3-4A73-ADAA-FE6BDC092771}" dt="2023-09-17T22:27:10.210" v="4991"/>
          <ac:spMkLst>
            <pc:docMk/>
            <pc:sldMk cId="544528924" sldId="875"/>
            <ac:spMk id="58" creationId="{70B71D77-A02C-BA81-8729-7F878789186A}"/>
          </ac:spMkLst>
        </pc:spChg>
        <pc:spChg chg="mod">
          <ac:chgData name="손동범" userId="0f89198e-5fc9-4501-bc9d-662a7644151c" providerId="ADAL" clId="{49C6B6F1-B4F3-4A73-ADAA-FE6BDC092771}" dt="2023-09-17T22:27:10.210" v="4991"/>
          <ac:spMkLst>
            <pc:docMk/>
            <pc:sldMk cId="544528924" sldId="875"/>
            <ac:spMk id="59" creationId="{8EC8E770-282B-174F-608F-506D21601203}"/>
          </ac:spMkLst>
        </pc:spChg>
        <pc:spChg chg="mod">
          <ac:chgData name="손동범" userId="0f89198e-5fc9-4501-bc9d-662a7644151c" providerId="ADAL" clId="{49C6B6F1-B4F3-4A73-ADAA-FE6BDC092771}" dt="2023-09-17T22:27:10.210" v="4991"/>
          <ac:spMkLst>
            <pc:docMk/>
            <pc:sldMk cId="544528924" sldId="875"/>
            <ac:spMk id="61" creationId="{15EDBC83-B45B-BECF-8C73-C1127E48D957}"/>
          </ac:spMkLst>
        </pc:spChg>
        <pc:spChg chg="mod">
          <ac:chgData name="손동범" userId="0f89198e-5fc9-4501-bc9d-662a7644151c" providerId="ADAL" clId="{49C6B6F1-B4F3-4A73-ADAA-FE6BDC092771}" dt="2023-09-17T22:27:15.836" v="4993"/>
          <ac:spMkLst>
            <pc:docMk/>
            <pc:sldMk cId="544528924" sldId="875"/>
            <ac:spMk id="65" creationId="{AB47B03E-0C7B-EAFF-2872-914EA47A7641}"/>
          </ac:spMkLst>
        </pc:spChg>
        <pc:spChg chg="add del mod">
          <ac:chgData name="손동범" userId="0f89198e-5fc9-4501-bc9d-662a7644151c" providerId="ADAL" clId="{49C6B6F1-B4F3-4A73-ADAA-FE6BDC092771}" dt="2023-09-17T22:30:57.281" v="5145" actId="478"/>
          <ac:spMkLst>
            <pc:docMk/>
            <pc:sldMk cId="544528924" sldId="875"/>
            <ac:spMk id="66" creationId="{E6262792-750B-1D56-1FFF-97EFBEAB2704}"/>
          </ac:spMkLst>
        </pc:spChg>
        <pc:spChg chg="mod">
          <ac:chgData name="손동범" userId="0f89198e-5fc9-4501-bc9d-662a7644151c" providerId="ADAL" clId="{49C6B6F1-B4F3-4A73-ADAA-FE6BDC092771}" dt="2023-09-17T22:27:15.836" v="4993"/>
          <ac:spMkLst>
            <pc:docMk/>
            <pc:sldMk cId="544528924" sldId="875"/>
            <ac:spMk id="67" creationId="{EA99C305-0FBE-22F8-3D7F-8CE724E13336}"/>
          </ac:spMkLst>
        </pc:spChg>
        <pc:spChg chg="mod">
          <ac:chgData name="손동범" userId="0f89198e-5fc9-4501-bc9d-662a7644151c" providerId="ADAL" clId="{49C6B6F1-B4F3-4A73-ADAA-FE6BDC092771}" dt="2023-09-17T22:27:15.836" v="4993"/>
          <ac:spMkLst>
            <pc:docMk/>
            <pc:sldMk cId="544528924" sldId="875"/>
            <ac:spMk id="77" creationId="{5A377BAC-FC90-79A7-F1FB-86F6D22FBA14}"/>
          </ac:spMkLst>
        </pc:spChg>
        <pc:spChg chg="mod">
          <ac:chgData name="손동범" userId="0f89198e-5fc9-4501-bc9d-662a7644151c" providerId="ADAL" clId="{49C6B6F1-B4F3-4A73-ADAA-FE6BDC092771}" dt="2023-09-17T22:27:15.836" v="4993"/>
          <ac:spMkLst>
            <pc:docMk/>
            <pc:sldMk cId="544528924" sldId="875"/>
            <ac:spMk id="78" creationId="{2A7F393E-7ABA-5565-8C05-BE13B20D04CC}"/>
          </ac:spMkLst>
        </pc:spChg>
        <pc:spChg chg="mod">
          <ac:chgData name="손동범" userId="0f89198e-5fc9-4501-bc9d-662a7644151c" providerId="ADAL" clId="{49C6B6F1-B4F3-4A73-ADAA-FE6BDC092771}" dt="2023-09-17T22:27:15.836" v="4993"/>
          <ac:spMkLst>
            <pc:docMk/>
            <pc:sldMk cId="544528924" sldId="875"/>
            <ac:spMk id="83" creationId="{5B882AB2-86BF-2F35-F762-49119CB387C8}"/>
          </ac:spMkLst>
        </pc:spChg>
        <pc:spChg chg="mod">
          <ac:chgData name="손동범" userId="0f89198e-5fc9-4501-bc9d-662a7644151c" providerId="ADAL" clId="{49C6B6F1-B4F3-4A73-ADAA-FE6BDC092771}" dt="2023-09-17T22:27:15.836" v="4993"/>
          <ac:spMkLst>
            <pc:docMk/>
            <pc:sldMk cId="544528924" sldId="875"/>
            <ac:spMk id="87" creationId="{93E59461-6A4E-4821-A409-CE44CC8C681B}"/>
          </ac:spMkLst>
        </pc:spChg>
        <pc:spChg chg="add del mod">
          <ac:chgData name="손동범" userId="0f89198e-5fc9-4501-bc9d-662a7644151c" providerId="ADAL" clId="{49C6B6F1-B4F3-4A73-ADAA-FE6BDC092771}" dt="2023-09-17T22:43:09.397" v="5462" actId="478"/>
          <ac:spMkLst>
            <pc:docMk/>
            <pc:sldMk cId="544528924" sldId="875"/>
            <ac:spMk id="88" creationId="{CE3312D5-1D93-FF52-5B1E-8CEDA66D15DA}"/>
          </ac:spMkLst>
        </pc:spChg>
        <pc:spChg chg="add del mod">
          <ac:chgData name="손동범" userId="0f89198e-5fc9-4501-bc9d-662a7644151c" providerId="ADAL" clId="{49C6B6F1-B4F3-4A73-ADAA-FE6BDC092771}" dt="2023-09-17T22:43:09.397" v="5462" actId="478"/>
          <ac:spMkLst>
            <pc:docMk/>
            <pc:sldMk cId="544528924" sldId="875"/>
            <ac:spMk id="90" creationId="{948BFA48-0780-C4BC-AF75-869AB3BE82AB}"/>
          </ac:spMkLst>
        </pc:spChg>
        <pc:spChg chg="mod">
          <ac:chgData name="손동범" userId="0f89198e-5fc9-4501-bc9d-662a7644151c" providerId="ADAL" clId="{49C6B6F1-B4F3-4A73-ADAA-FE6BDC092771}" dt="2023-09-17T22:27:15.836" v="4993"/>
          <ac:spMkLst>
            <pc:docMk/>
            <pc:sldMk cId="544528924" sldId="875"/>
            <ac:spMk id="91" creationId="{D11C99C8-8E32-0E8F-0976-A60E124F1464}"/>
          </ac:spMkLst>
        </pc:spChg>
        <pc:spChg chg="add del mod">
          <ac:chgData name="손동범" userId="0f89198e-5fc9-4501-bc9d-662a7644151c" providerId="ADAL" clId="{49C6B6F1-B4F3-4A73-ADAA-FE6BDC092771}" dt="2023-09-17T22:43:06.763" v="5460" actId="478"/>
          <ac:spMkLst>
            <pc:docMk/>
            <pc:sldMk cId="544528924" sldId="875"/>
            <ac:spMk id="92" creationId="{D8D55C09-13B5-909C-A5CA-4E564C9B1FB0}"/>
          </ac:spMkLst>
        </pc:spChg>
        <pc:spChg chg="mod">
          <ac:chgData name="손동범" userId="0f89198e-5fc9-4501-bc9d-662a7644151c" providerId="ADAL" clId="{49C6B6F1-B4F3-4A73-ADAA-FE6BDC092771}" dt="2023-09-17T22:27:15.836" v="4993"/>
          <ac:spMkLst>
            <pc:docMk/>
            <pc:sldMk cId="544528924" sldId="875"/>
            <ac:spMk id="93" creationId="{8B0039E0-0BC9-F012-0E0B-A04A9467C027}"/>
          </ac:spMkLst>
        </pc:spChg>
        <pc:spChg chg="add mod">
          <ac:chgData name="손동범" userId="0f89198e-5fc9-4501-bc9d-662a7644151c" providerId="ADAL" clId="{49C6B6F1-B4F3-4A73-ADAA-FE6BDC092771}" dt="2023-09-17T22:24:00.792" v="4942" actId="1076"/>
          <ac:spMkLst>
            <pc:docMk/>
            <pc:sldMk cId="544528924" sldId="875"/>
            <ac:spMk id="95" creationId="{1430853D-D26E-E654-4399-59527F1EDCE0}"/>
          </ac:spMkLst>
        </pc:spChg>
        <pc:spChg chg="add del mod">
          <ac:chgData name="손동범" userId="0f89198e-5fc9-4501-bc9d-662a7644151c" providerId="ADAL" clId="{49C6B6F1-B4F3-4A73-ADAA-FE6BDC092771}" dt="2023-09-17T20:45:01.696" v="3709" actId="478"/>
          <ac:spMkLst>
            <pc:docMk/>
            <pc:sldMk cId="544528924" sldId="875"/>
            <ac:spMk id="96" creationId="{7A795A46-21A4-B59B-D726-BFA528EA91D4}"/>
          </ac:spMkLst>
        </pc:spChg>
        <pc:spChg chg="mod">
          <ac:chgData name="손동범" userId="0f89198e-5fc9-4501-bc9d-662a7644151c" providerId="ADAL" clId="{49C6B6F1-B4F3-4A73-ADAA-FE6BDC092771}" dt="2023-09-17T22:29:15.313" v="5062"/>
          <ac:spMkLst>
            <pc:docMk/>
            <pc:sldMk cId="544528924" sldId="875"/>
            <ac:spMk id="100" creationId="{AC3DFFE4-1AD9-6CCD-F61B-1CDF41362648}"/>
          </ac:spMkLst>
        </pc:spChg>
        <pc:spChg chg="mod">
          <ac:chgData name="손동범" userId="0f89198e-5fc9-4501-bc9d-662a7644151c" providerId="ADAL" clId="{49C6B6F1-B4F3-4A73-ADAA-FE6BDC092771}" dt="2023-09-17T22:29:15.313" v="5062"/>
          <ac:spMkLst>
            <pc:docMk/>
            <pc:sldMk cId="544528924" sldId="875"/>
            <ac:spMk id="101" creationId="{1320B604-8BBC-69B6-A4F9-130FFC6A7769}"/>
          </ac:spMkLst>
        </pc:spChg>
        <pc:spChg chg="add del mod">
          <ac:chgData name="손동범" userId="0f89198e-5fc9-4501-bc9d-662a7644151c" providerId="ADAL" clId="{49C6B6F1-B4F3-4A73-ADAA-FE6BDC092771}" dt="2023-09-17T22:43:09.397" v="5462" actId="478"/>
          <ac:spMkLst>
            <pc:docMk/>
            <pc:sldMk cId="544528924" sldId="875"/>
            <ac:spMk id="102" creationId="{A6A9342D-112C-1361-5C10-D24C87194981}"/>
          </ac:spMkLst>
        </pc:spChg>
        <pc:spChg chg="mod">
          <ac:chgData name="손동범" userId="0f89198e-5fc9-4501-bc9d-662a7644151c" providerId="ADAL" clId="{49C6B6F1-B4F3-4A73-ADAA-FE6BDC092771}" dt="2023-09-17T22:29:15.313" v="5062"/>
          <ac:spMkLst>
            <pc:docMk/>
            <pc:sldMk cId="544528924" sldId="875"/>
            <ac:spMk id="103" creationId="{860CAC8B-171F-047D-9989-4B2DCF4E0C1C}"/>
          </ac:spMkLst>
        </pc:spChg>
        <pc:spChg chg="mod">
          <ac:chgData name="손동범" userId="0f89198e-5fc9-4501-bc9d-662a7644151c" providerId="ADAL" clId="{49C6B6F1-B4F3-4A73-ADAA-FE6BDC092771}" dt="2023-09-17T22:29:15.313" v="5062"/>
          <ac:spMkLst>
            <pc:docMk/>
            <pc:sldMk cId="544528924" sldId="875"/>
            <ac:spMk id="104" creationId="{F1EB9787-6D73-B0D2-052E-FBC0732BBA8F}"/>
          </ac:spMkLst>
        </pc:spChg>
        <pc:spChg chg="add del mod ord topLvl">
          <ac:chgData name="손동범" userId="0f89198e-5fc9-4501-bc9d-662a7644151c" providerId="ADAL" clId="{49C6B6F1-B4F3-4A73-ADAA-FE6BDC092771}" dt="2023-09-17T22:23:42.968" v="4929" actId="478"/>
          <ac:spMkLst>
            <pc:docMk/>
            <pc:sldMk cId="544528924" sldId="875"/>
            <ac:spMk id="106" creationId="{57B8293D-C166-3196-EDB4-736962FE9421}"/>
          </ac:spMkLst>
        </pc:spChg>
        <pc:spChg chg="mod">
          <ac:chgData name="손동범" userId="0f89198e-5fc9-4501-bc9d-662a7644151c" providerId="ADAL" clId="{49C6B6F1-B4F3-4A73-ADAA-FE6BDC092771}" dt="2023-09-17T22:29:19.051" v="5065"/>
          <ac:spMkLst>
            <pc:docMk/>
            <pc:sldMk cId="544528924" sldId="875"/>
            <ac:spMk id="110" creationId="{9CC3884F-5F02-91C0-F0A3-4701B47D8633}"/>
          </ac:spMkLst>
        </pc:spChg>
        <pc:spChg chg="mod">
          <ac:chgData name="손동범" userId="0f89198e-5fc9-4501-bc9d-662a7644151c" providerId="ADAL" clId="{49C6B6F1-B4F3-4A73-ADAA-FE6BDC092771}" dt="2023-09-17T22:29:19.051" v="5065"/>
          <ac:spMkLst>
            <pc:docMk/>
            <pc:sldMk cId="544528924" sldId="875"/>
            <ac:spMk id="111" creationId="{4B5F5253-1D0D-AC0F-3B84-CB25C211D3D5}"/>
          </ac:spMkLst>
        </pc:spChg>
        <pc:spChg chg="add del mod topLvl">
          <ac:chgData name="손동범" userId="0f89198e-5fc9-4501-bc9d-662a7644151c" providerId="ADAL" clId="{49C6B6F1-B4F3-4A73-ADAA-FE6BDC092771}" dt="2023-09-17T22:23:42.968" v="4929" actId="478"/>
          <ac:spMkLst>
            <pc:docMk/>
            <pc:sldMk cId="544528924" sldId="875"/>
            <ac:spMk id="112" creationId="{086CA728-FB9A-3EA9-E956-0BDE0D43198C}"/>
          </ac:spMkLst>
        </pc:spChg>
        <pc:spChg chg="add del mod topLvl">
          <ac:chgData name="손동범" userId="0f89198e-5fc9-4501-bc9d-662a7644151c" providerId="ADAL" clId="{49C6B6F1-B4F3-4A73-ADAA-FE6BDC092771}" dt="2023-09-17T22:23:42.968" v="4929" actId="478"/>
          <ac:spMkLst>
            <pc:docMk/>
            <pc:sldMk cId="544528924" sldId="875"/>
            <ac:spMk id="113" creationId="{F3879E4A-C4B1-5F30-CC07-2DE06630CEE6}"/>
          </ac:spMkLst>
        </pc:spChg>
        <pc:spChg chg="mod">
          <ac:chgData name="손동범" userId="0f89198e-5fc9-4501-bc9d-662a7644151c" providerId="ADAL" clId="{49C6B6F1-B4F3-4A73-ADAA-FE6BDC092771}" dt="2023-09-17T22:29:19.051" v="5065"/>
          <ac:spMkLst>
            <pc:docMk/>
            <pc:sldMk cId="544528924" sldId="875"/>
            <ac:spMk id="114" creationId="{B6E603BC-D39A-D4CE-03B2-64FA883CA187}"/>
          </ac:spMkLst>
        </pc:spChg>
        <pc:spChg chg="mod">
          <ac:chgData name="손동범" userId="0f89198e-5fc9-4501-bc9d-662a7644151c" providerId="ADAL" clId="{49C6B6F1-B4F3-4A73-ADAA-FE6BDC092771}" dt="2023-09-17T22:29:19.051" v="5065"/>
          <ac:spMkLst>
            <pc:docMk/>
            <pc:sldMk cId="544528924" sldId="875"/>
            <ac:spMk id="115" creationId="{8E88E56E-E869-1CD1-BCC5-A6C6EB3548B1}"/>
          </ac:spMkLst>
        </pc:spChg>
        <pc:spChg chg="add del mod">
          <ac:chgData name="손동범" userId="0f89198e-5fc9-4501-bc9d-662a7644151c" providerId="ADAL" clId="{49C6B6F1-B4F3-4A73-ADAA-FE6BDC092771}" dt="2023-09-17T22:30:57.281" v="5145" actId="478"/>
          <ac:spMkLst>
            <pc:docMk/>
            <pc:sldMk cId="544528924" sldId="875"/>
            <ac:spMk id="116" creationId="{77B53593-0AAD-7F0D-1AAE-B1F65D42A46F}"/>
          </ac:spMkLst>
        </pc:spChg>
        <pc:spChg chg="add del mod">
          <ac:chgData name="손동범" userId="0f89198e-5fc9-4501-bc9d-662a7644151c" providerId="ADAL" clId="{49C6B6F1-B4F3-4A73-ADAA-FE6BDC092771}" dt="2023-09-17T20:44:22.071" v="3694"/>
          <ac:spMkLst>
            <pc:docMk/>
            <pc:sldMk cId="544528924" sldId="875"/>
            <ac:spMk id="117" creationId="{16325C1A-739C-F5D4-D25E-C3B46DE837FE}"/>
          </ac:spMkLst>
        </pc:spChg>
        <pc:spChg chg="add del mod">
          <ac:chgData name="손동범" userId="0f89198e-5fc9-4501-bc9d-662a7644151c" providerId="ADAL" clId="{49C6B6F1-B4F3-4A73-ADAA-FE6BDC092771}" dt="2023-09-17T22:30:57.281" v="5145" actId="478"/>
          <ac:spMkLst>
            <pc:docMk/>
            <pc:sldMk cId="544528924" sldId="875"/>
            <ac:spMk id="118" creationId="{228A7D59-C4B8-39CA-9151-5A4779BCE672}"/>
          </ac:spMkLst>
        </pc:spChg>
        <pc:spChg chg="add del mod">
          <ac:chgData name="손동범" userId="0f89198e-5fc9-4501-bc9d-662a7644151c" providerId="ADAL" clId="{49C6B6F1-B4F3-4A73-ADAA-FE6BDC092771}" dt="2023-09-17T22:30:57.281" v="5145" actId="478"/>
          <ac:spMkLst>
            <pc:docMk/>
            <pc:sldMk cId="544528924" sldId="875"/>
            <ac:spMk id="119" creationId="{D0EFEAD6-A1CC-61E8-1E79-812C3954EE33}"/>
          </ac:spMkLst>
        </pc:spChg>
        <pc:spChg chg="add del mod topLvl">
          <ac:chgData name="손동범" userId="0f89198e-5fc9-4501-bc9d-662a7644151c" providerId="ADAL" clId="{49C6B6F1-B4F3-4A73-ADAA-FE6BDC092771}" dt="2023-09-17T22:23:42.968" v="4929" actId="478"/>
          <ac:spMkLst>
            <pc:docMk/>
            <pc:sldMk cId="544528924" sldId="875"/>
            <ac:spMk id="121" creationId="{75CC9B12-E811-13A1-6AE6-4CA5BE656EBA}"/>
          </ac:spMkLst>
        </pc:spChg>
        <pc:spChg chg="add del mod">
          <ac:chgData name="손동범" userId="0f89198e-5fc9-4501-bc9d-662a7644151c" providerId="ADAL" clId="{49C6B6F1-B4F3-4A73-ADAA-FE6BDC092771}" dt="2023-09-17T22:43:09.397" v="5462" actId="478"/>
          <ac:spMkLst>
            <pc:docMk/>
            <pc:sldMk cId="544528924" sldId="875"/>
            <ac:spMk id="122" creationId="{F2EFD22B-D92E-D235-54AB-1F10C81CD831}"/>
          </ac:spMkLst>
        </pc:spChg>
        <pc:spChg chg="add del mod">
          <ac:chgData name="손동범" userId="0f89198e-5fc9-4501-bc9d-662a7644151c" providerId="ADAL" clId="{49C6B6F1-B4F3-4A73-ADAA-FE6BDC092771}" dt="2023-09-17T22:43:07.433" v="5461" actId="478"/>
          <ac:spMkLst>
            <pc:docMk/>
            <pc:sldMk cId="544528924" sldId="875"/>
            <ac:spMk id="123" creationId="{E8FD1CA3-2AF7-DD2E-F2FC-D8441BE2CFF4}"/>
          </ac:spMkLst>
        </pc:spChg>
        <pc:spChg chg="add del mod">
          <ac:chgData name="손동범" userId="0f89198e-5fc9-4501-bc9d-662a7644151c" providerId="ADAL" clId="{49C6B6F1-B4F3-4A73-ADAA-FE6BDC092771}" dt="2023-09-17T20:53:53.675" v="3832"/>
          <ac:spMkLst>
            <pc:docMk/>
            <pc:sldMk cId="544528924" sldId="875"/>
            <ac:spMk id="125" creationId="{1CB822BD-AA3A-3CAC-7110-2F1195674493}"/>
          </ac:spMkLst>
        </pc:spChg>
        <pc:spChg chg="mod">
          <ac:chgData name="손동범" userId="0f89198e-5fc9-4501-bc9d-662a7644151c" providerId="ADAL" clId="{49C6B6F1-B4F3-4A73-ADAA-FE6BDC092771}" dt="2023-09-17T22:29:29.008" v="5074"/>
          <ac:spMkLst>
            <pc:docMk/>
            <pc:sldMk cId="544528924" sldId="875"/>
            <ac:spMk id="126" creationId="{4BEEE834-31D0-6EF8-C0A0-F3D4B11759B6}"/>
          </ac:spMkLst>
        </pc:spChg>
        <pc:spChg chg="mod">
          <ac:chgData name="손동범" userId="0f89198e-5fc9-4501-bc9d-662a7644151c" providerId="ADAL" clId="{49C6B6F1-B4F3-4A73-ADAA-FE6BDC092771}" dt="2023-09-17T22:29:29.008" v="5074"/>
          <ac:spMkLst>
            <pc:docMk/>
            <pc:sldMk cId="544528924" sldId="875"/>
            <ac:spMk id="128" creationId="{FD2E20B7-8251-4541-CB95-3C64B9E4C3E7}"/>
          </ac:spMkLst>
        </pc:spChg>
        <pc:spChg chg="mod">
          <ac:chgData name="손동범" userId="0f89198e-5fc9-4501-bc9d-662a7644151c" providerId="ADAL" clId="{49C6B6F1-B4F3-4A73-ADAA-FE6BDC092771}" dt="2023-09-17T22:29:29.008" v="5074"/>
          <ac:spMkLst>
            <pc:docMk/>
            <pc:sldMk cId="544528924" sldId="875"/>
            <ac:spMk id="129" creationId="{6919CE53-83B2-C130-ADC5-EAC1B5378A70}"/>
          </ac:spMkLst>
        </pc:spChg>
        <pc:spChg chg="mod">
          <ac:chgData name="손동범" userId="0f89198e-5fc9-4501-bc9d-662a7644151c" providerId="ADAL" clId="{49C6B6F1-B4F3-4A73-ADAA-FE6BDC092771}" dt="2023-09-17T22:29:29.008" v="5074"/>
          <ac:spMkLst>
            <pc:docMk/>
            <pc:sldMk cId="544528924" sldId="875"/>
            <ac:spMk id="131" creationId="{7D19905A-0827-87E0-E0DB-83ED0CAA235C}"/>
          </ac:spMkLst>
        </pc:spChg>
        <pc:spChg chg="add del mod">
          <ac:chgData name="손동범" userId="0f89198e-5fc9-4501-bc9d-662a7644151c" providerId="ADAL" clId="{49C6B6F1-B4F3-4A73-ADAA-FE6BDC092771}" dt="2023-09-17T22:43:09.397" v="5462" actId="478"/>
          <ac:spMkLst>
            <pc:docMk/>
            <pc:sldMk cId="544528924" sldId="875"/>
            <ac:spMk id="133" creationId="{B988496E-4642-9128-56D6-25B37CDC53A8}"/>
          </ac:spMkLst>
        </pc:spChg>
        <pc:spChg chg="add mod">
          <ac:chgData name="손동범" userId="0f89198e-5fc9-4501-bc9d-662a7644151c" providerId="ADAL" clId="{49C6B6F1-B4F3-4A73-ADAA-FE6BDC092771}" dt="2023-09-17T22:30:52.287" v="5143" actId="1076"/>
          <ac:spMkLst>
            <pc:docMk/>
            <pc:sldMk cId="544528924" sldId="875"/>
            <ac:spMk id="137" creationId="{C1A7F07D-512A-99B6-022E-46CC956BAB3E}"/>
          </ac:spMkLst>
        </pc:spChg>
        <pc:spChg chg="mod">
          <ac:chgData name="손동범" userId="0f89198e-5fc9-4501-bc9d-662a7644151c" providerId="ADAL" clId="{49C6B6F1-B4F3-4A73-ADAA-FE6BDC092771}" dt="2023-09-17T22:30:59.099" v="5146"/>
          <ac:spMkLst>
            <pc:docMk/>
            <pc:sldMk cId="544528924" sldId="875"/>
            <ac:spMk id="139" creationId="{81DEAA9E-294D-41A9-C44D-1D160929E6B1}"/>
          </ac:spMkLst>
        </pc:spChg>
        <pc:spChg chg="mod">
          <ac:chgData name="손동범" userId="0f89198e-5fc9-4501-bc9d-662a7644151c" providerId="ADAL" clId="{49C6B6F1-B4F3-4A73-ADAA-FE6BDC092771}" dt="2023-09-17T22:30:59.099" v="5146"/>
          <ac:spMkLst>
            <pc:docMk/>
            <pc:sldMk cId="544528924" sldId="875"/>
            <ac:spMk id="140" creationId="{25C984D3-F08C-A286-E809-D01BDC1D5A10}"/>
          </ac:spMkLst>
        </pc:spChg>
        <pc:spChg chg="mod">
          <ac:chgData name="손동범" userId="0f89198e-5fc9-4501-bc9d-662a7644151c" providerId="ADAL" clId="{49C6B6F1-B4F3-4A73-ADAA-FE6BDC092771}" dt="2023-09-17T22:30:59.099" v="5146"/>
          <ac:spMkLst>
            <pc:docMk/>
            <pc:sldMk cId="544528924" sldId="875"/>
            <ac:spMk id="141" creationId="{B3033A80-AEB8-F27F-6B68-F9EA2DE9667B}"/>
          </ac:spMkLst>
        </pc:spChg>
        <pc:spChg chg="mod">
          <ac:chgData name="손동범" userId="0f89198e-5fc9-4501-bc9d-662a7644151c" providerId="ADAL" clId="{49C6B6F1-B4F3-4A73-ADAA-FE6BDC092771}" dt="2023-09-17T22:30:59.099" v="5146"/>
          <ac:spMkLst>
            <pc:docMk/>
            <pc:sldMk cId="544528924" sldId="875"/>
            <ac:spMk id="142" creationId="{61FFAE72-6884-84FB-A9CD-4DF577399509}"/>
          </ac:spMkLst>
        </pc:spChg>
        <pc:spChg chg="mod">
          <ac:chgData name="손동범" userId="0f89198e-5fc9-4501-bc9d-662a7644151c" providerId="ADAL" clId="{49C6B6F1-B4F3-4A73-ADAA-FE6BDC092771}" dt="2023-09-17T22:31:47.696" v="5161"/>
          <ac:spMkLst>
            <pc:docMk/>
            <pc:sldMk cId="544528924" sldId="875"/>
            <ac:spMk id="145" creationId="{8AA5B286-C439-95C3-F186-768573268027}"/>
          </ac:spMkLst>
        </pc:spChg>
        <pc:spChg chg="mod">
          <ac:chgData name="손동범" userId="0f89198e-5fc9-4501-bc9d-662a7644151c" providerId="ADAL" clId="{49C6B6F1-B4F3-4A73-ADAA-FE6BDC092771}" dt="2023-09-17T22:31:47.696" v="5161"/>
          <ac:spMkLst>
            <pc:docMk/>
            <pc:sldMk cId="544528924" sldId="875"/>
            <ac:spMk id="146" creationId="{7DDD6C11-7F63-1B66-A478-32AE664AED8F}"/>
          </ac:spMkLst>
        </pc:spChg>
        <pc:spChg chg="mod">
          <ac:chgData name="손동범" userId="0f89198e-5fc9-4501-bc9d-662a7644151c" providerId="ADAL" clId="{49C6B6F1-B4F3-4A73-ADAA-FE6BDC092771}" dt="2023-09-17T22:31:47.696" v="5161"/>
          <ac:spMkLst>
            <pc:docMk/>
            <pc:sldMk cId="544528924" sldId="875"/>
            <ac:spMk id="147" creationId="{2CF67700-E555-381F-F4D3-33394F30D7C3}"/>
          </ac:spMkLst>
        </pc:spChg>
        <pc:spChg chg="mod">
          <ac:chgData name="손동범" userId="0f89198e-5fc9-4501-bc9d-662a7644151c" providerId="ADAL" clId="{49C6B6F1-B4F3-4A73-ADAA-FE6BDC092771}" dt="2023-09-17T22:31:47.696" v="5161"/>
          <ac:spMkLst>
            <pc:docMk/>
            <pc:sldMk cId="544528924" sldId="875"/>
            <ac:spMk id="148" creationId="{F9C5BA9C-5F2F-AC8D-5869-A13AAC40A697}"/>
          </ac:spMkLst>
        </pc:spChg>
        <pc:spChg chg="mod">
          <ac:chgData name="손동범" userId="0f89198e-5fc9-4501-bc9d-662a7644151c" providerId="ADAL" clId="{49C6B6F1-B4F3-4A73-ADAA-FE6BDC092771}" dt="2023-09-17T22:37:23.489" v="5305"/>
          <ac:spMkLst>
            <pc:docMk/>
            <pc:sldMk cId="544528924" sldId="875"/>
            <ac:spMk id="154" creationId="{AB4BB9CF-3AAB-4007-8C11-FD7BD843E4F6}"/>
          </ac:spMkLst>
        </pc:spChg>
        <pc:spChg chg="mod">
          <ac:chgData name="손동범" userId="0f89198e-5fc9-4501-bc9d-662a7644151c" providerId="ADAL" clId="{49C6B6F1-B4F3-4A73-ADAA-FE6BDC092771}" dt="2023-09-17T22:37:23.489" v="5305"/>
          <ac:spMkLst>
            <pc:docMk/>
            <pc:sldMk cId="544528924" sldId="875"/>
            <ac:spMk id="155" creationId="{499888E6-08B3-6056-B1F3-6E9B7BF9E2CF}"/>
          </ac:spMkLst>
        </pc:spChg>
        <pc:spChg chg="mod">
          <ac:chgData name="손동범" userId="0f89198e-5fc9-4501-bc9d-662a7644151c" providerId="ADAL" clId="{49C6B6F1-B4F3-4A73-ADAA-FE6BDC092771}" dt="2023-09-17T22:37:23.489" v="5305"/>
          <ac:spMkLst>
            <pc:docMk/>
            <pc:sldMk cId="544528924" sldId="875"/>
            <ac:spMk id="156" creationId="{55CBCD9F-F5E0-C9D0-1502-6DDF5D321F70}"/>
          </ac:spMkLst>
        </pc:spChg>
        <pc:spChg chg="mod">
          <ac:chgData name="손동범" userId="0f89198e-5fc9-4501-bc9d-662a7644151c" providerId="ADAL" clId="{49C6B6F1-B4F3-4A73-ADAA-FE6BDC092771}" dt="2023-09-17T22:37:23.489" v="5305"/>
          <ac:spMkLst>
            <pc:docMk/>
            <pc:sldMk cId="544528924" sldId="875"/>
            <ac:spMk id="157" creationId="{2292AFE2-D2E3-7867-E0FF-10D323C1EAA3}"/>
          </ac:spMkLst>
        </pc:spChg>
        <pc:spChg chg="add mod">
          <ac:chgData name="손동범" userId="0f89198e-5fc9-4501-bc9d-662a7644151c" providerId="ADAL" clId="{49C6B6F1-B4F3-4A73-ADAA-FE6BDC092771}" dt="2023-09-17T22:41:02.532" v="5413" actId="1076"/>
          <ac:spMkLst>
            <pc:docMk/>
            <pc:sldMk cId="544528924" sldId="875"/>
            <ac:spMk id="165" creationId="{03070BD8-C7FA-BED4-57A4-54B38CD5ACBC}"/>
          </ac:spMkLst>
        </pc:spChg>
        <pc:spChg chg="add mod">
          <ac:chgData name="손동범" userId="0f89198e-5fc9-4501-bc9d-662a7644151c" providerId="ADAL" clId="{49C6B6F1-B4F3-4A73-ADAA-FE6BDC092771}" dt="2023-09-17T22:42:30.203" v="5442" actId="1076"/>
          <ac:spMkLst>
            <pc:docMk/>
            <pc:sldMk cId="544528924" sldId="875"/>
            <ac:spMk id="168" creationId="{1700A856-EBD8-A458-2D2E-F6A2332E5E41}"/>
          </ac:spMkLst>
        </pc:spChg>
        <pc:spChg chg="add mod">
          <ac:chgData name="손동범" userId="0f89198e-5fc9-4501-bc9d-662a7644151c" providerId="ADAL" clId="{49C6B6F1-B4F3-4A73-ADAA-FE6BDC092771}" dt="2023-09-17T22:42:34.582" v="5450" actId="20577"/>
          <ac:spMkLst>
            <pc:docMk/>
            <pc:sldMk cId="544528924" sldId="875"/>
            <ac:spMk id="169" creationId="{884CBC19-CB5B-803C-9FF9-ED4F6EBDF636}"/>
          </ac:spMkLst>
        </pc:spChg>
        <pc:spChg chg="add mod">
          <ac:chgData name="손동범" userId="0f89198e-5fc9-4501-bc9d-662a7644151c" providerId="ADAL" clId="{49C6B6F1-B4F3-4A73-ADAA-FE6BDC092771}" dt="2023-09-17T22:42:55.877" v="5459" actId="20577"/>
          <ac:spMkLst>
            <pc:docMk/>
            <pc:sldMk cId="544528924" sldId="875"/>
            <ac:spMk id="172" creationId="{2A4BC2F0-2119-F74D-BE42-9CA51437EBBE}"/>
          </ac:spMkLst>
        </pc:spChg>
        <pc:spChg chg="add mod">
          <ac:chgData name="손동범" userId="0f89198e-5fc9-4501-bc9d-662a7644151c" providerId="ADAL" clId="{49C6B6F1-B4F3-4A73-ADAA-FE6BDC092771}" dt="2023-09-17T22:53:53.582" v="5616" actId="20577"/>
          <ac:spMkLst>
            <pc:docMk/>
            <pc:sldMk cId="544528924" sldId="875"/>
            <ac:spMk id="175" creationId="{AB8027B0-63CC-C61E-742F-2BF5383C0F67}"/>
          </ac:spMkLst>
        </pc:spChg>
        <pc:grpChg chg="add del mod">
          <ac:chgData name="손동범" userId="0f89198e-5fc9-4501-bc9d-662a7644151c" providerId="ADAL" clId="{49C6B6F1-B4F3-4A73-ADAA-FE6BDC092771}" dt="2023-09-17T22:22:23.418" v="4880" actId="165"/>
          <ac:grpSpMkLst>
            <pc:docMk/>
            <pc:sldMk cId="544528924" sldId="875"/>
            <ac:grpSpMk id="2" creationId="{73A8A54B-5492-0999-6720-6ABA5E0F9EE4}"/>
          </ac:grpSpMkLst>
        </pc:grpChg>
        <pc:grpChg chg="add mod">
          <ac:chgData name="손동범" userId="0f89198e-5fc9-4501-bc9d-662a7644151c" providerId="ADAL" clId="{49C6B6F1-B4F3-4A73-ADAA-FE6BDC092771}" dt="2023-09-17T22:29:28.543" v="5073" actId="1076"/>
          <ac:grpSpMkLst>
            <pc:docMk/>
            <pc:sldMk cId="544528924" sldId="875"/>
            <ac:grpSpMk id="30" creationId="{EC283124-E6DF-978C-D28D-8F2DCEA3B541}"/>
          </ac:grpSpMkLst>
        </pc:grpChg>
        <pc:grpChg chg="add del mod">
          <ac:chgData name="손동범" userId="0f89198e-5fc9-4501-bc9d-662a7644151c" providerId="ADAL" clId="{49C6B6F1-B4F3-4A73-ADAA-FE6BDC092771}" dt="2023-09-17T22:27:03.809" v="4985" actId="478"/>
          <ac:grpSpMkLst>
            <pc:docMk/>
            <pc:sldMk cId="544528924" sldId="875"/>
            <ac:grpSpMk id="43" creationId="{75EB0682-A958-5C29-0D8B-D6A683E7A70A}"/>
          </ac:grpSpMkLst>
        </pc:grpChg>
        <pc:grpChg chg="add del mod">
          <ac:chgData name="손동범" userId="0f89198e-5fc9-4501-bc9d-662a7644151c" providerId="ADAL" clId="{49C6B6F1-B4F3-4A73-ADAA-FE6BDC092771}" dt="2023-09-17T22:28:08.908" v="5028" actId="478"/>
          <ac:grpSpMkLst>
            <pc:docMk/>
            <pc:sldMk cId="544528924" sldId="875"/>
            <ac:grpSpMk id="56" creationId="{94A43BAE-49D8-8792-4DF1-BFEAAB71A812}"/>
          </ac:grpSpMkLst>
        </pc:grpChg>
        <pc:grpChg chg="add del mod">
          <ac:chgData name="손동범" userId="0f89198e-5fc9-4501-bc9d-662a7644151c" providerId="ADAL" clId="{49C6B6F1-B4F3-4A73-ADAA-FE6BDC092771}" dt="2023-09-17T22:28:09.621" v="5030" actId="478"/>
          <ac:grpSpMkLst>
            <pc:docMk/>
            <pc:sldMk cId="544528924" sldId="875"/>
            <ac:grpSpMk id="64" creationId="{56C523A0-01DB-BA6D-4D0D-26F573EC55A1}"/>
          </ac:grpSpMkLst>
        </pc:grpChg>
        <pc:grpChg chg="add del mod">
          <ac:chgData name="손동범" userId="0f89198e-5fc9-4501-bc9d-662a7644151c" providerId="ADAL" clId="{49C6B6F1-B4F3-4A73-ADAA-FE6BDC092771}" dt="2023-09-17T22:28:09.260" v="5029" actId="478"/>
          <ac:grpSpMkLst>
            <pc:docMk/>
            <pc:sldMk cId="544528924" sldId="875"/>
            <ac:grpSpMk id="82" creationId="{D883AE40-731E-74D4-9840-6E7242484335}"/>
          </ac:grpSpMkLst>
        </pc:grpChg>
        <pc:grpChg chg="add mod">
          <ac:chgData name="손동범" userId="0f89198e-5fc9-4501-bc9d-662a7644151c" providerId="ADAL" clId="{49C6B6F1-B4F3-4A73-ADAA-FE6BDC092771}" dt="2023-09-17T22:29:28.543" v="5073" actId="1076"/>
          <ac:grpSpMkLst>
            <pc:docMk/>
            <pc:sldMk cId="544528924" sldId="875"/>
            <ac:grpSpMk id="98" creationId="{B26673BB-D048-DCD9-3220-144F5AF64A9A}"/>
          </ac:grpSpMkLst>
        </pc:grpChg>
        <pc:grpChg chg="add mod">
          <ac:chgData name="손동범" userId="0f89198e-5fc9-4501-bc9d-662a7644151c" providerId="ADAL" clId="{49C6B6F1-B4F3-4A73-ADAA-FE6BDC092771}" dt="2023-09-17T22:29:28.543" v="5073" actId="1076"/>
          <ac:grpSpMkLst>
            <pc:docMk/>
            <pc:sldMk cId="544528924" sldId="875"/>
            <ac:grpSpMk id="109" creationId="{5DBFE762-800E-5BC9-E3E7-323DDF693AE9}"/>
          </ac:grpSpMkLst>
        </pc:grpChg>
        <pc:grpChg chg="add mod">
          <ac:chgData name="손동범" userId="0f89198e-5fc9-4501-bc9d-662a7644151c" providerId="ADAL" clId="{49C6B6F1-B4F3-4A73-ADAA-FE6BDC092771}" dt="2023-09-17T22:29:33.373" v="5085" actId="1037"/>
          <ac:grpSpMkLst>
            <pc:docMk/>
            <pc:sldMk cId="544528924" sldId="875"/>
            <ac:grpSpMk id="125" creationId="{0FDA0586-7B34-1166-81B8-A21B3DC5836A}"/>
          </ac:grpSpMkLst>
        </pc:grpChg>
        <pc:grpChg chg="add del mod">
          <ac:chgData name="손동범" userId="0f89198e-5fc9-4501-bc9d-662a7644151c" providerId="ADAL" clId="{49C6B6F1-B4F3-4A73-ADAA-FE6BDC092771}" dt="2023-09-17T22:35:02.018" v="5246" actId="478"/>
          <ac:grpSpMkLst>
            <pc:docMk/>
            <pc:sldMk cId="544528924" sldId="875"/>
            <ac:grpSpMk id="138" creationId="{DC8CF7F9-305A-2002-826C-7009EFE0EB0A}"/>
          </ac:grpSpMkLst>
        </pc:grpChg>
        <pc:grpChg chg="add del mod">
          <ac:chgData name="손동범" userId="0f89198e-5fc9-4501-bc9d-662a7644151c" providerId="ADAL" clId="{49C6B6F1-B4F3-4A73-ADAA-FE6BDC092771}" dt="2023-09-17T22:35:02.018" v="5246" actId="478"/>
          <ac:grpSpMkLst>
            <pc:docMk/>
            <pc:sldMk cId="544528924" sldId="875"/>
            <ac:grpSpMk id="144" creationId="{FEFF68CD-F245-B468-8FC5-0A9BEA19B354}"/>
          </ac:grpSpMkLst>
        </pc:grpChg>
        <pc:grpChg chg="add del mod">
          <ac:chgData name="손동범" userId="0f89198e-5fc9-4501-bc9d-662a7644151c" providerId="ADAL" clId="{49C6B6F1-B4F3-4A73-ADAA-FE6BDC092771}" dt="2023-09-17T22:37:24.260" v="5306"/>
          <ac:grpSpMkLst>
            <pc:docMk/>
            <pc:sldMk cId="544528924" sldId="875"/>
            <ac:grpSpMk id="153" creationId="{5D651CC2-426E-B563-8BD8-5F9EFEB6F7E7}"/>
          </ac:grpSpMkLst>
        </pc:grpChg>
        <pc:graphicFrameChg chg="add del mod">
          <ac:chgData name="손동범" userId="0f89198e-5fc9-4501-bc9d-662a7644151c" providerId="ADAL" clId="{49C6B6F1-B4F3-4A73-ADAA-FE6BDC092771}" dt="2023-09-17T19:30:31.578" v="2899" actId="478"/>
          <ac:graphicFrameMkLst>
            <pc:docMk/>
            <pc:sldMk cId="544528924" sldId="875"/>
            <ac:graphicFrameMk id="2" creationId="{690C85EC-7F04-DB88-E3E4-AF7B16D4A621}"/>
          </ac:graphicFrameMkLst>
        </pc:graphicFrameChg>
        <pc:graphicFrameChg chg="add mod modGraphic">
          <ac:chgData name="손동범" userId="0f89198e-5fc9-4501-bc9d-662a7644151c" providerId="ADAL" clId="{49C6B6F1-B4F3-4A73-ADAA-FE6BDC092771}" dt="2023-09-17T22:29:28.543" v="5073" actId="1076"/>
          <ac:graphicFrameMkLst>
            <pc:docMk/>
            <pc:sldMk cId="544528924" sldId="875"/>
            <ac:graphicFrameMk id="31" creationId="{1ACA9571-3C29-947A-0AEB-AEA3DB1E6CD1}"/>
          </ac:graphicFrameMkLst>
        </pc:graphicFrameChg>
        <pc:graphicFrameChg chg="add mod modGraphic">
          <ac:chgData name="손동범" userId="0f89198e-5fc9-4501-bc9d-662a7644151c" providerId="ADAL" clId="{49C6B6F1-B4F3-4A73-ADAA-FE6BDC092771}" dt="2023-09-17T22:34:01.626" v="5245" actId="20577"/>
          <ac:graphicFrameMkLst>
            <pc:docMk/>
            <pc:sldMk cId="544528924" sldId="875"/>
            <ac:graphicFrameMk id="35" creationId="{79B0BE28-361A-0A1C-DEE5-CDAA99142B43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27:03.809" v="4985" actId="478"/>
          <ac:graphicFrameMkLst>
            <pc:docMk/>
            <pc:sldMk cId="544528924" sldId="875"/>
            <ac:graphicFrameMk id="49" creationId="{C0CCBEC2-3C5F-D6B4-655C-6085442D1FE2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27:03.809" v="4985" actId="478"/>
          <ac:graphicFrameMkLst>
            <pc:docMk/>
            <pc:sldMk cId="544528924" sldId="875"/>
            <ac:graphicFrameMk id="55" creationId="{4D41D0AB-64E2-7A52-0EED-0420C09D4164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28:13.729" v="5035" actId="478"/>
          <ac:graphicFrameMkLst>
            <pc:docMk/>
            <pc:sldMk cId="544528924" sldId="875"/>
            <ac:graphicFrameMk id="62" creationId="{D7F6CC12-4EC2-96D6-8DD8-2E14DA220F4D}"/>
          </ac:graphicFrameMkLst>
        </pc:graphicFrameChg>
        <pc:graphicFrameChg chg="add del mod">
          <ac:chgData name="손동범" userId="0f89198e-5fc9-4501-bc9d-662a7644151c" providerId="ADAL" clId="{49C6B6F1-B4F3-4A73-ADAA-FE6BDC092771}" dt="2023-09-17T22:28:11.292" v="5033" actId="478"/>
          <ac:graphicFrameMkLst>
            <pc:docMk/>
            <pc:sldMk cId="544528924" sldId="875"/>
            <ac:graphicFrameMk id="63" creationId="{0F98A609-1857-0526-289F-28B51C3D106F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43:09.397" v="5462" actId="478"/>
          <ac:graphicFrameMkLst>
            <pc:docMk/>
            <pc:sldMk cId="544528924" sldId="875"/>
            <ac:graphicFrameMk id="76" creationId="{E26464BD-CC18-C110-7515-CB48162B8EB8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28:15.888" v="5037" actId="478"/>
          <ac:graphicFrameMkLst>
            <pc:docMk/>
            <pc:sldMk cId="544528924" sldId="875"/>
            <ac:graphicFrameMk id="79" creationId="{EE3A87FB-0EBA-A7BA-B965-EA9B4041521D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19:42:06.627" v="3138" actId="478"/>
          <ac:graphicFrameMkLst>
            <pc:docMk/>
            <pc:sldMk cId="544528924" sldId="875"/>
            <ac:graphicFrameMk id="81" creationId="{6CF289C2-961A-7ADD-5888-368A725E1987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28:10.760" v="5032" actId="478"/>
          <ac:graphicFrameMkLst>
            <pc:docMk/>
            <pc:sldMk cId="544528924" sldId="875"/>
            <ac:graphicFrameMk id="81" creationId="{6DACD955-FE5C-B116-8392-779B7230CB0A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19:42:26.447" v="3145" actId="478"/>
          <ac:graphicFrameMkLst>
            <pc:docMk/>
            <pc:sldMk cId="544528924" sldId="875"/>
            <ac:graphicFrameMk id="82" creationId="{A002E43C-494B-3DD4-8107-69C7BE1392ED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19:42:57.551" v="3149" actId="478"/>
          <ac:graphicFrameMkLst>
            <pc:docMk/>
            <pc:sldMk cId="544528924" sldId="875"/>
            <ac:graphicFrameMk id="83" creationId="{0515F715-8CB5-F0A2-FA55-480936090707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43:09.397" v="5462" actId="478"/>
          <ac:graphicFrameMkLst>
            <pc:docMk/>
            <pc:sldMk cId="544528924" sldId="875"/>
            <ac:graphicFrameMk id="84" creationId="{1C393A73-D0B3-9536-2482-AD8541CA0660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28:22.233" v="5042" actId="478"/>
          <ac:graphicFrameMkLst>
            <pc:docMk/>
            <pc:sldMk cId="544528924" sldId="875"/>
            <ac:graphicFrameMk id="96" creationId="{D19EEB38-5AE4-F28F-B454-99FB4E112F1A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28:22.233" v="5042" actId="478"/>
          <ac:graphicFrameMkLst>
            <pc:docMk/>
            <pc:sldMk cId="544528924" sldId="875"/>
            <ac:graphicFrameMk id="97" creationId="{DD8F0957-EBF1-E909-FE67-A6F339B9A1D5}"/>
          </ac:graphicFrameMkLst>
        </pc:graphicFrameChg>
        <pc:graphicFrameChg chg="add mod modGraphic">
          <ac:chgData name="손동범" userId="0f89198e-5fc9-4501-bc9d-662a7644151c" providerId="ADAL" clId="{49C6B6F1-B4F3-4A73-ADAA-FE6BDC092771}" dt="2023-09-17T22:29:42.647" v="5093" actId="6549"/>
          <ac:graphicFrameMkLst>
            <pc:docMk/>
            <pc:sldMk cId="544528924" sldId="875"/>
            <ac:graphicFrameMk id="105" creationId="{6C094E0D-05E6-D0DB-8214-EE8F96BF2672}"/>
          </ac:graphicFrameMkLst>
        </pc:graphicFrameChg>
        <pc:graphicFrameChg chg="add del mod">
          <ac:chgData name="손동범" userId="0f89198e-5fc9-4501-bc9d-662a7644151c" providerId="ADAL" clId="{49C6B6F1-B4F3-4A73-ADAA-FE6BDC092771}" dt="2023-09-17T22:30:05.643" v="5131" actId="478"/>
          <ac:graphicFrameMkLst>
            <pc:docMk/>
            <pc:sldMk cId="544528924" sldId="875"/>
            <ac:graphicFrameMk id="108" creationId="{F423AF26-586D-683F-3F15-274151FB87FF}"/>
          </ac:graphicFrameMkLst>
        </pc:graphicFrameChg>
        <pc:graphicFrameChg chg="add mod modGraphic">
          <ac:chgData name="손동범" userId="0f89198e-5fc9-4501-bc9d-662a7644151c" providerId="ADAL" clId="{49C6B6F1-B4F3-4A73-ADAA-FE6BDC092771}" dt="2023-09-17T22:33:42.263" v="5205" actId="20577"/>
          <ac:graphicFrameMkLst>
            <pc:docMk/>
            <pc:sldMk cId="544528924" sldId="875"/>
            <ac:graphicFrameMk id="117" creationId="{875F4430-35A7-8906-F65F-29E88516725B}"/>
          </ac:graphicFrameMkLst>
        </pc:graphicFrameChg>
        <pc:graphicFrameChg chg="add del mod">
          <ac:chgData name="손동범" userId="0f89198e-5fc9-4501-bc9d-662a7644151c" providerId="ADAL" clId="{49C6B6F1-B4F3-4A73-ADAA-FE6BDC092771}" dt="2023-09-17T22:30:09.798" v="5133" actId="478"/>
          <ac:graphicFrameMkLst>
            <pc:docMk/>
            <pc:sldMk cId="544528924" sldId="875"/>
            <ac:graphicFrameMk id="124" creationId="{1818A119-3D0E-E7FA-A221-EBD84E35C4BA}"/>
          </ac:graphicFrameMkLst>
        </pc:graphicFrameChg>
        <pc:graphicFrameChg chg="add mod modGraphic">
          <ac:chgData name="손동범" userId="0f89198e-5fc9-4501-bc9d-662a7644151c" providerId="ADAL" clId="{49C6B6F1-B4F3-4A73-ADAA-FE6BDC092771}" dt="2023-09-17T22:33:54.916" v="5229" actId="20577"/>
          <ac:graphicFrameMkLst>
            <pc:docMk/>
            <pc:sldMk cId="544528924" sldId="875"/>
            <ac:graphicFrameMk id="132" creationId="{8F03AD55-799D-F61C-8355-B2A7925717E6}"/>
          </ac:graphicFrameMkLst>
        </pc:graphicFrameChg>
        <pc:graphicFrameChg chg="add del mod">
          <ac:chgData name="손동범" userId="0f89198e-5fc9-4501-bc9d-662a7644151c" providerId="ADAL" clId="{49C6B6F1-B4F3-4A73-ADAA-FE6BDC092771}" dt="2023-09-17T22:30:11.977" v="5134" actId="478"/>
          <ac:graphicFrameMkLst>
            <pc:docMk/>
            <pc:sldMk cId="544528924" sldId="875"/>
            <ac:graphicFrameMk id="134" creationId="{73F7927A-B8CE-CD0B-74AD-FFE96CA1800D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31:44.448" v="5159" actId="3680"/>
          <ac:graphicFrameMkLst>
            <pc:docMk/>
            <pc:sldMk cId="544528924" sldId="875"/>
            <ac:graphicFrameMk id="143" creationId="{39E91ECC-AE87-16DD-5D6E-A56547A81D1A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35:02.018" v="5246" actId="478"/>
          <ac:graphicFrameMkLst>
            <pc:docMk/>
            <pc:sldMk cId="544528924" sldId="875"/>
            <ac:graphicFrameMk id="149" creationId="{BDDFDCA3-D638-7F6E-5E60-F360F9CE9391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37:28.871" v="5307" actId="478"/>
          <ac:graphicFrameMkLst>
            <pc:docMk/>
            <pc:sldMk cId="544528924" sldId="875"/>
            <ac:graphicFrameMk id="150" creationId="{E40A2B95-7CB2-5813-C30C-8F2C8F084EAF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37:41.929" v="5312" actId="478"/>
          <ac:graphicFrameMkLst>
            <pc:docMk/>
            <pc:sldMk cId="544528924" sldId="875"/>
            <ac:graphicFrameMk id="152" creationId="{AA8C54AC-9FB5-480B-D2B6-28A22CEB5F02}"/>
          </ac:graphicFrameMkLst>
        </pc:graphicFrameChg>
        <pc:graphicFrameChg chg="add del mod">
          <ac:chgData name="손동범" userId="0f89198e-5fc9-4501-bc9d-662a7644151c" providerId="ADAL" clId="{49C6B6F1-B4F3-4A73-ADAA-FE6BDC092771}" dt="2023-09-17T22:37:40.350" v="5311" actId="478"/>
          <ac:graphicFrameMkLst>
            <pc:docMk/>
            <pc:sldMk cId="544528924" sldId="875"/>
            <ac:graphicFrameMk id="158" creationId="{F830004D-082D-22AB-C50B-5B4A1F2BD078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38:16.075" v="5328" actId="478"/>
          <ac:graphicFrameMkLst>
            <pc:docMk/>
            <pc:sldMk cId="544528924" sldId="875"/>
            <ac:graphicFrameMk id="159" creationId="{E484A0B2-FF01-3703-5A31-43A2C143F0A2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2:38:14.711" v="5327" actId="478"/>
          <ac:graphicFrameMkLst>
            <pc:docMk/>
            <pc:sldMk cId="544528924" sldId="875"/>
            <ac:graphicFrameMk id="160" creationId="{CD138BA6-C74B-C71F-16AC-4B78C72D3250}"/>
          </ac:graphicFrameMkLst>
        </pc:graphicFrameChg>
        <pc:graphicFrameChg chg="add del mod">
          <ac:chgData name="손동범" userId="0f89198e-5fc9-4501-bc9d-662a7644151c" providerId="ADAL" clId="{49C6B6F1-B4F3-4A73-ADAA-FE6BDC092771}" dt="2023-09-17T22:38:13.085" v="5326"/>
          <ac:graphicFrameMkLst>
            <pc:docMk/>
            <pc:sldMk cId="544528924" sldId="875"/>
            <ac:graphicFrameMk id="161" creationId="{9FF7ACD7-EAD9-B3E9-8FC5-B2842228560C}"/>
          </ac:graphicFrameMkLst>
        </pc:graphicFrameChg>
        <pc:graphicFrameChg chg="add mod modGraphic">
          <ac:chgData name="손동범" userId="0f89198e-5fc9-4501-bc9d-662a7644151c" providerId="ADAL" clId="{49C6B6F1-B4F3-4A73-ADAA-FE6BDC092771}" dt="2023-09-17T22:41:12.146" v="5415" actId="13926"/>
          <ac:graphicFrameMkLst>
            <pc:docMk/>
            <pc:sldMk cId="544528924" sldId="875"/>
            <ac:graphicFrameMk id="162" creationId="{DB53001D-BDFF-B742-5FAA-9115E9F77C73}"/>
          </ac:graphicFrameMkLst>
        </pc:graphicFrame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5" creationId="{E0ABA2EC-70D6-FF46-047C-0A1579DCCFD2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8" creationId="{95493ADE-C5DB-A1F3-F1CB-E4502AB3015C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9" creationId="{D2DFABB1-D5CE-0FB0-17CB-584CAB9D315A}"/>
          </ac:cxnSpMkLst>
        </pc:cxnChg>
        <pc:cxnChg chg="add del mod">
          <ac:chgData name="손동범" userId="0f89198e-5fc9-4501-bc9d-662a7644151c" providerId="ADAL" clId="{49C6B6F1-B4F3-4A73-ADAA-FE6BDC092771}" dt="2023-09-17T19:29:45.995" v="2883" actId="478"/>
          <ac:cxnSpMkLst>
            <pc:docMk/>
            <pc:sldMk cId="544528924" sldId="875"/>
            <ac:cxnSpMk id="10" creationId="{48D7C741-107C-CD6A-D859-894E94B3416D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2" creationId="{0B895B0A-1C1E-6744-EEB2-F0D1022D6644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3" creationId="{C31381AE-A7B5-7F5C-06AA-8E7188DD1549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4" creationId="{13A7E355-E44C-DD27-2C49-1B2AE3ECEC9B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5" creationId="{4CB01107-23A8-6277-FD10-E5256AD11FA4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6" creationId="{A3ADB60C-A7E4-52F1-54B9-D0915AE2F73F}"/>
          </ac:cxnSpMkLst>
        </pc:cxnChg>
        <pc:cxnChg chg="add del mod">
          <ac:chgData name="손동범" userId="0f89198e-5fc9-4501-bc9d-662a7644151c" providerId="ADAL" clId="{49C6B6F1-B4F3-4A73-ADAA-FE6BDC092771}" dt="2023-09-17T19:31:26.708" v="2915" actId="478"/>
          <ac:cxnSpMkLst>
            <pc:docMk/>
            <pc:sldMk cId="544528924" sldId="875"/>
            <ac:cxnSpMk id="17" creationId="{58431BA2-2532-3ED0-74D6-664987A7A396}"/>
          </ac:cxnSpMkLst>
        </pc:cxnChg>
        <pc:cxnChg chg="add del mod">
          <ac:chgData name="손동범" userId="0f89198e-5fc9-4501-bc9d-662a7644151c" providerId="ADAL" clId="{49C6B6F1-B4F3-4A73-ADAA-FE6BDC092771}" dt="2023-09-17T19:31:26.708" v="2915" actId="478"/>
          <ac:cxnSpMkLst>
            <pc:docMk/>
            <pc:sldMk cId="544528924" sldId="875"/>
            <ac:cxnSpMk id="18" creationId="{09102DF1-56A2-3129-6E01-842D7D39296A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9" creationId="{19DD3228-7751-9404-8EDD-CF2987B6E1A5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20" creationId="{1324D826-066A-2408-514B-3FB111F5A045}"/>
          </ac:cxnSpMkLst>
        </pc:cxnChg>
        <pc:cxnChg chg="del">
          <ac:chgData name="손동범" userId="0f89198e-5fc9-4501-bc9d-662a7644151c" providerId="ADAL" clId="{49C6B6F1-B4F3-4A73-ADAA-FE6BDC092771}" dt="2023-09-17T19:30:04.055" v="2892" actId="478"/>
          <ac:cxnSpMkLst>
            <pc:docMk/>
            <pc:sldMk cId="544528924" sldId="875"/>
            <ac:cxnSpMk id="23" creationId="{4AEC98B3-B37D-766E-347F-C06957DEFF4B}"/>
          </ac:cxnSpMkLst>
        </pc:cxnChg>
        <pc:cxnChg chg="del mod">
          <ac:chgData name="손동범" userId="0f89198e-5fc9-4501-bc9d-662a7644151c" providerId="ADAL" clId="{49C6B6F1-B4F3-4A73-ADAA-FE6BDC092771}" dt="2023-09-17T19:30:02.834" v="2890" actId="478"/>
          <ac:cxnSpMkLst>
            <pc:docMk/>
            <pc:sldMk cId="544528924" sldId="875"/>
            <ac:cxnSpMk id="24" creationId="{37B774BA-E131-6A61-4926-60D8D741D44B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25" creationId="{B7843A77-CBD4-674A-733F-E12A490CC3EE}"/>
          </ac:cxnSpMkLst>
        </pc:cxnChg>
        <pc:cxnChg chg="del">
          <ac:chgData name="손동범" userId="0f89198e-5fc9-4501-bc9d-662a7644151c" providerId="ADAL" clId="{49C6B6F1-B4F3-4A73-ADAA-FE6BDC092771}" dt="2023-09-17T19:30:03.502" v="2891" actId="478"/>
          <ac:cxnSpMkLst>
            <pc:docMk/>
            <pc:sldMk cId="544528924" sldId="875"/>
            <ac:cxnSpMk id="26" creationId="{E98BBA2D-6F50-6CC1-0F16-D9E84ACA5BC5}"/>
          </ac:cxnSpMkLst>
        </pc:cxnChg>
        <pc:cxnChg chg="add del mod">
          <ac:chgData name="손동범" userId="0f89198e-5fc9-4501-bc9d-662a7644151c" providerId="ADAL" clId="{49C6B6F1-B4F3-4A73-ADAA-FE6BDC092771}" dt="2023-09-17T19:29:46.607" v="2884" actId="478"/>
          <ac:cxnSpMkLst>
            <pc:docMk/>
            <pc:sldMk cId="544528924" sldId="875"/>
            <ac:cxnSpMk id="30" creationId="{64806316-98A3-C671-5DB5-390E246ACDE3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32" creationId="{08F127EC-2D43-84C8-FC93-2E0E51EFAE17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36" creationId="{8259C76A-9D5D-491E-FD43-ACE7C5C34A1B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39" creationId="{F12B6C4E-C12D-A663-AB2D-6757284C8A73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41" creationId="{38E11E1D-C902-B02B-91C7-EFB540684A30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48" creationId="{3CF22C3E-3456-F4A1-E6C8-304653AA1A2D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50" creationId="{CB59F6BF-72E4-7506-CEE1-913180F82CF8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51" creationId="{CE2F24DE-0FD7-801A-002B-87E86F1FD8CB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52" creationId="{6F1E8870-273E-641D-E3D2-0C779ABC0111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53" creationId="{64C3D7D4-2718-1C3C-D9A7-90DACFFD3D01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54" creationId="{23785069-2969-D638-F7AA-895674FCF24B}"/>
          </ac:cxnSpMkLst>
        </pc:cxnChg>
        <pc:cxnChg chg="add del mod">
          <ac:chgData name="손동범" userId="0f89198e-5fc9-4501-bc9d-662a7644151c" providerId="ADAL" clId="{49C6B6F1-B4F3-4A73-ADAA-FE6BDC092771}" dt="2023-09-17T19:34:55.032" v="2965" actId="478"/>
          <ac:cxnSpMkLst>
            <pc:docMk/>
            <pc:sldMk cId="544528924" sldId="875"/>
            <ac:cxnSpMk id="55" creationId="{DD6586FE-166C-B399-019A-1A70CDD35C43}"/>
          </ac:cxnSpMkLst>
        </pc:cxnChg>
        <pc:cxnChg chg="add del mod">
          <ac:chgData name="손동범" userId="0f89198e-5fc9-4501-bc9d-662a7644151c" providerId="ADAL" clId="{49C6B6F1-B4F3-4A73-ADAA-FE6BDC092771}" dt="2023-09-17T19:34:55.032" v="2965" actId="478"/>
          <ac:cxnSpMkLst>
            <pc:docMk/>
            <pc:sldMk cId="544528924" sldId="875"/>
            <ac:cxnSpMk id="56" creationId="{4E89FF41-3F7A-37B8-1CED-E19AE55A9191}"/>
          </ac:cxnSpMkLst>
        </pc:cxnChg>
        <pc:cxnChg chg="add del mod">
          <ac:chgData name="손동범" userId="0f89198e-5fc9-4501-bc9d-662a7644151c" providerId="ADAL" clId="{49C6B6F1-B4F3-4A73-ADAA-FE6BDC092771}" dt="2023-09-17T19:34:55.032" v="2965" actId="478"/>
          <ac:cxnSpMkLst>
            <pc:docMk/>
            <pc:sldMk cId="544528924" sldId="875"/>
            <ac:cxnSpMk id="57" creationId="{7C0FAC1E-F5D0-8067-0692-66A71C6AE300}"/>
          </ac:cxnSpMkLst>
        </pc:cxnChg>
        <pc:cxnChg chg="add del mod">
          <ac:chgData name="손동범" userId="0f89198e-5fc9-4501-bc9d-662a7644151c" providerId="ADAL" clId="{49C6B6F1-B4F3-4A73-ADAA-FE6BDC092771}" dt="2023-09-17T19:34:55.032" v="2965" actId="478"/>
          <ac:cxnSpMkLst>
            <pc:docMk/>
            <pc:sldMk cId="544528924" sldId="875"/>
            <ac:cxnSpMk id="58" creationId="{D14443DF-33CF-F52B-35C0-089EB9B979B6}"/>
          </ac:cxnSpMkLst>
        </pc:cxnChg>
        <pc:cxnChg chg="add mod">
          <ac:chgData name="손동범" userId="0f89198e-5fc9-4501-bc9d-662a7644151c" providerId="ADAL" clId="{49C6B6F1-B4F3-4A73-ADAA-FE6BDC092771}" dt="2023-09-17T22:26:25.879" v="4971" actId="14100"/>
          <ac:cxnSpMkLst>
            <pc:docMk/>
            <pc:sldMk cId="544528924" sldId="875"/>
            <ac:cxnSpMk id="60" creationId="{207F4793-7E94-64FE-6912-5EEB561E7E81}"/>
          </ac:cxnSpMkLst>
        </pc:cxnChg>
        <pc:cxnChg chg="add del mod">
          <ac:chgData name="손동범" userId="0f89198e-5fc9-4501-bc9d-662a7644151c" providerId="ADAL" clId="{49C6B6F1-B4F3-4A73-ADAA-FE6BDC092771}" dt="2023-09-17T19:37:17.652" v="3059"/>
          <ac:cxnSpMkLst>
            <pc:docMk/>
            <pc:sldMk cId="544528924" sldId="875"/>
            <ac:cxnSpMk id="64" creationId="{78D3836F-251B-F451-D0E0-466E8131642D}"/>
          </ac:cxnSpMkLst>
        </pc:cxnChg>
        <pc:cxnChg chg="add del mod">
          <ac:chgData name="손동범" userId="0f89198e-5fc9-4501-bc9d-662a7644151c" providerId="ADAL" clId="{49C6B6F1-B4F3-4A73-ADAA-FE6BDC092771}" dt="2023-09-17T19:37:23.608" v="3063"/>
          <ac:cxnSpMkLst>
            <pc:docMk/>
            <pc:sldMk cId="544528924" sldId="875"/>
            <ac:cxnSpMk id="65" creationId="{9868E0AA-D66F-51F7-FBE2-F6A8BA9F504D}"/>
          </ac:cxnSpMkLst>
        </pc:cxnChg>
        <pc:cxnChg chg="add del mod">
          <ac:chgData name="손동범" userId="0f89198e-5fc9-4501-bc9d-662a7644151c" providerId="ADAL" clId="{49C6B6F1-B4F3-4A73-ADAA-FE6BDC092771}" dt="2023-09-17T22:30:57.281" v="5145" actId="478"/>
          <ac:cxnSpMkLst>
            <pc:docMk/>
            <pc:sldMk cId="544528924" sldId="875"/>
            <ac:cxnSpMk id="68" creationId="{DCC671C8-B7D9-59EC-3F17-40007C37168E}"/>
          </ac:cxnSpMkLst>
        </pc:cxnChg>
        <pc:cxnChg chg="add del mod">
          <ac:chgData name="손동범" userId="0f89198e-5fc9-4501-bc9d-662a7644151c" providerId="ADAL" clId="{49C6B6F1-B4F3-4A73-ADAA-FE6BDC092771}" dt="2023-09-17T22:30:57.281" v="5145" actId="478"/>
          <ac:cxnSpMkLst>
            <pc:docMk/>
            <pc:sldMk cId="544528924" sldId="875"/>
            <ac:cxnSpMk id="69" creationId="{CD159033-F377-FBD1-C4C8-50E0ADC4A614}"/>
          </ac:cxnSpMkLst>
        </pc:cxnChg>
        <pc:cxnChg chg="add del mod">
          <ac:chgData name="손동범" userId="0f89198e-5fc9-4501-bc9d-662a7644151c" providerId="ADAL" clId="{49C6B6F1-B4F3-4A73-ADAA-FE6BDC092771}" dt="2023-09-17T22:30:57.281" v="5145" actId="478"/>
          <ac:cxnSpMkLst>
            <pc:docMk/>
            <pc:sldMk cId="544528924" sldId="875"/>
            <ac:cxnSpMk id="70" creationId="{68F9F134-FFC2-B17E-0CB5-6098DF4E857D}"/>
          </ac:cxnSpMkLst>
        </pc:cxnChg>
        <pc:cxnChg chg="add del mod">
          <ac:chgData name="손동범" userId="0f89198e-5fc9-4501-bc9d-662a7644151c" providerId="ADAL" clId="{49C6B6F1-B4F3-4A73-ADAA-FE6BDC092771}" dt="2023-09-17T22:30:57.281" v="5145" actId="478"/>
          <ac:cxnSpMkLst>
            <pc:docMk/>
            <pc:sldMk cId="544528924" sldId="875"/>
            <ac:cxnSpMk id="71" creationId="{FCB79C6B-E756-686B-8E6E-AE8D7CB99AA7}"/>
          </ac:cxnSpMkLst>
        </pc:cxnChg>
        <pc:cxnChg chg="add del mod">
          <ac:chgData name="손동범" userId="0f89198e-5fc9-4501-bc9d-662a7644151c" providerId="ADAL" clId="{49C6B6F1-B4F3-4A73-ADAA-FE6BDC092771}" dt="2023-09-17T22:30:57.281" v="5145" actId="478"/>
          <ac:cxnSpMkLst>
            <pc:docMk/>
            <pc:sldMk cId="544528924" sldId="875"/>
            <ac:cxnSpMk id="72" creationId="{40C176E2-E2E3-54B4-BA83-21E4099B6EA4}"/>
          </ac:cxnSpMkLst>
        </pc:cxnChg>
        <pc:cxnChg chg="add del mod">
          <ac:chgData name="손동범" userId="0f89198e-5fc9-4501-bc9d-662a7644151c" providerId="ADAL" clId="{49C6B6F1-B4F3-4A73-ADAA-FE6BDC092771}" dt="2023-09-17T22:30:57.281" v="5145" actId="478"/>
          <ac:cxnSpMkLst>
            <pc:docMk/>
            <pc:sldMk cId="544528924" sldId="875"/>
            <ac:cxnSpMk id="73" creationId="{C049DD7A-CA92-4139-9E24-AC76562E575D}"/>
          </ac:cxnSpMkLst>
        </pc:cxnChg>
        <pc:cxnChg chg="add del mod">
          <ac:chgData name="손동범" userId="0f89198e-5fc9-4501-bc9d-662a7644151c" providerId="ADAL" clId="{49C6B6F1-B4F3-4A73-ADAA-FE6BDC092771}" dt="2023-09-17T22:30:57.281" v="5145" actId="478"/>
          <ac:cxnSpMkLst>
            <pc:docMk/>
            <pc:sldMk cId="544528924" sldId="875"/>
            <ac:cxnSpMk id="74" creationId="{F7537135-C557-5BCA-57BA-3D4DA01EE409}"/>
          </ac:cxnSpMkLst>
        </pc:cxnChg>
        <pc:cxnChg chg="add del mod">
          <ac:chgData name="손동범" userId="0f89198e-5fc9-4501-bc9d-662a7644151c" providerId="ADAL" clId="{49C6B6F1-B4F3-4A73-ADAA-FE6BDC092771}" dt="2023-09-17T22:30:57.281" v="5145" actId="478"/>
          <ac:cxnSpMkLst>
            <pc:docMk/>
            <pc:sldMk cId="544528924" sldId="875"/>
            <ac:cxnSpMk id="75" creationId="{190E7EF1-4BE7-07F1-2A57-B00EC6FA110B}"/>
          </ac:cxnSpMkLst>
        </pc:cxnChg>
        <pc:cxnChg chg="add del mod">
          <ac:chgData name="손동범" userId="0f89198e-5fc9-4501-bc9d-662a7644151c" providerId="ADAL" clId="{49C6B6F1-B4F3-4A73-ADAA-FE6BDC092771}" dt="2023-09-17T19:39:17.491" v="3124" actId="11529"/>
          <ac:cxnSpMkLst>
            <pc:docMk/>
            <pc:sldMk cId="544528924" sldId="875"/>
            <ac:cxnSpMk id="78" creationId="{8A90A155-4DD7-B0AD-DEFE-5393EFC9438F}"/>
          </ac:cxnSpMkLst>
        </pc:cxnChg>
        <pc:cxnChg chg="add mod">
          <ac:chgData name="손동범" userId="0f89198e-5fc9-4501-bc9d-662a7644151c" providerId="ADAL" clId="{49C6B6F1-B4F3-4A73-ADAA-FE6BDC092771}" dt="2023-09-17T22:42:15.295" v="5418" actId="1076"/>
          <ac:cxnSpMkLst>
            <pc:docMk/>
            <pc:sldMk cId="544528924" sldId="875"/>
            <ac:cxnSpMk id="80" creationId="{414EC29E-D381-F3BD-0D8A-E0C165A042D0}"/>
          </ac:cxnSpMkLst>
        </pc:cxnChg>
        <pc:cxnChg chg="add del mod">
          <ac:chgData name="손동범" userId="0f89198e-5fc9-4501-bc9d-662a7644151c" providerId="ADAL" clId="{49C6B6F1-B4F3-4A73-ADAA-FE6BDC092771}" dt="2023-09-17T22:43:09.397" v="5462" actId="478"/>
          <ac:cxnSpMkLst>
            <pc:docMk/>
            <pc:sldMk cId="544528924" sldId="875"/>
            <ac:cxnSpMk id="85" creationId="{7A6BA185-6ECA-1A61-3D07-84E2345EAD5E}"/>
          </ac:cxnSpMkLst>
        </pc:cxnChg>
        <pc:cxnChg chg="add del mod">
          <ac:chgData name="손동범" userId="0f89198e-5fc9-4501-bc9d-662a7644151c" providerId="ADAL" clId="{49C6B6F1-B4F3-4A73-ADAA-FE6BDC092771}" dt="2023-09-17T22:43:09.397" v="5462" actId="478"/>
          <ac:cxnSpMkLst>
            <pc:docMk/>
            <pc:sldMk cId="544528924" sldId="875"/>
            <ac:cxnSpMk id="86" creationId="{5A239010-566A-9D6B-C2DD-7E05EA23D0A6}"/>
          </ac:cxnSpMkLst>
        </pc:cxnChg>
        <pc:cxnChg chg="add del mod">
          <ac:chgData name="손동범" userId="0f89198e-5fc9-4501-bc9d-662a7644151c" providerId="ADAL" clId="{49C6B6F1-B4F3-4A73-ADAA-FE6BDC092771}" dt="2023-09-17T22:43:09.397" v="5462" actId="478"/>
          <ac:cxnSpMkLst>
            <pc:docMk/>
            <pc:sldMk cId="544528924" sldId="875"/>
            <ac:cxnSpMk id="89" creationId="{57C27F49-CC57-59D2-FBA5-6385CD41DB70}"/>
          </ac:cxnSpMkLst>
        </pc:cxnChg>
        <pc:cxnChg chg="add mod">
          <ac:chgData name="손동범" userId="0f89198e-5fc9-4501-bc9d-662a7644151c" providerId="ADAL" clId="{49C6B6F1-B4F3-4A73-ADAA-FE6BDC092771}" dt="2023-09-17T22:24:02.437" v="4943" actId="1076"/>
          <ac:cxnSpMkLst>
            <pc:docMk/>
            <pc:sldMk cId="544528924" sldId="875"/>
            <ac:cxnSpMk id="94" creationId="{E4530083-E7AE-4FAE-58D2-1F3C28ACD195}"/>
          </ac:cxnSpMkLst>
        </pc:cxnChg>
        <pc:cxnChg chg="add del mod">
          <ac:chgData name="손동범" userId="0f89198e-5fc9-4501-bc9d-662a7644151c" providerId="ADAL" clId="{49C6B6F1-B4F3-4A73-ADAA-FE6BDC092771}" dt="2023-09-17T20:45:04.510" v="3711" actId="478"/>
          <ac:cxnSpMkLst>
            <pc:docMk/>
            <pc:sldMk cId="544528924" sldId="875"/>
            <ac:cxnSpMk id="97" creationId="{28939AB8-B5F8-C66E-92CB-18931B2EDE8B}"/>
          </ac:cxnSpMkLst>
        </pc:cxnChg>
        <pc:cxnChg chg="add del mod">
          <ac:chgData name="손동범" userId="0f89198e-5fc9-4501-bc9d-662a7644151c" providerId="ADAL" clId="{49C6B6F1-B4F3-4A73-ADAA-FE6BDC092771}" dt="2023-09-17T22:43:09.397" v="5462" actId="478"/>
          <ac:cxnSpMkLst>
            <pc:docMk/>
            <pc:sldMk cId="544528924" sldId="875"/>
            <ac:cxnSpMk id="99" creationId="{91FD7763-E41B-1CDE-7BBF-AB68D55AD9E4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07" creationId="{F7789960-A57F-195B-A897-C21AB94A83C0}"/>
          </ac:cxnSpMkLst>
        </pc:cxnChg>
        <pc:cxnChg chg="add del">
          <ac:chgData name="손동범" userId="0f89198e-5fc9-4501-bc9d-662a7644151c" providerId="ADAL" clId="{49C6B6F1-B4F3-4A73-ADAA-FE6BDC092771}" dt="2023-09-17T20:43:17.197" v="3655" actId="11529"/>
          <ac:cxnSpMkLst>
            <pc:docMk/>
            <pc:sldMk cId="544528924" sldId="875"/>
            <ac:cxnSpMk id="109" creationId="{588E2DC4-974E-0928-2612-9BECD0D5546D}"/>
          </ac:cxnSpMkLst>
        </pc:cxnChg>
        <pc:cxnChg chg="add del mod">
          <ac:chgData name="손동범" userId="0f89198e-5fc9-4501-bc9d-662a7644151c" providerId="ADAL" clId="{49C6B6F1-B4F3-4A73-ADAA-FE6BDC092771}" dt="2023-09-17T20:43:25.118" v="3660"/>
          <ac:cxnSpMkLst>
            <pc:docMk/>
            <pc:sldMk cId="544528924" sldId="875"/>
            <ac:cxnSpMk id="110" creationId="{B856069C-F8B9-63C2-B8ED-19B799C7C0DA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20" creationId="{0A1CF263-E3AE-D601-C223-E23F377D1B4F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27" creationId="{47C37AC6-EA97-0869-4DA3-2D5369F2DE70}"/>
          </ac:cxnSpMkLst>
        </pc:cxnChg>
        <pc:cxnChg chg="add del mod topLvl">
          <ac:chgData name="손동범" userId="0f89198e-5fc9-4501-bc9d-662a7644151c" providerId="ADAL" clId="{49C6B6F1-B4F3-4A73-ADAA-FE6BDC092771}" dt="2023-09-17T22:23:42.968" v="4929" actId="478"/>
          <ac:cxnSpMkLst>
            <pc:docMk/>
            <pc:sldMk cId="544528924" sldId="875"/>
            <ac:cxnSpMk id="130" creationId="{F2C66834-A7D5-22F8-2FE0-C9D42434A412}"/>
          </ac:cxnSpMkLst>
        </pc:cxnChg>
        <pc:cxnChg chg="add del mod">
          <ac:chgData name="손동범" userId="0f89198e-5fc9-4501-bc9d-662a7644151c" providerId="ADAL" clId="{49C6B6F1-B4F3-4A73-ADAA-FE6BDC092771}" dt="2023-09-17T20:55:28.326" v="3849"/>
          <ac:cxnSpMkLst>
            <pc:docMk/>
            <pc:sldMk cId="544528924" sldId="875"/>
            <ac:cxnSpMk id="132" creationId="{A85282C1-E170-DADC-5A40-B961BB53D552}"/>
          </ac:cxnSpMkLst>
        </pc:cxnChg>
        <pc:cxnChg chg="add mod">
          <ac:chgData name="손동범" userId="0f89198e-5fc9-4501-bc9d-662a7644151c" providerId="ADAL" clId="{49C6B6F1-B4F3-4A73-ADAA-FE6BDC092771}" dt="2023-09-17T22:30:21.328" v="5137" actId="14100"/>
          <ac:cxnSpMkLst>
            <pc:docMk/>
            <pc:sldMk cId="544528924" sldId="875"/>
            <ac:cxnSpMk id="135" creationId="{2DF91B95-EFDE-1A67-DFDA-B07842C7B4F2}"/>
          </ac:cxnSpMkLst>
        </pc:cxnChg>
        <pc:cxnChg chg="add mod">
          <ac:chgData name="손동범" userId="0f89198e-5fc9-4501-bc9d-662a7644151c" providerId="ADAL" clId="{49C6B6F1-B4F3-4A73-ADAA-FE6BDC092771}" dt="2023-09-17T22:40:43.231" v="5397" actId="1076"/>
          <ac:cxnSpMkLst>
            <pc:docMk/>
            <pc:sldMk cId="544528924" sldId="875"/>
            <ac:cxnSpMk id="163" creationId="{63DF1E8C-20EA-0EA5-D789-5F1F9CC11E27}"/>
          </ac:cxnSpMkLst>
        </pc:cxnChg>
        <pc:cxnChg chg="add mod">
          <ac:chgData name="손동범" userId="0f89198e-5fc9-4501-bc9d-662a7644151c" providerId="ADAL" clId="{49C6B6F1-B4F3-4A73-ADAA-FE6BDC092771}" dt="2023-09-17T22:42:21.002" v="5434" actId="1035"/>
          <ac:cxnSpMkLst>
            <pc:docMk/>
            <pc:sldMk cId="544528924" sldId="875"/>
            <ac:cxnSpMk id="167" creationId="{D47431DF-6E04-1B8F-FDFC-4031C515725F}"/>
          </ac:cxnSpMkLst>
        </pc:cxnChg>
        <pc:cxnChg chg="add mod">
          <ac:chgData name="손동범" userId="0f89198e-5fc9-4501-bc9d-662a7644151c" providerId="ADAL" clId="{49C6B6F1-B4F3-4A73-ADAA-FE6BDC092771}" dt="2023-09-17T22:42:49.666" v="5453" actId="14100"/>
          <ac:cxnSpMkLst>
            <pc:docMk/>
            <pc:sldMk cId="544528924" sldId="875"/>
            <ac:cxnSpMk id="170" creationId="{BE85CB96-5BD0-2231-A799-AE8EC11ABDD5}"/>
          </ac:cxnSpMkLst>
        </pc:cxnChg>
        <pc:cxnChg chg="add del mod">
          <ac:chgData name="손동범" userId="0f89198e-5fc9-4501-bc9d-662a7644151c" providerId="ADAL" clId="{49C6B6F1-B4F3-4A73-ADAA-FE6BDC092771}" dt="2023-09-17T22:45:22.887" v="5465" actId="478"/>
          <ac:cxnSpMkLst>
            <pc:docMk/>
            <pc:sldMk cId="544528924" sldId="875"/>
            <ac:cxnSpMk id="173" creationId="{CD7AF92D-CB90-BCC8-DBB8-ACE34BB3FEFA}"/>
          </ac:cxnSpMkLst>
        </pc:cxnChg>
        <pc:cxnChg chg="add mod">
          <ac:chgData name="손동범" userId="0f89198e-5fc9-4501-bc9d-662a7644151c" providerId="ADAL" clId="{49C6B6F1-B4F3-4A73-ADAA-FE6BDC092771}" dt="2023-09-17T22:45:24.685" v="5466"/>
          <ac:cxnSpMkLst>
            <pc:docMk/>
            <pc:sldMk cId="544528924" sldId="875"/>
            <ac:cxnSpMk id="174" creationId="{784C2047-BBF4-11BB-F95A-E82C4781030C}"/>
          </ac:cxnSpMkLst>
        </pc:cxnChg>
      </pc:sldChg>
      <pc:sldChg chg="addSp delSp modSp add mod">
        <pc:chgData name="손동범" userId="0f89198e-5fc9-4501-bc9d-662a7644151c" providerId="ADAL" clId="{49C6B6F1-B4F3-4A73-ADAA-FE6BDC092771}" dt="2023-09-17T22:07:16.247" v="4624"/>
        <pc:sldMkLst>
          <pc:docMk/>
          <pc:sldMk cId="541089104" sldId="876"/>
        </pc:sldMkLst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2" creationId="{93ADEC6A-F82A-7F5F-4493-6B02F275AA5C}"/>
          </ac:spMkLst>
        </pc:spChg>
        <pc:spChg chg="add del mod">
          <ac:chgData name="손동범" userId="0f89198e-5fc9-4501-bc9d-662a7644151c" providerId="ADAL" clId="{49C6B6F1-B4F3-4A73-ADAA-FE6BDC092771}" dt="2023-09-17T21:50:28.337" v="4516" actId="478"/>
          <ac:spMkLst>
            <pc:docMk/>
            <pc:sldMk cId="541089104" sldId="876"/>
            <ac:spMk id="6" creationId="{BC230DAE-C0B4-C0A2-7A7C-1BE5D6998EE1}"/>
          </ac:spMkLst>
        </pc:spChg>
        <pc:spChg chg="mod">
          <ac:chgData name="손동범" userId="0f89198e-5fc9-4501-bc9d-662a7644151c" providerId="ADAL" clId="{49C6B6F1-B4F3-4A73-ADAA-FE6BDC092771}" dt="2023-09-17T21:25:11.874" v="4496" actId="20577"/>
          <ac:spMkLst>
            <pc:docMk/>
            <pc:sldMk cId="541089104" sldId="876"/>
            <ac:spMk id="7" creationId="{749E2EA3-BFA1-3338-4B98-88D54DD128C1}"/>
          </ac:spMkLst>
        </pc:spChg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10" creationId="{732CDC52-46D6-169B-7CDE-5EF54ECDF5E7}"/>
          </ac:spMkLst>
        </pc:spChg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11" creationId="{C2426805-EEBE-BE3E-FEE3-F476FDF2040D}"/>
          </ac:spMkLst>
        </pc:spChg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13" creationId="{B0C9146A-1BE5-3375-630C-CD656DB35FDB}"/>
          </ac:spMkLst>
        </pc:spChg>
        <pc:spChg chg="mod">
          <ac:chgData name="손동범" userId="0f89198e-5fc9-4501-bc9d-662a7644151c" providerId="ADAL" clId="{49C6B6F1-B4F3-4A73-ADAA-FE6BDC092771}" dt="2023-09-17T22:07:16.247" v="4624"/>
          <ac:spMkLst>
            <pc:docMk/>
            <pc:sldMk cId="541089104" sldId="876"/>
            <ac:spMk id="15" creationId="{F392D304-1D43-185F-BB9F-9BF9CAC23707}"/>
          </ac:spMkLst>
        </pc:spChg>
        <pc:spChg chg="add del mod">
          <ac:chgData name="손동범" userId="0f89198e-5fc9-4501-bc9d-662a7644151c" providerId="ADAL" clId="{49C6B6F1-B4F3-4A73-ADAA-FE6BDC092771}" dt="2023-09-17T21:50:28.337" v="4516" actId="478"/>
          <ac:spMkLst>
            <pc:docMk/>
            <pc:sldMk cId="541089104" sldId="876"/>
            <ac:spMk id="18" creationId="{FFA415B3-F1AF-A696-2576-6049EFF583E9}"/>
          </ac:spMkLst>
        </pc:spChg>
        <pc:spChg chg="add del mod">
          <ac:chgData name="손동범" userId="0f89198e-5fc9-4501-bc9d-662a7644151c" providerId="ADAL" clId="{49C6B6F1-B4F3-4A73-ADAA-FE6BDC092771}" dt="2023-09-17T21:50:28.337" v="4516" actId="478"/>
          <ac:spMkLst>
            <pc:docMk/>
            <pc:sldMk cId="541089104" sldId="876"/>
            <ac:spMk id="19" creationId="{03AE6D33-DFB7-AE34-B6D5-2942F65752FA}"/>
          </ac:spMkLst>
        </pc:spChg>
        <pc:spChg chg="add del mod">
          <ac:chgData name="손동범" userId="0f89198e-5fc9-4501-bc9d-662a7644151c" providerId="ADAL" clId="{49C6B6F1-B4F3-4A73-ADAA-FE6BDC092771}" dt="2023-09-17T21:50:28.337" v="4516" actId="478"/>
          <ac:spMkLst>
            <pc:docMk/>
            <pc:sldMk cId="541089104" sldId="876"/>
            <ac:spMk id="20" creationId="{0A3DD58F-367B-02D0-9C90-96F4DF9459D6}"/>
          </ac:spMkLst>
        </pc:spChg>
        <pc:spChg chg="add">
          <ac:chgData name="손동범" userId="0f89198e-5fc9-4501-bc9d-662a7644151c" providerId="ADAL" clId="{49C6B6F1-B4F3-4A73-ADAA-FE6BDC092771}" dt="2023-09-17T21:49:29.317" v="4512" actId="11529"/>
          <ac:spMkLst>
            <pc:docMk/>
            <pc:sldMk cId="541089104" sldId="876"/>
            <ac:spMk id="21" creationId="{F9E58BB1-EB62-5BEB-66F5-E79CF088DBA8}"/>
          </ac:spMkLst>
        </pc:spChg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22" creationId="{DAD24F34-2414-DBE9-D235-53DEB238EFA0}"/>
          </ac:spMkLst>
        </pc:spChg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27" creationId="{B3BAE3ED-38EE-6E73-DE4D-778C7D342379}"/>
          </ac:spMkLst>
        </pc:spChg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28" creationId="{526CAC32-0E86-DBF1-F991-01CE0365DB18}"/>
          </ac:spMkLst>
        </pc:spChg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29" creationId="{C45F40B5-16B9-0EA9-AB91-52DB468DD508}"/>
          </ac:spMkLst>
        </pc:spChg>
        <pc:spChg chg="del">
          <ac:chgData name="손동범" userId="0f89198e-5fc9-4501-bc9d-662a7644151c" providerId="ADAL" clId="{49C6B6F1-B4F3-4A73-ADAA-FE6BDC092771}" dt="2023-09-17T21:43:54.719" v="4497" actId="478"/>
          <ac:spMkLst>
            <pc:docMk/>
            <pc:sldMk cId="541089104" sldId="876"/>
            <ac:spMk id="32" creationId="{6555A4BC-DB9A-3A53-6D16-DCD1E2342B43}"/>
          </ac:spMkLst>
        </pc:spChg>
        <pc:spChg chg="mod">
          <ac:chgData name="손동범" userId="0f89198e-5fc9-4501-bc9d-662a7644151c" providerId="ADAL" clId="{49C6B6F1-B4F3-4A73-ADAA-FE6BDC092771}" dt="2023-09-17T22:05:58.170" v="4622" actId="1076"/>
          <ac:spMkLst>
            <pc:docMk/>
            <pc:sldMk cId="541089104" sldId="876"/>
            <ac:spMk id="33" creationId="{99E81C36-D324-1C2C-1559-C9A7C324F0D1}"/>
          </ac:spMkLst>
        </pc:spChg>
        <pc:spChg chg="add mod">
          <ac:chgData name="손동범" userId="0f89198e-5fc9-4501-bc9d-662a7644151c" providerId="ADAL" clId="{49C6B6F1-B4F3-4A73-ADAA-FE6BDC092771}" dt="2023-09-17T21:51:36.986" v="4528" actId="20577"/>
          <ac:spMkLst>
            <pc:docMk/>
            <pc:sldMk cId="541089104" sldId="876"/>
            <ac:spMk id="39" creationId="{F55673AF-FD86-C7C3-1E3E-1A4D1F0962E7}"/>
          </ac:spMkLst>
        </pc:spChg>
        <pc:spChg chg="add mod">
          <ac:chgData name="손동범" userId="0f89198e-5fc9-4501-bc9d-662a7644151c" providerId="ADAL" clId="{49C6B6F1-B4F3-4A73-ADAA-FE6BDC092771}" dt="2023-09-17T21:51:42.462" v="4532" actId="20577"/>
          <ac:spMkLst>
            <pc:docMk/>
            <pc:sldMk cId="541089104" sldId="876"/>
            <ac:spMk id="40" creationId="{8539D4CF-F6BD-51C9-28D7-C8ABCDA5C643}"/>
          </ac:spMkLst>
        </pc:spChg>
        <pc:graphicFrameChg chg="add del mod modGraphic">
          <ac:chgData name="손동범" userId="0f89198e-5fc9-4501-bc9d-662a7644151c" providerId="ADAL" clId="{49C6B6F1-B4F3-4A73-ADAA-FE6BDC092771}" dt="2023-09-17T21:51:03.107" v="4519" actId="478"/>
          <ac:graphicFrameMkLst>
            <pc:docMk/>
            <pc:sldMk cId="541089104" sldId="876"/>
            <ac:graphicFrameMk id="37" creationId="{0C7D7616-E944-1C7D-B24A-C5F09B166DC6}"/>
          </ac:graphicFrameMkLst>
        </pc:graphicFrameChg>
        <pc:graphicFrameChg chg="add del mod modGraphic">
          <ac:chgData name="손동범" userId="0f89198e-5fc9-4501-bc9d-662a7644151c" providerId="ADAL" clId="{49C6B6F1-B4F3-4A73-ADAA-FE6BDC092771}" dt="2023-09-17T21:51:19.603" v="4525" actId="478"/>
          <ac:graphicFrameMkLst>
            <pc:docMk/>
            <pc:sldMk cId="541089104" sldId="876"/>
            <ac:graphicFrameMk id="38" creationId="{DC47B374-BBCE-F18A-731C-2ABF3CC964B1}"/>
          </ac:graphicFrameMkLst>
        </pc:graphicFrameChg>
        <pc:picChg chg="add mod">
          <ac:chgData name="손동범" userId="0f89198e-5fc9-4501-bc9d-662a7644151c" providerId="ADAL" clId="{49C6B6F1-B4F3-4A73-ADAA-FE6BDC092771}" dt="2023-09-17T22:04:07.749" v="4535" actId="1076"/>
          <ac:picMkLst>
            <pc:docMk/>
            <pc:sldMk cId="541089104" sldId="876"/>
            <ac:picMk id="42" creationId="{981DBB24-EEFE-0DDC-9C18-1EC17494647E}"/>
          </ac:picMkLst>
        </pc:pic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3" creationId="{1985FC84-DF66-FAF2-57F1-D9F1B34D1014}"/>
          </ac:cxnSpMkLst>
        </pc:cxn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5" creationId="{7F512B11-874D-271C-E102-C0FE7605CB62}"/>
          </ac:cxnSpMkLst>
        </pc:cxn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8" creationId="{B6FBE16C-2C1B-8744-3E43-E8AB0F6E6E74}"/>
          </ac:cxnSpMkLst>
        </pc:cxn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9" creationId="{7005A2B0-9145-8272-9783-9A04D74413D0}"/>
          </ac:cxnSpMkLst>
        </pc:cxnChg>
        <pc:cxnChg chg="add del mod">
          <ac:chgData name="손동범" userId="0f89198e-5fc9-4501-bc9d-662a7644151c" providerId="ADAL" clId="{49C6B6F1-B4F3-4A73-ADAA-FE6BDC092771}" dt="2023-09-17T21:50:28.337" v="4516" actId="478"/>
          <ac:cxnSpMkLst>
            <pc:docMk/>
            <pc:sldMk cId="541089104" sldId="876"/>
            <ac:cxnSpMk id="12" creationId="{EE4598C5-D80C-1410-FE03-922EC9675FAF}"/>
          </ac:cxnSpMkLst>
        </pc:cxnChg>
        <pc:cxnChg chg="add del mod">
          <ac:chgData name="손동범" userId="0f89198e-5fc9-4501-bc9d-662a7644151c" providerId="ADAL" clId="{49C6B6F1-B4F3-4A73-ADAA-FE6BDC092771}" dt="2023-09-17T21:50:28.337" v="4516" actId="478"/>
          <ac:cxnSpMkLst>
            <pc:docMk/>
            <pc:sldMk cId="541089104" sldId="876"/>
            <ac:cxnSpMk id="14" creationId="{B32C8B4A-2776-F1C3-4107-A0246C83D1D5}"/>
          </ac:cxnSpMkLst>
        </pc:cxnChg>
        <pc:cxnChg chg="add del mod">
          <ac:chgData name="손동범" userId="0f89198e-5fc9-4501-bc9d-662a7644151c" providerId="ADAL" clId="{49C6B6F1-B4F3-4A73-ADAA-FE6BDC092771}" dt="2023-09-17T21:50:28.337" v="4516" actId="478"/>
          <ac:cxnSpMkLst>
            <pc:docMk/>
            <pc:sldMk cId="541089104" sldId="876"/>
            <ac:cxnSpMk id="16" creationId="{708C29FB-02BA-DC8C-97B8-F6BA150203E1}"/>
          </ac:cxnSpMkLst>
        </pc:cxnChg>
        <pc:cxnChg chg="add del mod">
          <ac:chgData name="손동범" userId="0f89198e-5fc9-4501-bc9d-662a7644151c" providerId="ADAL" clId="{49C6B6F1-B4F3-4A73-ADAA-FE6BDC092771}" dt="2023-09-17T21:50:28.337" v="4516" actId="478"/>
          <ac:cxnSpMkLst>
            <pc:docMk/>
            <pc:sldMk cId="541089104" sldId="876"/>
            <ac:cxnSpMk id="17" creationId="{62172506-4058-AD7C-0ACD-5FFE2399FED1}"/>
          </ac:cxnSpMkLst>
        </pc:cxn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23" creationId="{4AEC98B3-B37D-766E-347F-C06957DEFF4B}"/>
          </ac:cxnSpMkLst>
        </pc:cxn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24" creationId="{37B774BA-E131-6A61-4926-60D8D741D44B}"/>
          </ac:cxnSpMkLst>
        </pc:cxn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25" creationId="{4EFB3B23-2024-E241-3E64-AC06F64DF363}"/>
          </ac:cxnSpMkLst>
        </pc:cxn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26" creationId="{E98BBA2D-6F50-6CC1-0F16-D9E84ACA5BC5}"/>
          </ac:cxnSpMkLst>
        </pc:cxnChg>
        <pc:cxnChg chg="del">
          <ac:chgData name="손동범" userId="0f89198e-5fc9-4501-bc9d-662a7644151c" providerId="ADAL" clId="{49C6B6F1-B4F3-4A73-ADAA-FE6BDC092771}" dt="2023-09-17T21:43:54.719" v="4497" actId="478"/>
          <ac:cxnSpMkLst>
            <pc:docMk/>
            <pc:sldMk cId="541089104" sldId="876"/>
            <ac:cxnSpMk id="31" creationId="{0FBC451B-1924-EAF1-0A40-1D982B6EB5B3}"/>
          </ac:cxnSpMkLst>
        </pc:cxnChg>
        <pc:cxnChg chg="add">
          <ac:chgData name="손동범" userId="0f89198e-5fc9-4501-bc9d-662a7644151c" providerId="ADAL" clId="{49C6B6F1-B4F3-4A73-ADAA-FE6BDC092771}" dt="2023-09-17T21:49:32.117" v="4513" actId="11529"/>
          <ac:cxnSpMkLst>
            <pc:docMk/>
            <pc:sldMk cId="541089104" sldId="876"/>
            <ac:cxnSpMk id="34" creationId="{CBE3A776-9F51-6E41-43F1-5786B407B004}"/>
          </ac:cxnSpMkLst>
        </pc:cxnChg>
        <pc:cxnChg chg="add mod">
          <ac:chgData name="손동범" userId="0f89198e-5fc9-4501-bc9d-662a7644151c" providerId="ADAL" clId="{49C6B6F1-B4F3-4A73-ADAA-FE6BDC092771}" dt="2023-09-17T21:49:48.707" v="4515" actId="1076"/>
          <ac:cxnSpMkLst>
            <pc:docMk/>
            <pc:sldMk cId="541089104" sldId="876"/>
            <ac:cxnSpMk id="36" creationId="{124A261A-AD74-AE50-F15C-668AC6DEA4C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Main Title</a:t>
            </a:r>
            <a:endParaRPr dirty="0"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 dirty="0"/>
              <a:t>이름</a:t>
            </a:r>
            <a:endParaRPr dirty="0"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 dirty="0"/>
              <a:t>Sub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936362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err="1"/>
              <a:t>제목</a:t>
            </a:r>
            <a:r>
              <a:t> </a:t>
            </a:r>
            <a:r>
              <a:rPr err="1"/>
              <a:t>텍스트</a:t>
            </a:r>
            <a:endParaRPr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>
            <a:normAutofit/>
          </a:bodyPr>
          <a:lstStyle/>
          <a:p>
            <a:r>
              <a:rPr err="1"/>
              <a:t>본문</a:t>
            </a:r>
            <a:r>
              <a:t> 첫 </a:t>
            </a:r>
            <a:r>
              <a:rPr err="1"/>
              <a:t>번째</a:t>
            </a:r>
            <a:r>
              <a:t> 줄</a:t>
            </a:r>
          </a:p>
          <a:p>
            <a:pPr lvl="1"/>
            <a:r>
              <a:rPr err="1"/>
              <a:t>본문</a:t>
            </a:r>
            <a:r>
              <a:t> 두 </a:t>
            </a:r>
            <a:r>
              <a:rPr err="1"/>
              <a:t>번째</a:t>
            </a:r>
            <a:r>
              <a:t> 줄</a:t>
            </a:r>
          </a:p>
          <a:p>
            <a:pPr lvl="2"/>
            <a:r>
              <a:rPr err="1"/>
              <a:t>본문</a:t>
            </a:r>
            <a:r>
              <a:t> 세 </a:t>
            </a:r>
            <a:r>
              <a:rPr err="1"/>
              <a:t>번째</a:t>
            </a:r>
            <a:r>
              <a:t> 줄</a:t>
            </a:r>
          </a:p>
          <a:p>
            <a:pPr lvl="3"/>
            <a:r>
              <a:rPr err="1"/>
              <a:t>본문</a:t>
            </a:r>
            <a:r>
              <a:t> 네 </a:t>
            </a:r>
            <a:r>
              <a:rPr err="1"/>
              <a:t>번째</a:t>
            </a:r>
            <a:r>
              <a:t> 줄</a:t>
            </a:r>
          </a:p>
          <a:p>
            <a:pPr lvl="4"/>
            <a:r>
              <a:rPr err="1"/>
              <a:t>본문</a:t>
            </a:r>
            <a:r>
              <a:t> </a:t>
            </a:r>
            <a:r>
              <a:rPr err="1"/>
              <a:t>다섯</a:t>
            </a:r>
            <a:r>
              <a:t> </a:t>
            </a:r>
            <a:r>
              <a:rPr err="1"/>
              <a:t>번째</a:t>
            </a:r>
            <a:r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umin35@hanyang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hyperlink" Target="mailto:slbiog3025@hanyang.ac.kr" TargetMode="External"/><Relationship Id="rId4" Type="http://schemas.openxmlformats.org/officeDocument/2006/relationships/hyperlink" Target="mailto:kkyou123@hanyang.ac.k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CNN Accelerator Configuration</a:t>
            </a:r>
            <a:endParaRPr lang="ko-KR" altLang="en-US" sz="4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AIHA-Intern-2023-NPU</a:t>
            </a:r>
          </a:p>
          <a:p>
            <a:endParaRPr lang="en-US" altLang="ko-KR" sz="2800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D5C8AE0E-B703-F753-449B-C0A76C88AA37}"/>
              </a:ext>
            </a:extLst>
          </p:cNvPr>
          <p:cNvSpPr txBox="1">
            <a:spLocks/>
          </p:cNvSpPr>
          <p:nvPr/>
        </p:nvSpPr>
        <p:spPr>
          <a:xfrm>
            <a:off x="1676400" y="3814318"/>
            <a:ext cx="9144000" cy="182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371465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742932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114397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485863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sz="2800"/>
              <a:t>Dongbeom Son / Wonbin Seo / Sumin Lee</a:t>
            </a:r>
          </a:p>
          <a:p>
            <a:pPr hangingPunct="1"/>
            <a:r>
              <a:rPr lang="en-US" altLang="ko-KR" sz="1600">
                <a:hlinkClick r:id="rId3"/>
              </a:rPr>
              <a:t>bumin35@hanyang.ac.kr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4"/>
              </a:rPr>
              <a:t>kkyou123@hanyang.ac.kr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5"/>
              </a:rPr>
              <a:t>slbiog3025@hanyang.ac.kr</a:t>
            </a:r>
            <a:endParaRPr lang="en-US" altLang="ko-KR" sz="2000"/>
          </a:p>
          <a:p>
            <a:pPr hangingPunct="1"/>
            <a:r>
              <a:rPr lang="en-US" altLang="ko-KR" sz="2000"/>
              <a:t>2023 aiha-intern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8922197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DCF5-727C-405F-A1C0-1E7FA145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B0855-1356-4CA7-A5CD-4D7CA0E4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7111" y="1299713"/>
            <a:ext cx="5155274" cy="5029650"/>
          </a:xfrm>
        </p:spPr>
        <p:txBody>
          <a:bodyPr lIns="45719" tIns="45720" rIns="45719" bIns="45720" anchor="t">
            <a:normAutofit/>
          </a:bodyPr>
          <a:lstStyle/>
          <a:p>
            <a:pPr marL="714375" lvl="1" indent="-342900"/>
            <a:endParaRPr lang="en-US" altLang="ko-KR" dirty="0"/>
          </a:p>
          <a:p>
            <a:pPr marL="714375" lvl="1" indent="-34290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185420" indent="-185420"/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4844-DA11-4845-9D48-C83CC6607D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ko-KR" alt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32BA3D-5980-4490-2308-F08D9F45CDB3}"/>
              </a:ext>
            </a:extLst>
          </p:cNvPr>
          <p:cNvSpPr txBox="1">
            <a:spLocks/>
          </p:cNvSpPr>
          <p:nvPr/>
        </p:nvSpPr>
        <p:spPr>
          <a:xfrm>
            <a:off x="990602" y="1299713"/>
            <a:ext cx="502227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313583" indent="-342900" hangingPunct="1"/>
            <a:r>
              <a:rPr lang="en-US" altLang="ko-KR" dirty="0">
                <a:latin typeface="맑은 고딕"/>
                <a:ea typeface="맑은 고딕"/>
              </a:rPr>
              <a:t>Configuration specific</a:t>
            </a:r>
          </a:p>
          <a:p>
            <a:pPr marL="714375" lvl="1" indent="-342900" hangingPunct="1"/>
            <a:r>
              <a:rPr lang="en-US" altLang="ko-KR" dirty="0"/>
              <a:t>INPUT-OUTPUT </a:t>
            </a:r>
          </a:p>
          <a:p>
            <a:pPr marL="1126164" lvl="2" indent="-342900" hangingPunct="1"/>
            <a:r>
              <a:rPr lang="en-US" altLang="ko-KR" dirty="0"/>
              <a:t>IFM/WGT/OFM</a:t>
            </a:r>
          </a:p>
          <a:p>
            <a:pPr marL="1126164" lvl="2" indent="-342900" hangingPunct="1"/>
            <a:r>
              <a:rPr lang="en-US" altLang="ko-KR" dirty="0"/>
              <a:t>Parser</a:t>
            </a:r>
          </a:p>
          <a:p>
            <a:pPr marL="714375" lvl="1" indent="-342900" hangingPunct="1"/>
            <a:r>
              <a:rPr lang="en-US" altLang="ko-KR" dirty="0"/>
              <a:t>PE-FSM </a:t>
            </a:r>
          </a:p>
          <a:p>
            <a:pPr marL="714375" lvl="1" indent="-342900" hangingPunct="1"/>
            <a:r>
              <a:rPr lang="en-US" altLang="ko-KR" dirty="0"/>
              <a:t>Stall Signal</a:t>
            </a:r>
          </a:p>
          <a:p>
            <a:pPr marL="714375" lvl="1" indent="-342900" hangingPunct="1"/>
            <a:r>
              <a:rPr lang="en-US" altLang="ko-KR" dirty="0"/>
              <a:t>3 X 8 PE array– Timestamp</a:t>
            </a:r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en-US" altLang="ko-KR" dirty="0"/>
          </a:p>
          <a:p>
            <a:pPr marL="313583" indent="-342900" hangingPunct="1"/>
            <a:r>
              <a:rPr lang="en-US" altLang="ko-KR" dirty="0"/>
              <a:t>VGG-16 structure</a:t>
            </a:r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en-US" altLang="ko-KR" dirty="0"/>
          </a:p>
          <a:p>
            <a:pPr marL="400792" lvl="1" indent="0" hangingPunct="1">
              <a:buNone/>
            </a:pPr>
            <a:endParaRPr lang="en-US" altLang="ko-KR" dirty="0"/>
          </a:p>
          <a:p>
            <a:pPr marL="714375" lvl="1" indent="-342900" hangingPunct="1"/>
            <a:endParaRPr lang="ko-KR" altLang="en-US" dirty="0"/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185420" indent="-185420" hangingPunct="1"/>
            <a:endParaRPr lang="ko-KR" alt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54F44A-45CE-49D1-2272-2F972BC0E256}"/>
              </a:ext>
            </a:extLst>
          </p:cNvPr>
          <p:cNvSpPr txBox="1">
            <a:spLocks/>
          </p:cNvSpPr>
          <p:nvPr/>
        </p:nvSpPr>
        <p:spPr>
          <a:xfrm>
            <a:off x="6179129" y="1299713"/>
            <a:ext cx="502227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>
                <a:latin typeface="맑은 고딕"/>
                <a:ea typeface="맑은 고딕"/>
              </a:rPr>
              <a:t>Address Control</a:t>
            </a:r>
          </a:p>
          <a:p>
            <a:pPr lvl="1" hangingPunct="1"/>
            <a:r>
              <a:rPr lang="en-US" altLang="ko-KR" dirty="0">
                <a:latin typeface="맑은 고딕"/>
                <a:ea typeface="맑은 고딕"/>
              </a:rPr>
              <a:t>Input Feature Map</a:t>
            </a:r>
          </a:p>
          <a:p>
            <a:pPr lvl="1" hangingPunct="1"/>
            <a:r>
              <a:rPr lang="en-US" altLang="ko-KR" dirty="0">
                <a:latin typeface="맑은 고딕"/>
                <a:ea typeface="맑은 고딕"/>
              </a:rPr>
              <a:t>Weight</a:t>
            </a:r>
          </a:p>
          <a:p>
            <a:pPr lvl="1" hangingPunct="1"/>
            <a:r>
              <a:rPr lang="en-US" altLang="ko-KR" dirty="0">
                <a:latin typeface="맑은 고딕"/>
                <a:ea typeface="맑은 고딕"/>
              </a:rPr>
              <a:t>Output Feature Map</a:t>
            </a:r>
            <a:endParaRPr lang="en-US" altLang="ko-KR" dirty="0"/>
          </a:p>
          <a:p>
            <a:pPr marL="714375" lvl="1" indent="-342900" hangingPunct="1"/>
            <a:endParaRPr lang="ko-KR" altLang="en-US" dirty="0"/>
          </a:p>
          <a:p>
            <a:pPr marL="714375" lvl="1" indent="-342900" hangingPunct="1"/>
            <a:endParaRPr lang="en-US" altLang="ko-KR" dirty="0"/>
          </a:p>
          <a:p>
            <a:pPr marL="714375" lvl="1" indent="-34290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185420" indent="-185420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05945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309048"/>
            <a:ext cx="10515601" cy="4351338"/>
          </a:xfrm>
        </p:spPr>
        <p:txBody>
          <a:bodyPr lIns="45719" tIns="45720" rIns="45719" bIns="45720" anchor="t">
            <a:normAutofit fontScale="85000" lnSpcReduction="20000"/>
          </a:bodyPr>
          <a:lstStyle/>
          <a:p>
            <a:pPr marL="185420" indent="-185420"/>
            <a:r>
              <a:rPr lang="en-US" altLang="ko-KR" dirty="0"/>
              <a:t>IFM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Two 3x8 pe arrays share same input</a:t>
            </a:r>
          </a:p>
          <a:p>
            <a:pPr marL="586105" lvl="1" indent="-214630"/>
            <a:r>
              <a:rPr lang="en-US" altLang="ko-KR" dirty="0"/>
              <a:t>8 * 10(number of rows in an input tile) = 80bit per cycle = 3000MB/s</a:t>
            </a:r>
          </a:p>
          <a:p>
            <a:pPr marL="371475" lvl="1" indent="0">
              <a:buNone/>
            </a:pPr>
            <a:endParaRPr lang="en-US" altLang="ko-KR" dirty="0"/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WGT</a:t>
            </a:r>
            <a:endParaRPr lang="ko-KR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Each pe array has different WGT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8 * 2 * 3(kernel size) = 48bit per cycle = 1800 MB/s</a:t>
            </a: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185420" indent="-185420"/>
            <a:r>
              <a:rPr lang="en-US" altLang="ko-KR" dirty="0">
                <a:latin typeface="Malgun Gothic"/>
                <a:ea typeface="Malgun Gothic"/>
              </a:rPr>
              <a:t>OFM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Each pe arrays produces output of different output channel.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8 output from each pe array total (</a:t>
            </a:r>
            <a:r>
              <a:rPr lang="en-US" dirty="0" err="1">
                <a:latin typeface="Malgun Gothic"/>
                <a:ea typeface="Malgun Gothic"/>
              </a:rPr>
              <a:t>tile_length</a:t>
            </a:r>
            <a:r>
              <a:rPr lang="en-US" dirty="0">
                <a:latin typeface="Malgun Gothic"/>
                <a:ea typeface="Malgun Gothic"/>
              </a:rPr>
              <a:t>) output  (</a:t>
            </a:r>
            <a:r>
              <a:rPr lang="en-US" dirty="0" err="1">
                <a:latin typeface="Malgun Gothic"/>
                <a:ea typeface="Malgun Gothic"/>
              </a:rPr>
              <a:t>tile_length</a:t>
            </a:r>
            <a:r>
              <a:rPr lang="en-US" dirty="0">
                <a:latin typeface="Malgun Gothic"/>
                <a:ea typeface="Malgun Gothic"/>
              </a:rPr>
              <a:t> = 16)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32 * 8 * 2 = 512bit per cycle for </a:t>
            </a:r>
            <a:r>
              <a:rPr lang="en-US" dirty="0" err="1">
                <a:latin typeface="Malgun Gothic"/>
                <a:ea typeface="Malgun Gothic"/>
              </a:rPr>
              <a:t>tile_length</a:t>
            </a:r>
            <a:r>
              <a:rPr lang="en-US" dirty="0">
                <a:latin typeface="Malgun Gothic"/>
                <a:ea typeface="Malgun Gothic"/>
              </a:rPr>
              <a:t> cycles when it’s validate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For validate output, ci * (</a:t>
            </a:r>
            <a:r>
              <a:rPr lang="en-US" dirty="0" err="1">
                <a:latin typeface="Malgun Gothic"/>
                <a:ea typeface="Malgun Gothic"/>
              </a:rPr>
              <a:t>tile_length</a:t>
            </a:r>
            <a:r>
              <a:rPr lang="en-US" dirty="0">
                <a:latin typeface="Malgun Gothic"/>
                <a:ea typeface="Malgun Gothic"/>
              </a:rPr>
              <a:t> + </a:t>
            </a:r>
            <a:r>
              <a:rPr lang="en-US" dirty="0" err="1">
                <a:latin typeface="Malgun Gothic"/>
                <a:ea typeface="Malgun Gothic"/>
              </a:rPr>
              <a:t>kernel_size</a:t>
            </a:r>
            <a:r>
              <a:rPr lang="en-US" dirty="0">
                <a:latin typeface="Malgun Gothic"/>
                <a:ea typeface="Malgun Gothic"/>
              </a:rPr>
              <a:t> – 1) cycles required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Peak output throughput = 64byte / cycles = 19200 MB/s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Average output throughput = 64byte / (18 * ci + 16) cycles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ci is minimum for 1</a:t>
            </a:r>
            <a:r>
              <a:rPr lang="en-US" baseline="30000" dirty="0">
                <a:latin typeface="Malgun Gothic"/>
                <a:ea typeface="Malgun Gothic"/>
              </a:rPr>
              <a:t>st</a:t>
            </a:r>
            <a:r>
              <a:rPr lang="en-US" dirty="0">
                <a:latin typeface="Malgun Gothic"/>
                <a:ea typeface="Malgun Gothic"/>
              </a:rPr>
              <a:t> layer (ci = 64), Maximum output throughput = 16.43 MB/s</a:t>
            </a:r>
          </a:p>
          <a:p>
            <a:pPr marL="586105" lvl="1" indent="-214630">
              <a:buFont typeface="맑은 고딕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9E2EA3-BFA1-3338-4B98-88D54DD128C1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INPUT-OUTPUT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21720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551329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>
                <a:latin typeface="맑은 고딕"/>
                <a:ea typeface="맑은 고딕"/>
              </a:rPr>
              <a:t>Parser</a:t>
            </a:r>
          </a:p>
          <a:p>
            <a:pPr marL="586105" lvl="1" indent="-214630">
              <a:buFont typeface="맑은 고딕"/>
              <a:buChar char="–"/>
            </a:pPr>
            <a:r>
              <a:rPr lang="en-US" altLang="ko-KR" dirty="0">
                <a:latin typeface="맑은 고딕"/>
                <a:ea typeface="맑은 고딕"/>
              </a:rPr>
              <a:t>IFM/WGT data width in input buffer is 512bit.</a:t>
            </a:r>
          </a:p>
          <a:p>
            <a:pPr marL="586105" lvl="1" indent="-214630">
              <a:buFont typeface="맑은 고딕"/>
              <a:buChar char="–"/>
            </a:pPr>
            <a:r>
              <a:rPr lang="en-US" altLang="ko-KR" dirty="0">
                <a:latin typeface="맑은 고딕"/>
                <a:ea typeface="맑은 고딕"/>
              </a:rPr>
              <a:t>IFM/WGT data width to </a:t>
            </a:r>
            <a:r>
              <a:rPr lang="en-US" altLang="ko-KR" dirty="0" err="1">
                <a:latin typeface="맑은 고딕"/>
                <a:ea typeface="맑은 고딕"/>
              </a:rPr>
              <a:t>conv_acc</a:t>
            </a:r>
            <a:r>
              <a:rPr lang="en-US" altLang="ko-KR" dirty="0">
                <a:latin typeface="맑은 고딕"/>
                <a:ea typeface="맑은 고딕"/>
              </a:rPr>
              <a:t> module is 80/48bit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512 bit cannot be divided evenly with 80/48bit</a:t>
            </a:r>
          </a:p>
          <a:p>
            <a:pPr marL="586105" lvl="1" indent="-214630"/>
            <a:r>
              <a:rPr lang="en-US" altLang="ko-KR" dirty="0"/>
              <a:t>IFM parser stores 5 512bit data to produce 32 80bit input </a:t>
            </a:r>
            <a:r>
              <a:rPr lang="en-US" altLang="ko-KR" dirty="0" err="1"/>
              <a:t>ifm</a:t>
            </a:r>
            <a:r>
              <a:rPr lang="en-US" altLang="ko-KR" dirty="0"/>
              <a:t> data 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WGT parser stores 3 512bit data to produce 32 48bit input </a:t>
            </a:r>
            <a:r>
              <a:rPr lang="en-US" dirty="0" err="1">
                <a:latin typeface="Malgun Gothic"/>
                <a:ea typeface="Malgun Gothic"/>
              </a:rPr>
              <a:t>ifm</a:t>
            </a:r>
            <a:r>
              <a:rPr lang="en-US" dirty="0">
                <a:latin typeface="Malgun Gothic"/>
                <a:ea typeface="Malgun Gothic"/>
              </a:rPr>
              <a:t> data </a:t>
            </a:r>
            <a:endParaRPr lang="en-US" altLang="ko-KR" dirty="0"/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Parser sent input request to input buffer to fill the parser buffer again before using all of data</a:t>
            </a:r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251574-5CE8-AC13-7FE3-D5DE94B9D9F3}"/>
              </a:ext>
            </a:extLst>
          </p:cNvPr>
          <p:cNvSpPr/>
          <p:nvPr/>
        </p:nvSpPr>
        <p:spPr>
          <a:xfrm>
            <a:off x="7978589" y="1510552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E80717-AB51-8818-B2EF-58C96EB9F1BE}"/>
              </a:ext>
            </a:extLst>
          </p:cNvPr>
          <p:cNvSpPr/>
          <p:nvPr/>
        </p:nvSpPr>
        <p:spPr>
          <a:xfrm>
            <a:off x="7978589" y="2442881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F580FB9-3415-2980-3672-93EE4106F845}"/>
              </a:ext>
            </a:extLst>
          </p:cNvPr>
          <p:cNvSpPr/>
          <p:nvPr/>
        </p:nvSpPr>
        <p:spPr>
          <a:xfrm>
            <a:off x="7978588" y="3375210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CFF744-4F73-0FC9-EF69-6B97ACDF5429}"/>
              </a:ext>
            </a:extLst>
          </p:cNvPr>
          <p:cNvSpPr/>
          <p:nvPr/>
        </p:nvSpPr>
        <p:spPr>
          <a:xfrm>
            <a:off x="7978588" y="4307539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1DA5C3-A246-092C-3B6C-910E9E75471B}"/>
              </a:ext>
            </a:extLst>
          </p:cNvPr>
          <p:cNvSpPr/>
          <p:nvPr/>
        </p:nvSpPr>
        <p:spPr>
          <a:xfrm>
            <a:off x="7978589" y="5239870"/>
            <a:ext cx="2483223" cy="932329"/>
          </a:xfrm>
          <a:prstGeom prst="rect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7AA13FB0-6D7E-6236-4615-B0FF2F62F55A}"/>
              </a:ext>
            </a:extLst>
          </p:cNvPr>
          <p:cNvSpPr/>
          <p:nvPr/>
        </p:nvSpPr>
        <p:spPr>
          <a:xfrm>
            <a:off x="7613434" y="1509992"/>
            <a:ext cx="236130" cy="932329"/>
          </a:xfrm>
          <a:prstGeom prst="leftBrace">
            <a:avLst/>
          </a:prstGeom>
          <a:solidFill>
            <a:schemeClr val="bg1"/>
          </a:solidFill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4602B6-A23E-8D51-5531-4C3F1E730153}"/>
              </a:ext>
            </a:extLst>
          </p:cNvPr>
          <p:cNvSpPr txBox="1"/>
          <p:nvPr/>
        </p:nvSpPr>
        <p:spPr>
          <a:xfrm>
            <a:off x="6759388" y="1819835"/>
            <a:ext cx="78889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400" dirty="0"/>
              <a:t>512bit</a:t>
            </a:r>
            <a:endParaRPr kumimoji="0" lang="ko-KR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2" name="오른쪽 중괄호 11">
            <a:extLst>
              <a:ext uri="{FF2B5EF4-FFF2-40B4-BE49-F238E27FC236}">
                <a16:creationId xmlns:a16="http://schemas.microsoft.com/office/drawing/2014/main" id="{FD74F9BF-E7E5-1A97-1B6A-B5ADF9D25A48}"/>
              </a:ext>
            </a:extLst>
          </p:cNvPr>
          <p:cNvSpPr/>
          <p:nvPr/>
        </p:nvSpPr>
        <p:spPr>
          <a:xfrm>
            <a:off x="10705137" y="1508872"/>
            <a:ext cx="254059" cy="4661646"/>
          </a:xfrm>
          <a:prstGeom prst="rightBrace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CFC4E9-B6BA-A6A6-17D8-7849AE50DFB0}"/>
              </a:ext>
            </a:extLst>
          </p:cNvPr>
          <p:cNvSpPr txBox="1"/>
          <p:nvPr/>
        </p:nvSpPr>
        <p:spPr>
          <a:xfrm>
            <a:off x="7198658" y="1963270"/>
            <a:ext cx="2743200" cy="365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4E4975-9BA9-91AD-FDC2-35EEC948FC9E}"/>
              </a:ext>
            </a:extLst>
          </p:cNvPr>
          <p:cNvSpPr txBox="1"/>
          <p:nvPr/>
        </p:nvSpPr>
        <p:spPr>
          <a:xfrm>
            <a:off x="11026588" y="3747246"/>
            <a:ext cx="1021976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 err="1"/>
              <a:t>Total</a:t>
            </a:r>
            <a:r>
              <a:rPr lang="ko-KR" altLang="en-US" sz="1400" dirty="0"/>
              <a:t> 32</a:t>
            </a:r>
          </a:p>
          <a:p>
            <a:r>
              <a:rPr lang="ko-KR" altLang="en-US" sz="1400" dirty="0"/>
              <a:t>80bit </a:t>
            </a:r>
            <a:r>
              <a:rPr lang="ko-KR" altLang="en-US" sz="1400" dirty="0" err="1"/>
              <a:t>ifm</a:t>
            </a:r>
            <a:endParaRPr lang="ko-KR" altLang="en-US" sz="1400" b="0" i="0" u="none" strike="noStrike" cap="none" spc="0" normalizeH="0" baseline="0" dirty="0" err="1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88081C9A-8CBF-9D15-E9BE-430A0A2858B1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INPUT-OUTPUT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072206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96233"/>
            <a:ext cx="10515601" cy="4351338"/>
          </a:xfrm>
        </p:spPr>
        <p:txBody>
          <a:bodyPr lIns="45719" tIns="45720" rIns="45719" bIns="45720" anchor="t">
            <a:normAutofit lnSpcReduction="10000"/>
          </a:bodyPr>
          <a:lstStyle/>
          <a:p>
            <a:pPr marL="185420" indent="-185420"/>
            <a:r>
              <a:rPr lang="en-US" altLang="ko-KR" dirty="0"/>
              <a:t>IDLE</a:t>
            </a:r>
            <a:endParaRPr lang="ko-KR" altLang="en-US" dirty="0"/>
          </a:p>
          <a:p>
            <a:pPr marL="586105" lvl="1" indent="-214630"/>
            <a:r>
              <a:rPr lang="en-US" altLang="ko-KR" dirty="0"/>
              <a:t>Before the start signal &amp; after the end of convolution</a:t>
            </a:r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S1</a:t>
            </a:r>
            <a:endParaRPr lang="ko-KR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State for filling </a:t>
            </a:r>
            <a:r>
              <a:rPr lang="en-US" dirty="0" err="1">
                <a:latin typeface="Malgun Gothic"/>
                <a:ea typeface="Malgun Gothic"/>
              </a:rPr>
              <a:t>ofm</a:t>
            </a:r>
            <a:r>
              <a:rPr lang="en-US" dirty="0">
                <a:latin typeface="Malgun Gothic"/>
                <a:ea typeface="Malgun Gothic"/>
              </a:rPr>
              <a:t> and </a:t>
            </a:r>
            <a:r>
              <a:rPr lang="en-US" dirty="0" err="1">
                <a:latin typeface="Malgun Gothic"/>
                <a:ea typeface="Malgun Gothic"/>
              </a:rPr>
              <a:t>wgt</a:t>
            </a:r>
            <a:r>
              <a:rPr lang="en-US" dirty="0">
                <a:latin typeface="Malgun Gothic"/>
                <a:ea typeface="Malgun Gothic"/>
              </a:rPr>
              <a:t> buffer</a:t>
            </a: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r>
              <a:rPr lang="ko-KR" altLang="en-US" dirty="0" err="1">
                <a:latin typeface="Malgun Gothic"/>
                <a:ea typeface="Malgun Gothic"/>
              </a:rPr>
              <a:t>When</a:t>
            </a:r>
            <a:r>
              <a:rPr lang="ko-KR" altLang="en-US" dirty="0">
                <a:latin typeface="Malgun Gothic"/>
                <a:ea typeface="Malgun Gothic"/>
              </a:rPr>
              <a:t> </a:t>
            </a:r>
            <a:r>
              <a:rPr lang="ko-KR" altLang="en-US" dirty="0" err="1">
                <a:latin typeface="Malgun Gothic"/>
                <a:ea typeface="Malgun Gothic"/>
              </a:rPr>
              <a:t>buffers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are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full</a:t>
            </a:r>
            <a:r>
              <a:rPr lang="ko-KR" altLang="en-US" dirty="0">
                <a:latin typeface="Malgun Gothic"/>
                <a:ea typeface="Malgun Gothic"/>
              </a:rPr>
              <a:t>(3 </a:t>
            </a:r>
            <a:r>
              <a:rPr lang="ko-KR" altLang="en-US" dirty="0" err="1">
                <a:latin typeface="Malgun Gothic"/>
                <a:ea typeface="Malgun Gothic"/>
              </a:rPr>
              <a:t>values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for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each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buffer</a:t>
            </a:r>
            <a:r>
              <a:rPr lang="ko-KR" altLang="en-US" dirty="0">
                <a:latin typeface="Malgun Gothic"/>
                <a:ea typeface="Malgun Gothic"/>
              </a:rPr>
              <a:t>) </a:t>
            </a:r>
            <a:r>
              <a:rPr lang="ko-KR" altLang="en-US" dirty="0" err="1">
                <a:latin typeface="Malgun Gothic"/>
                <a:ea typeface="Malgun Gothic"/>
              </a:rPr>
              <a:t>move</a:t>
            </a:r>
            <a:r>
              <a:rPr lang="ko-KR" altLang="en-US" dirty="0">
                <a:latin typeface="Malgun Gothic"/>
                <a:ea typeface="Malgun Gothic"/>
              </a:rPr>
              <a:t> </a:t>
            </a:r>
            <a:r>
              <a:rPr lang="ko-KR" altLang="en-US" dirty="0" err="1">
                <a:latin typeface="Malgun Gothic"/>
                <a:ea typeface="Malgun Gothic"/>
              </a:rPr>
              <a:t>to</a:t>
            </a:r>
            <a:r>
              <a:rPr lang="ko-KR" altLang="en-US" dirty="0">
                <a:latin typeface="Malgun Gothic"/>
                <a:ea typeface="Malgun Gothic"/>
              </a:rPr>
              <a:t> S2</a:t>
            </a:r>
          </a:p>
          <a:p>
            <a:pPr marL="185420" indent="-185420"/>
            <a:r>
              <a:rPr lang="en-US" altLang="ko-KR" dirty="0">
                <a:latin typeface="Malgun Gothic"/>
                <a:ea typeface="Malgun Gothic"/>
              </a:rPr>
              <a:t>S2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State that convolution occurs </a:t>
            </a:r>
          </a:p>
          <a:p>
            <a:pPr marL="586105" lvl="1" indent="-214630">
              <a:buFont typeface="맑은 고딕"/>
            </a:pPr>
            <a:r>
              <a:rPr lang="en-US" dirty="0">
                <a:latin typeface="Malgun Gothic"/>
                <a:ea typeface="Malgun Gothic"/>
              </a:rPr>
              <a:t>After convolution for one input tile is done, move to S1 and fill the buffer for new input tile</a:t>
            </a:r>
            <a:endParaRPr lang="en-US" dirty="0">
              <a:latin typeface="맑은 고딕"/>
              <a:ea typeface="맑은 고딕"/>
            </a:endParaRPr>
          </a:p>
          <a:p>
            <a:pPr marL="185420" indent="-185420"/>
            <a:r>
              <a:rPr lang="en-US" dirty="0">
                <a:latin typeface="Malgun Gothic"/>
                <a:ea typeface="Malgun Gothic"/>
              </a:rPr>
              <a:t>Count</a:t>
            </a:r>
          </a:p>
          <a:p>
            <a:pPr marL="586105" lvl="1" indent="-214630">
              <a:buFont typeface="맑은 고딕"/>
              <a:buChar char="–"/>
            </a:pPr>
            <a:r>
              <a:rPr lang="en-US" dirty="0">
                <a:latin typeface="Malgun Gothic"/>
                <a:ea typeface="Malgun Gothic"/>
              </a:rPr>
              <a:t>Cnt1 counts column of input tile, 0~3 range is for S1, 4~18 range is for S2</a:t>
            </a:r>
            <a:endParaRPr lang="en-US" dirty="0"/>
          </a:p>
          <a:p>
            <a:pPr marL="586105" lvl="1" indent="-214630">
              <a:buFont typeface="맑은 고딕"/>
              <a:buChar char="–"/>
            </a:pPr>
            <a:r>
              <a:rPr lang="en-US" dirty="0">
                <a:latin typeface="맑은 고딕"/>
                <a:ea typeface="맑은 고딕"/>
              </a:rPr>
              <a:t>Cnt2 counts number of input tiles calculated. 8 input tiles produce 1 output tile</a:t>
            </a:r>
          </a:p>
          <a:p>
            <a:pPr marL="586105" lvl="1" indent="-214630">
              <a:buFont typeface="맑은 고딕"/>
              <a:buChar char="–"/>
            </a:pPr>
            <a:r>
              <a:rPr lang="en-US" dirty="0">
                <a:latin typeface="Malgun Gothic"/>
                <a:ea typeface="Malgun Gothic"/>
              </a:rPr>
              <a:t>Cnt3 counts number of </a:t>
            </a:r>
            <a:r>
              <a:rPr lang="en-US" dirty="0" err="1">
                <a:latin typeface="Malgun Gothic"/>
                <a:ea typeface="Malgun Gothic"/>
              </a:rPr>
              <a:t>ofm</a:t>
            </a:r>
            <a:r>
              <a:rPr lang="en-US" dirty="0">
                <a:latin typeface="Malgun Gothic"/>
                <a:ea typeface="Malgun Gothic"/>
              </a:rPr>
              <a:t> tile produced. Cnt2 increased by 1 means are 2 </a:t>
            </a:r>
            <a:r>
              <a:rPr lang="en-US" dirty="0" err="1">
                <a:latin typeface="Malgun Gothic"/>
                <a:ea typeface="Malgun Gothic"/>
              </a:rPr>
              <a:t>ofm</a:t>
            </a:r>
            <a:r>
              <a:rPr lang="en-US" dirty="0">
                <a:latin typeface="Malgun Gothic"/>
                <a:ea typeface="Malgun Gothic"/>
              </a:rPr>
              <a:t> tile for different channels are produced.</a:t>
            </a: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20EC75E-6E72-0435-50A6-6518D6049C8A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PE-FSM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531234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208108"/>
            <a:ext cx="10515601" cy="4351338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 err="1">
                <a:latin typeface="맑은 고딕"/>
                <a:ea typeface="맑은 고딕"/>
              </a:rPr>
              <a:t>Ifm_read</a:t>
            </a:r>
            <a:r>
              <a:rPr lang="en-US" altLang="ko-KR" dirty="0">
                <a:latin typeface="맑은 고딕"/>
                <a:ea typeface="맑은 고딕"/>
              </a:rPr>
              <a:t> / </a:t>
            </a:r>
            <a:r>
              <a:rPr lang="en-US" altLang="ko-KR" dirty="0" err="1">
                <a:latin typeface="맑은 고딕"/>
                <a:ea typeface="맑은 고딕"/>
              </a:rPr>
              <a:t>wgt_read</a:t>
            </a:r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altLang="ko-KR" dirty="0" err="1">
                <a:latin typeface="맑은 고딕"/>
                <a:ea typeface="맑은 고딕"/>
              </a:rPr>
              <a:t>Ifm_read</a:t>
            </a:r>
            <a:r>
              <a:rPr lang="en-US" altLang="ko-KR" dirty="0">
                <a:latin typeface="맑은 고딕"/>
                <a:ea typeface="맑은 고딕"/>
              </a:rPr>
              <a:t> signal is high for every cycle of convolutional operation</a:t>
            </a:r>
          </a:p>
          <a:p>
            <a:pPr marL="586105" lvl="1" indent="-214630"/>
            <a:r>
              <a:rPr lang="en-US" altLang="ko-KR" dirty="0" err="1">
                <a:latin typeface="맑은 고딕"/>
                <a:ea typeface="맑은 고딕"/>
              </a:rPr>
              <a:t>Wgt_read</a:t>
            </a:r>
            <a:r>
              <a:rPr lang="en-US" altLang="ko-KR" dirty="0">
                <a:latin typeface="맑은 고딕"/>
                <a:ea typeface="맑은 고딕"/>
              </a:rPr>
              <a:t> rises when convolution for one input tile is done and falls after 3 </a:t>
            </a:r>
            <a:r>
              <a:rPr lang="en-US" altLang="ko-KR" dirty="0" err="1">
                <a:latin typeface="맑은 고딕"/>
                <a:ea typeface="맑은 고딕"/>
              </a:rPr>
              <a:t>wgt</a:t>
            </a:r>
            <a:r>
              <a:rPr lang="en-US" altLang="ko-KR" dirty="0">
                <a:latin typeface="맑은 고딕"/>
                <a:ea typeface="맑은 고딕"/>
              </a:rPr>
              <a:t> columns are stored in </a:t>
            </a:r>
            <a:r>
              <a:rPr lang="en-US" altLang="ko-KR" dirty="0" err="1">
                <a:latin typeface="맑은 고딕"/>
                <a:ea typeface="맑은 고딕"/>
              </a:rPr>
              <a:t>wgt</a:t>
            </a:r>
            <a:r>
              <a:rPr lang="en-US" altLang="ko-KR" dirty="0">
                <a:latin typeface="맑은 고딕"/>
                <a:ea typeface="맑은 고딕"/>
              </a:rPr>
              <a:t> buffer. Basically 1 in S1, 0 in S2</a:t>
            </a: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dirty="0" err="1">
                <a:latin typeface="Malgun Gothic"/>
                <a:ea typeface="Malgun Gothic"/>
              </a:rPr>
              <a:t>P_valid</a:t>
            </a:r>
            <a:r>
              <a:rPr lang="en-US" dirty="0">
                <a:latin typeface="Malgun Gothic"/>
                <a:ea typeface="Malgun Gothic"/>
              </a:rPr>
              <a:t> signal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Signal indicating that output of pe is valid and need to be accumulated. Rises when first 3 inputs are multiplied and accumulated.</a:t>
            </a: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dirty="0" err="1">
                <a:latin typeface="Malgun Gothic"/>
                <a:ea typeface="Malgun Gothic"/>
              </a:rPr>
              <a:t>Last_channel</a:t>
            </a:r>
            <a:r>
              <a:rPr lang="en-US" dirty="0">
                <a:latin typeface="Malgun Gothic"/>
                <a:ea typeface="Malgun Gothic"/>
              </a:rPr>
              <a:t> signal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Indicating current </a:t>
            </a:r>
            <a:r>
              <a:rPr lang="en-US" dirty="0" err="1">
                <a:latin typeface="Malgun Gothic"/>
                <a:ea typeface="Malgun Gothic"/>
              </a:rPr>
              <a:t>ifm</a:t>
            </a:r>
            <a:r>
              <a:rPr lang="en-US" dirty="0">
                <a:latin typeface="Malgun Gothic"/>
                <a:ea typeface="Malgun Gothic"/>
              </a:rPr>
              <a:t> tile is in last input channel and need to take outputs from ping-pong buffer after operation for this tile is done.</a:t>
            </a:r>
          </a:p>
          <a:p>
            <a:pPr marL="0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>
              <a:buFont typeface="Arial,Sans-Serif"/>
              <a:buChar char="•"/>
            </a:pPr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371475" lvl="1" indent="0">
              <a:buNone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>
              <a:buFont typeface="맑은 고딕"/>
            </a:pPr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EBF9458-6652-F46C-1CAD-AE6F31AC202F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PE-FSM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260568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EBF9458-6652-F46C-1CAD-AE6F31AC202F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Stall Signal</a:t>
            </a:r>
            <a:endParaRPr lang="ko-KR" altLang="en-US" dirty="0"/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4E2EA9B8-7CF2-BD58-ABCE-54262AB85AB6}"/>
              </a:ext>
            </a:extLst>
          </p:cNvPr>
          <p:cNvSpPr txBox="1">
            <a:spLocks/>
          </p:cNvSpPr>
          <p:nvPr/>
        </p:nvSpPr>
        <p:spPr>
          <a:xfrm>
            <a:off x="838197" y="945218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59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2" marR="0" indent="-25538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2" marR="0" indent="-291865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5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0" indent="0" hangingPunct="1">
              <a:buNone/>
            </a:pPr>
            <a:endParaRPr lang="en-US" altLang="ko-KR" dirty="0"/>
          </a:p>
          <a:p>
            <a:pPr hangingPunct="1"/>
            <a:r>
              <a:rPr lang="en-US" altLang="ko-KR" dirty="0"/>
              <a:t>Need to create stall signal that stops operation when the Input/Output buffer is not ready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8DFD4B-FAB6-B851-1543-B02699838D99}"/>
              </a:ext>
            </a:extLst>
          </p:cNvPr>
          <p:cNvSpPr txBox="1"/>
          <p:nvPr/>
        </p:nvSpPr>
        <p:spPr>
          <a:xfrm>
            <a:off x="1056904" y="1727695"/>
            <a:ext cx="10515601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b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</a:br>
            <a:endParaRPr kumimoji="0" lang="en-US" altLang="ko-KR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1026" name="Picture 2" descr="design overview">
            <a:extLst>
              <a:ext uri="{FF2B5EF4-FFF2-40B4-BE49-F238E27FC236}">
                <a16:creationId xmlns:a16="http://schemas.microsoft.com/office/drawing/2014/main" id="{BD685263-7E24-D5DB-223F-7C2B0C322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197" y="1988773"/>
            <a:ext cx="8311195" cy="392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DC5C732-CAD7-8991-5C80-020DA576FAE7}"/>
              </a:ext>
            </a:extLst>
          </p:cNvPr>
          <p:cNvSpPr/>
          <p:nvPr/>
        </p:nvSpPr>
        <p:spPr>
          <a:xfrm>
            <a:off x="7534893" y="4464246"/>
            <a:ext cx="1341912" cy="1199408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91248E-AE80-F88C-7AA9-871ABE190D42}"/>
              </a:ext>
            </a:extLst>
          </p:cNvPr>
          <p:cNvSpPr/>
          <p:nvPr/>
        </p:nvSpPr>
        <p:spPr>
          <a:xfrm>
            <a:off x="4627194" y="4007921"/>
            <a:ext cx="1589538" cy="156160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524969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9E768E39-250E-8F61-BC0A-1C33F1B2CC4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45616" y="3327019"/>
            <a:ext cx="9880457" cy="2383668"/>
            <a:chOff x="1205159" y="3140600"/>
            <a:chExt cx="9880457" cy="2383668"/>
          </a:xfrm>
        </p:grpSpPr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4579664D-89E1-595B-6FD3-FEE2AE46BEA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12418" y="3157769"/>
              <a:ext cx="3342010" cy="2188021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CAC73D1A-8285-2863-5FE4-816A5A8EF7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2459591" y="314640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ADE4DEED-18CC-B12F-1F05-832B9792B34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05171" y="3154439"/>
              <a:ext cx="2101750" cy="137602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5" name="직선 화살표 연결선 204">
              <a:extLst>
                <a:ext uri="{FF2B5EF4-FFF2-40B4-BE49-F238E27FC236}">
                  <a16:creationId xmlns:a16="http://schemas.microsoft.com/office/drawing/2014/main" id="{2EA90CD9-B844-48B2-8FCF-C39B385C8C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08763" y="3140600"/>
              <a:ext cx="873642" cy="571975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0" name="직선 화살표 연결선 209">
              <a:extLst>
                <a:ext uri="{FF2B5EF4-FFF2-40B4-BE49-F238E27FC236}">
                  <a16:creationId xmlns:a16="http://schemas.microsoft.com/office/drawing/2014/main" id="{0C8ED06A-2359-3C93-D950-1F8250286F5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5159" y="3889823"/>
              <a:ext cx="9880457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1" name="직선 화살표 연결선 210">
              <a:extLst>
                <a:ext uri="{FF2B5EF4-FFF2-40B4-BE49-F238E27FC236}">
                  <a16:creationId xmlns:a16="http://schemas.microsoft.com/office/drawing/2014/main" id="{EF43B46F-2388-649B-FEB4-61DDCA4611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5540" y="4720747"/>
              <a:ext cx="9880076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2" name="직선 화살표 연결선 211">
              <a:extLst>
                <a:ext uri="{FF2B5EF4-FFF2-40B4-BE49-F238E27FC236}">
                  <a16:creationId xmlns:a16="http://schemas.microsoft.com/office/drawing/2014/main" id="{1763445D-7506-25D9-0C86-FB1260BA143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6695" y="5524268"/>
              <a:ext cx="9878921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DF45267A-0EA9-B445-8608-C12161693BC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708348" y="31450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4BE2FE58-7390-C887-6CF0-A332544116A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959905" y="31441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1B82896B-2C64-CC19-954F-8631B73C829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208662" y="314269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CAD04D98-69A3-1C03-AA3E-32D34BC62F1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57418" y="3140600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5" name="직선 화살표 연결선 314">
              <a:extLst>
                <a:ext uri="{FF2B5EF4-FFF2-40B4-BE49-F238E27FC236}">
                  <a16:creationId xmlns:a16="http://schemas.microsoft.com/office/drawing/2014/main" id="{2404EF98-D1E5-7D4D-ED7B-F7A1D17429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8699682" y="3949250"/>
              <a:ext cx="2109301" cy="1380964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7" name="직선 화살표 연결선 316">
              <a:extLst>
                <a:ext uri="{FF2B5EF4-FFF2-40B4-BE49-F238E27FC236}">
                  <a16:creationId xmlns:a16="http://schemas.microsoft.com/office/drawing/2014/main" id="{8A1EBA7B-BF68-C624-3B5D-4AAC319B7EA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9949716" y="4804713"/>
              <a:ext cx="824283" cy="53966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Cycle 1 </a:t>
            </a:r>
            <a:r>
              <a:rPr lang="en-US" altLang="ko-KR" dirty="0"/>
              <a:t>(</a:t>
            </a:r>
            <a:r>
              <a:rPr lang="en-US" altLang="ko-KR" b="1" dirty="0"/>
              <a:t>input channel: 0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PE-array : 1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>
            <a:spLocks/>
          </p:cNvSpPr>
          <p:nvPr/>
        </p:nvSpPr>
        <p:spPr>
          <a:xfrm>
            <a:off x="1248045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684286"/>
              </p:ext>
            </p:extLst>
          </p:nvPr>
        </p:nvGraphicFramePr>
        <p:xfrm>
          <a:off x="1641564" y="59961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25308"/>
              </p:ext>
            </p:extLst>
          </p:nvPr>
        </p:nvGraphicFramePr>
        <p:xfrm>
          <a:off x="2888737" y="599047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585790"/>
              </p:ext>
            </p:extLst>
          </p:nvPr>
        </p:nvGraphicFramePr>
        <p:xfrm>
          <a:off x="4135910" y="599047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392454"/>
              </p:ext>
            </p:extLst>
          </p:nvPr>
        </p:nvGraphicFramePr>
        <p:xfrm>
          <a:off x="5383083" y="599047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307384A0-6D19-EC06-0E31-00423BC0EDF0}"/>
              </a:ext>
            </a:extLst>
          </p:cNvPr>
          <p:cNvCxnSpPr>
            <a:cxnSpLocks/>
            <a:endCxn id="187" idx="0"/>
          </p:cNvCxnSpPr>
          <p:nvPr/>
        </p:nvCxnSpPr>
        <p:spPr>
          <a:xfrm flipH="1">
            <a:off x="1767573" y="579419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FDC5A9EF-D2C3-67AD-2E41-EB00B90A1CCF}"/>
              </a:ext>
            </a:extLst>
          </p:cNvPr>
          <p:cNvCxnSpPr>
            <a:cxnSpLocks/>
            <a:endCxn id="188" idx="0"/>
          </p:cNvCxnSpPr>
          <p:nvPr/>
        </p:nvCxnSpPr>
        <p:spPr>
          <a:xfrm flipH="1">
            <a:off x="3014746" y="579419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B74760F8-756B-BB12-3C22-4F9D187E1F9D}"/>
              </a:ext>
            </a:extLst>
          </p:cNvPr>
          <p:cNvCxnSpPr>
            <a:cxnSpLocks/>
            <a:endCxn id="189" idx="0"/>
          </p:cNvCxnSpPr>
          <p:nvPr/>
        </p:nvCxnSpPr>
        <p:spPr>
          <a:xfrm flipH="1">
            <a:off x="4261919" y="579419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2154F50B-2872-B81E-30E4-39DDD30F75DF}"/>
              </a:ext>
            </a:extLst>
          </p:cNvPr>
          <p:cNvCxnSpPr>
            <a:cxnSpLocks/>
            <a:endCxn id="190" idx="0"/>
          </p:cNvCxnSpPr>
          <p:nvPr/>
        </p:nvCxnSpPr>
        <p:spPr>
          <a:xfrm flipH="1">
            <a:off x="5509092" y="579482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6D4D8AB-2AB6-8E02-E137-ED88CFAB9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002363"/>
              </p:ext>
            </p:extLst>
          </p:nvPr>
        </p:nvGraphicFramePr>
        <p:xfrm>
          <a:off x="6631840" y="599556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D01B996D-AC59-220F-7C45-2B7F520D3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145174"/>
              </p:ext>
            </p:extLst>
          </p:nvPr>
        </p:nvGraphicFramePr>
        <p:xfrm>
          <a:off x="7879013" y="5989845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D3CAF179-7E26-B5CA-9CEF-7457DB127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227877"/>
              </p:ext>
            </p:extLst>
          </p:nvPr>
        </p:nvGraphicFramePr>
        <p:xfrm>
          <a:off x="9126186" y="598984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3B97CA73-62A7-2425-26CA-9454E6DB3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393465"/>
              </p:ext>
            </p:extLst>
          </p:nvPr>
        </p:nvGraphicFramePr>
        <p:xfrm>
          <a:off x="10373359" y="598984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4A8E847-34C6-D72D-EBD8-0D0EE941A29A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6757849" y="5793565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12CF689-3A56-5FD3-B9B1-1EB75A4F768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005022" y="5793565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6A3E9B7F-6D95-F662-E8F6-0D03AC45B190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252195" y="5793565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7993DA18-147F-DEB6-A1FF-8C569D6BBC63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10499368" y="5794193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63" name="표 180">
            <a:extLst>
              <a:ext uri="{FF2B5EF4-FFF2-40B4-BE49-F238E27FC236}">
                <a16:creationId xmlns:a16="http://schemas.microsoft.com/office/drawing/2014/main" id="{D15D9735-6746-E3C0-615A-F24A1A888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266363"/>
              </p:ext>
            </p:extLst>
          </p:nvPr>
        </p:nvGraphicFramePr>
        <p:xfrm>
          <a:off x="1247556" y="3697646"/>
          <a:ext cx="1039062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354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latin typeface="+mn-lt"/>
                        </a:rPr>
                        <a:t>0</a:t>
                      </a:r>
                      <a:endParaRPr lang="ko-KR" altLang="en-US" sz="800" b="1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81" name="표 180">
            <a:extLst>
              <a:ext uri="{FF2B5EF4-FFF2-40B4-BE49-F238E27FC236}">
                <a16:creationId xmlns:a16="http://schemas.microsoft.com/office/drawing/2014/main" id="{B76F6A91-47FB-269F-CBD1-A18D1FCDB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766450"/>
              </p:ext>
            </p:extLst>
          </p:nvPr>
        </p:nvGraphicFramePr>
        <p:xfrm>
          <a:off x="1252246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3F77C77F-DE19-2E15-0506-EE826C987B8E}"/>
              </a:ext>
            </a:extLst>
          </p:cNvPr>
          <p:cNvSpPr>
            <a:spLocks/>
          </p:cNvSpPr>
          <p:nvPr/>
        </p:nvSpPr>
        <p:spPr>
          <a:xfrm>
            <a:off x="1248045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95" name="표 180">
            <a:extLst>
              <a:ext uri="{FF2B5EF4-FFF2-40B4-BE49-F238E27FC236}">
                <a16:creationId xmlns:a16="http://schemas.microsoft.com/office/drawing/2014/main" id="{A3C806E4-7149-9D46-D68B-5CECAA23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025120"/>
              </p:ext>
            </p:extLst>
          </p:nvPr>
        </p:nvGraphicFramePr>
        <p:xfrm>
          <a:off x="1247556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96" name="표 195">
            <a:extLst>
              <a:ext uri="{FF2B5EF4-FFF2-40B4-BE49-F238E27FC236}">
                <a16:creationId xmlns:a16="http://schemas.microsoft.com/office/drawing/2014/main" id="{ABD00B24-C2CF-AFD1-4365-1DB7A9B01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234072"/>
              </p:ext>
            </p:extLst>
          </p:nvPr>
        </p:nvGraphicFramePr>
        <p:xfrm>
          <a:off x="1240785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1506F1DB-78CF-E161-9272-6958CEE10E53}"/>
              </a:ext>
            </a:extLst>
          </p:cNvPr>
          <p:cNvSpPr/>
          <p:nvPr/>
        </p:nvSpPr>
        <p:spPr>
          <a:xfrm>
            <a:off x="1248045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13" name="표 180">
            <a:extLst>
              <a:ext uri="{FF2B5EF4-FFF2-40B4-BE49-F238E27FC236}">
                <a16:creationId xmlns:a16="http://schemas.microsoft.com/office/drawing/2014/main" id="{BE5EDC08-A7AD-AF35-7BE0-4403185E4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08325"/>
              </p:ext>
            </p:extLst>
          </p:nvPr>
        </p:nvGraphicFramePr>
        <p:xfrm>
          <a:off x="1240785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14" name="표 213">
            <a:extLst>
              <a:ext uri="{FF2B5EF4-FFF2-40B4-BE49-F238E27FC236}">
                <a16:creationId xmlns:a16="http://schemas.microsoft.com/office/drawing/2014/main" id="{EC95A3BC-6863-E916-4EA7-97ED90E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232910"/>
              </p:ext>
            </p:extLst>
          </p:nvPr>
        </p:nvGraphicFramePr>
        <p:xfrm>
          <a:off x="1240785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78295028-353E-D049-B04F-5FCB96DE266F}"/>
              </a:ext>
            </a:extLst>
          </p:cNvPr>
          <p:cNvSpPr>
            <a:spLocks/>
          </p:cNvSpPr>
          <p:nvPr/>
        </p:nvSpPr>
        <p:spPr>
          <a:xfrm>
            <a:off x="2501003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6" name="표 180">
            <a:extLst>
              <a:ext uri="{FF2B5EF4-FFF2-40B4-BE49-F238E27FC236}">
                <a16:creationId xmlns:a16="http://schemas.microsoft.com/office/drawing/2014/main" id="{2B4528F6-A8B2-9D55-4C6B-F45B99020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770003"/>
              </p:ext>
            </p:extLst>
          </p:nvPr>
        </p:nvGraphicFramePr>
        <p:xfrm>
          <a:off x="2500227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27" name="표 226">
            <a:extLst>
              <a:ext uri="{FF2B5EF4-FFF2-40B4-BE49-F238E27FC236}">
                <a16:creationId xmlns:a16="http://schemas.microsoft.com/office/drawing/2014/main" id="{720A6E56-3830-E35A-B314-919882574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827277"/>
              </p:ext>
            </p:extLst>
          </p:nvPr>
        </p:nvGraphicFramePr>
        <p:xfrm>
          <a:off x="2505204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31869AD6-AAFD-3FB5-610E-017C67370063}"/>
              </a:ext>
            </a:extLst>
          </p:cNvPr>
          <p:cNvSpPr>
            <a:spLocks/>
          </p:cNvSpPr>
          <p:nvPr/>
        </p:nvSpPr>
        <p:spPr>
          <a:xfrm>
            <a:off x="2501003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9" name="표 180">
            <a:extLst>
              <a:ext uri="{FF2B5EF4-FFF2-40B4-BE49-F238E27FC236}">
                <a16:creationId xmlns:a16="http://schemas.microsoft.com/office/drawing/2014/main" id="{56798A93-2E04-0ABA-E8F4-CF92268E8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51589"/>
              </p:ext>
            </p:extLst>
          </p:nvPr>
        </p:nvGraphicFramePr>
        <p:xfrm>
          <a:off x="2500514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0" name="표 229">
            <a:extLst>
              <a:ext uri="{FF2B5EF4-FFF2-40B4-BE49-F238E27FC236}">
                <a16:creationId xmlns:a16="http://schemas.microsoft.com/office/drawing/2014/main" id="{8BDAF167-D589-9D0E-3133-48D99ACA3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443671"/>
              </p:ext>
            </p:extLst>
          </p:nvPr>
        </p:nvGraphicFramePr>
        <p:xfrm>
          <a:off x="2493743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F771CE8D-DFDB-DE67-C8DD-F98C680E573B}"/>
              </a:ext>
            </a:extLst>
          </p:cNvPr>
          <p:cNvSpPr/>
          <p:nvPr/>
        </p:nvSpPr>
        <p:spPr>
          <a:xfrm>
            <a:off x="2501003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32" name="표 180">
            <a:extLst>
              <a:ext uri="{FF2B5EF4-FFF2-40B4-BE49-F238E27FC236}">
                <a16:creationId xmlns:a16="http://schemas.microsoft.com/office/drawing/2014/main" id="{8C3176F1-C5D6-AB92-EFA9-730895495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084028"/>
              </p:ext>
            </p:extLst>
          </p:nvPr>
        </p:nvGraphicFramePr>
        <p:xfrm>
          <a:off x="2493743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3" name="표 232">
            <a:extLst>
              <a:ext uri="{FF2B5EF4-FFF2-40B4-BE49-F238E27FC236}">
                <a16:creationId xmlns:a16="http://schemas.microsoft.com/office/drawing/2014/main" id="{76F95619-B0EB-AF4B-09EC-C9169472A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1874"/>
              </p:ext>
            </p:extLst>
          </p:nvPr>
        </p:nvGraphicFramePr>
        <p:xfrm>
          <a:off x="2493743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B297BD2E-1AD3-0F95-748B-38985640570C}"/>
              </a:ext>
            </a:extLst>
          </p:cNvPr>
          <p:cNvSpPr>
            <a:spLocks/>
          </p:cNvSpPr>
          <p:nvPr/>
        </p:nvSpPr>
        <p:spPr>
          <a:xfrm>
            <a:off x="3742862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37" name="표 180">
            <a:extLst>
              <a:ext uri="{FF2B5EF4-FFF2-40B4-BE49-F238E27FC236}">
                <a16:creationId xmlns:a16="http://schemas.microsoft.com/office/drawing/2014/main" id="{4D742963-FB98-BB5C-1AFC-5CC6F12D7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037985"/>
              </p:ext>
            </p:extLst>
          </p:nvPr>
        </p:nvGraphicFramePr>
        <p:xfrm>
          <a:off x="3742086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8" name="표 237">
            <a:extLst>
              <a:ext uri="{FF2B5EF4-FFF2-40B4-BE49-F238E27FC236}">
                <a16:creationId xmlns:a16="http://schemas.microsoft.com/office/drawing/2014/main" id="{EB118B9F-32F2-77B8-9B88-A6EA9C66A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20886"/>
              </p:ext>
            </p:extLst>
          </p:nvPr>
        </p:nvGraphicFramePr>
        <p:xfrm>
          <a:off x="3747063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C3B4716F-6EA0-28A9-285D-5CBB38AADA2C}"/>
              </a:ext>
            </a:extLst>
          </p:cNvPr>
          <p:cNvSpPr>
            <a:spLocks/>
          </p:cNvSpPr>
          <p:nvPr/>
        </p:nvSpPr>
        <p:spPr>
          <a:xfrm>
            <a:off x="3742862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0" name="표 180">
            <a:extLst>
              <a:ext uri="{FF2B5EF4-FFF2-40B4-BE49-F238E27FC236}">
                <a16:creationId xmlns:a16="http://schemas.microsoft.com/office/drawing/2014/main" id="{6A270621-E31F-1790-B548-6C782E5EA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817723"/>
              </p:ext>
            </p:extLst>
          </p:nvPr>
        </p:nvGraphicFramePr>
        <p:xfrm>
          <a:off x="3742373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1" name="표 240">
            <a:extLst>
              <a:ext uri="{FF2B5EF4-FFF2-40B4-BE49-F238E27FC236}">
                <a16:creationId xmlns:a16="http://schemas.microsoft.com/office/drawing/2014/main" id="{AFB52A70-4856-B1D0-F8C9-A92CB7AF2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490294"/>
              </p:ext>
            </p:extLst>
          </p:nvPr>
        </p:nvGraphicFramePr>
        <p:xfrm>
          <a:off x="3735602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D78B0113-253D-AF6A-8C70-E25912FCB4C4}"/>
              </a:ext>
            </a:extLst>
          </p:cNvPr>
          <p:cNvSpPr/>
          <p:nvPr/>
        </p:nvSpPr>
        <p:spPr>
          <a:xfrm>
            <a:off x="3742862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3" name="표 180">
            <a:extLst>
              <a:ext uri="{FF2B5EF4-FFF2-40B4-BE49-F238E27FC236}">
                <a16:creationId xmlns:a16="http://schemas.microsoft.com/office/drawing/2014/main" id="{0A4CDBB8-7D49-53F4-2D40-D6BBAFE6B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022118"/>
              </p:ext>
            </p:extLst>
          </p:nvPr>
        </p:nvGraphicFramePr>
        <p:xfrm>
          <a:off x="3735602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4" name="표 243">
            <a:extLst>
              <a:ext uri="{FF2B5EF4-FFF2-40B4-BE49-F238E27FC236}">
                <a16:creationId xmlns:a16="http://schemas.microsoft.com/office/drawing/2014/main" id="{6D1EFF6D-BFE8-8C80-5B0C-5D1624B0E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02576"/>
              </p:ext>
            </p:extLst>
          </p:nvPr>
        </p:nvGraphicFramePr>
        <p:xfrm>
          <a:off x="3735602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2E6369A5-9222-918D-4040-89B11CD5748E}"/>
              </a:ext>
            </a:extLst>
          </p:cNvPr>
          <p:cNvSpPr>
            <a:spLocks/>
          </p:cNvSpPr>
          <p:nvPr/>
        </p:nvSpPr>
        <p:spPr>
          <a:xfrm>
            <a:off x="500136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6" name="표 180">
            <a:extLst>
              <a:ext uri="{FF2B5EF4-FFF2-40B4-BE49-F238E27FC236}">
                <a16:creationId xmlns:a16="http://schemas.microsoft.com/office/drawing/2014/main" id="{CA9005E7-39DA-6128-2B2E-53430AF5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308991"/>
              </p:ext>
            </p:extLst>
          </p:nvPr>
        </p:nvGraphicFramePr>
        <p:xfrm>
          <a:off x="500058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7" name="표 246">
            <a:extLst>
              <a:ext uri="{FF2B5EF4-FFF2-40B4-BE49-F238E27FC236}">
                <a16:creationId xmlns:a16="http://schemas.microsoft.com/office/drawing/2014/main" id="{82A3B076-9138-5D03-C9AC-F4E15E40F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960998"/>
              </p:ext>
            </p:extLst>
          </p:nvPr>
        </p:nvGraphicFramePr>
        <p:xfrm>
          <a:off x="500556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B1038AA6-5B3A-E478-AA06-1F0AFD79FEA9}"/>
              </a:ext>
            </a:extLst>
          </p:cNvPr>
          <p:cNvSpPr>
            <a:spLocks/>
          </p:cNvSpPr>
          <p:nvPr/>
        </p:nvSpPr>
        <p:spPr>
          <a:xfrm>
            <a:off x="500136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9" name="표 180">
            <a:extLst>
              <a:ext uri="{FF2B5EF4-FFF2-40B4-BE49-F238E27FC236}">
                <a16:creationId xmlns:a16="http://schemas.microsoft.com/office/drawing/2014/main" id="{218576B6-D499-89CF-26C8-CED568C57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054684"/>
              </p:ext>
            </p:extLst>
          </p:nvPr>
        </p:nvGraphicFramePr>
        <p:xfrm>
          <a:off x="500087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0" name="표 249">
            <a:extLst>
              <a:ext uri="{FF2B5EF4-FFF2-40B4-BE49-F238E27FC236}">
                <a16:creationId xmlns:a16="http://schemas.microsoft.com/office/drawing/2014/main" id="{E12329DD-052C-6D93-9DA8-5BDDB49EE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255136"/>
              </p:ext>
            </p:extLst>
          </p:nvPr>
        </p:nvGraphicFramePr>
        <p:xfrm>
          <a:off x="499410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9AB88D34-9DDC-B270-FCF4-CEDEEE273902}"/>
              </a:ext>
            </a:extLst>
          </p:cNvPr>
          <p:cNvSpPr/>
          <p:nvPr/>
        </p:nvSpPr>
        <p:spPr>
          <a:xfrm>
            <a:off x="500136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2" name="표 180">
            <a:extLst>
              <a:ext uri="{FF2B5EF4-FFF2-40B4-BE49-F238E27FC236}">
                <a16:creationId xmlns:a16="http://schemas.microsoft.com/office/drawing/2014/main" id="{4C9C42CC-D23F-5FEB-66F8-45B48C66A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024619"/>
              </p:ext>
            </p:extLst>
          </p:nvPr>
        </p:nvGraphicFramePr>
        <p:xfrm>
          <a:off x="499410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3" name="표 252">
            <a:extLst>
              <a:ext uri="{FF2B5EF4-FFF2-40B4-BE49-F238E27FC236}">
                <a16:creationId xmlns:a16="http://schemas.microsoft.com/office/drawing/2014/main" id="{D7433FAE-CC7C-4721-9845-BA169CC5B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35348"/>
              </p:ext>
            </p:extLst>
          </p:nvPr>
        </p:nvGraphicFramePr>
        <p:xfrm>
          <a:off x="499410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04893BB5-3EEF-046F-1E51-7E8E08F22007}"/>
              </a:ext>
            </a:extLst>
          </p:cNvPr>
          <p:cNvSpPr>
            <a:spLocks/>
          </p:cNvSpPr>
          <p:nvPr/>
        </p:nvSpPr>
        <p:spPr>
          <a:xfrm>
            <a:off x="623997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5" name="표 180">
            <a:extLst>
              <a:ext uri="{FF2B5EF4-FFF2-40B4-BE49-F238E27FC236}">
                <a16:creationId xmlns:a16="http://schemas.microsoft.com/office/drawing/2014/main" id="{EE5AF228-1631-F083-4178-3DDD4B79D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172943"/>
              </p:ext>
            </p:extLst>
          </p:nvPr>
        </p:nvGraphicFramePr>
        <p:xfrm>
          <a:off x="623919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6" name="표 255">
            <a:extLst>
              <a:ext uri="{FF2B5EF4-FFF2-40B4-BE49-F238E27FC236}">
                <a16:creationId xmlns:a16="http://schemas.microsoft.com/office/drawing/2014/main" id="{FBB700A3-3185-13BB-47C6-6FC1DFE47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951265"/>
              </p:ext>
            </p:extLst>
          </p:nvPr>
        </p:nvGraphicFramePr>
        <p:xfrm>
          <a:off x="624417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EB8C3B4E-DD88-5F14-E558-FACA6AEB2106}"/>
              </a:ext>
            </a:extLst>
          </p:cNvPr>
          <p:cNvSpPr>
            <a:spLocks/>
          </p:cNvSpPr>
          <p:nvPr/>
        </p:nvSpPr>
        <p:spPr>
          <a:xfrm>
            <a:off x="623997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8" name="표 180">
            <a:extLst>
              <a:ext uri="{FF2B5EF4-FFF2-40B4-BE49-F238E27FC236}">
                <a16:creationId xmlns:a16="http://schemas.microsoft.com/office/drawing/2014/main" id="{3A6F255E-F4D7-5C8D-9278-EB5909101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080232"/>
              </p:ext>
            </p:extLst>
          </p:nvPr>
        </p:nvGraphicFramePr>
        <p:xfrm>
          <a:off x="623948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9" name="표 258">
            <a:extLst>
              <a:ext uri="{FF2B5EF4-FFF2-40B4-BE49-F238E27FC236}">
                <a16:creationId xmlns:a16="http://schemas.microsoft.com/office/drawing/2014/main" id="{7805E9E4-65C5-959A-AB0F-C76FF64D5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069523"/>
              </p:ext>
            </p:extLst>
          </p:nvPr>
        </p:nvGraphicFramePr>
        <p:xfrm>
          <a:off x="623271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CC8DD6EC-ED6A-5536-6876-9CEF35A37F6C}"/>
              </a:ext>
            </a:extLst>
          </p:cNvPr>
          <p:cNvSpPr/>
          <p:nvPr/>
        </p:nvSpPr>
        <p:spPr>
          <a:xfrm>
            <a:off x="623997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1" name="표 180">
            <a:extLst>
              <a:ext uri="{FF2B5EF4-FFF2-40B4-BE49-F238E27FC236}">
                <a16:creationId xmlns:a16="http://schemas.microsoft.com/office/drawing/2014/main" id="{1A7BDEFA-EA78-09E0-6D63-7716317F9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781378"/>
              </p:ext>
            </p:extLst>
          </p:nvPr>
        </p:nvGraphicFramePr>
        <p:xfrm>
          <a:off x="623271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2" name="표 261">
            <a:extLst>
              <a:ext uri="{FF2B5EF4-FFF2-40B4-BE49-F238E27FC236}">
                <a16:creationId xmlns:a16="http://schemas.microsoft.com/office/drawing/2014/main" id="{16CB8A0F-AE8F-A421-F9B1-5EFBBC343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403698"/>
              </p:ext>
            </p:extLst>
          </p:nvPr>
        </p:nvGraphicFramePr>
        <p:xfrm>
          <a:off x="623271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A2EF515B-0C3D-9D7E-9340-668E0F91AFFA}"/>
              </a:ext>
            </a:extLst>
          </p:cNvPr>
          <p:cNvSpPr>
            <a:spLocks/>
          </p:cNvSpPr>
          <p:nvPr/>
        </p:nvSpPr>
        <p:spPr>
          <a:xfrm>
            <a:off x="7479991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4" name="표 180">
            <a:extLst>
              <a:ext uri="{FF2B5EF4-FFF2-40B4-BE49-F238E27FC236}">
                <a16:creationId xmlns:a16="http://schemas.microsoft.com/office/drawing/2014/main" id="{43680169-E6BE-0DFA-425A-1F1E114F7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67220"/>
              </p:ext>
            </p:extLst>
          </p:nvPr>
        </p:nvGraphicFramePr>
        <p:xfrm>
          <a:off x="7479215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5" name="표 264">
            <a:extLst>
              <a:ext uri="{FF2B5EF4-FFF2-40B4-BE49-F238E27FC236}">
                <a16:creationId xmlns:a16="http://schemas.microsoft.com/office/drawing/2014/main" id="{D1502A39-E4B4-866E-7389-6C49BEA93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689596"/>
              </p:ext>
            </p:extLst>
          </p:nvPr>
        </p:nvGraphicFramePr>
        <p:xfrm>
          <a:off x="7484192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665BDF75-D30D-3678-547B-717FF61FBC84}"/>
              </a:ext>
            </a:extLst>
          </p:cNvPr>
          <p:cNvSpPr>
            <a:spLocks/>
          </p:cNvSpPr>
          <p:nvPr/>
        </p:nvSpPr>
        <p:spPr>
          <a:xfrm>
            <a:off x="7479991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7" name="표 180">
            <a:extLst>
              <a:ext uri="{FF2B5EF4-FFF2-40B4-BE49-F238E27FC236}">
                <a16:creationId xmlns:a16="http://schemas.microsoft.com/office/drawing/2014/main" id="{F0DAD935-48CF-7C06-EB0B-2D1E294AA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903557"/>
              </p:ext>
            </p:extLst>
          </p:nvPr>
        </p:nvGraphicFramePr>
        <p:xfrm>
          <a:off x="7479502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8" name="표 267">
            <a:extLst>
              <a:ext uri="{FF2B5EF4-FFF2-40B4-BE49-F238E27FC236}">
                <a16:creationId xmlns:a16="http://schemas.microsoft.com/office/drawing/2014/main" id="{4BE69E8F-33C8-590E-2828-144B28188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09756"/>
              </p:ext>
            </p:extLst>
          </p:nvPr>
        </p:nvGraphicFramePr>
        <p:xfrm>
          <a:off x="7472731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AE86E8EE-C7C1-0DB2-3183-F406625A90EF}"/>
              </a:ext>
            </a:extLst>
          </p:cNvPr>
          <p:cNvSpPr/>
          <p:nvPr/>
        </p:nvSpPr>
        <p:spPr>
          <a:xfrm>
            <a:off x="7479991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0" name="표 180">
            <a:extLst>
              <a:ext uri="{FF2B5EF4-FFF2-40B4-BE49-F238E27FC236}">
                <a16:creationId xmlns:a16="http://schemas.microsoft.com/office/drawing/2014/main" id="{8B9D24F8-7277-716C-B3D7-8AC23D5DB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193972"/>
              </p:ext>
            </p:extLst>
          </p:nvPr>
        </p:nvGraphicFramePr>
        <p:xfrm>
          <a:off x="7472731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1" name="표 270">
            <a:extLst>
              <a:ext uri="{FF2B5EF4-FFF2-40B4-BE49-F238E27FC236}">
                <a16:creationId xmlns:a16="http://schemas.microsoft.com/office/drawing/2014/main" id="{C698A5ED-C374-B897-5D36-5897EDD14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25534"/>
              </p:ext>
            </p:extLst>
          </p:nvPr>
        </p:nvGraphicFramePr>
        <p:xfrm>
          <a:off x="7472731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C55545E3-D57B-BBAF-DF55-CD927ABA029D}"/>
              </a:ext>
            </a:extLst>
          </p:cNvPr>
          <p:cNvSpPr>
            <a:spLocks/>
          </p:cNvSpPr>
          <p:nvPr/>
        </p:nvSpPr>
        <p:spPr>
          <a:xfrm>
            <a:off x="8725617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3" name="표 180">
            <a:extLst>
              <a:ext uri="{FF2B5EF4-FFF2-40B4-BE49-F238E27FC236}">
                <a16:creationId xmlns:a16="http://schemas.microsoft.com/office/drawing/2014/main" id="{59419DDF-E20C-0A0D-65EF-22013523B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246158"/>
              </p:ext>
            </p:extLst>
          </p:nvPr>
        </p:nvGraphicFramePr>
        <p:xfrm>
          <a:off x="8724841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4" name="표 273">
            <a:extLst>
              <a:ext uri="{FF2B5EF4-FFF2-40B4-BE49-F238E27FC236}">
                <a16:creationId xmlns:a16="http://schemas.microsoft.com/office/drawing/2014/main" id="{8B770942-3C4F-4175-4C3C-3BFF3FD34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116952"/>
              </p:ext>
            </p:extLst>
          </p:nvPr>
        </p:nvGraphicFramePr>
        <p:xfrm>
          <a:off x="8729818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6ECAF71D-10AE-A201-5DB8-657DA32A8088}"/>
              </a:ext>
            </a:extLst>
          </p:cNvPr>
          <p:cNvSpPr>
            <a:spLocks/>
          </p:cNvSpPr>
          <p:nvPr/>
        </p:nvSpPr>
        <p:spPr>
          <a:xfrm>
            <a:off x="8725617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6" name="표 180">
            <a:extLst>
              <a:ext uri="{FF2B5EF4-FFF2-40B4-BE49-F238E27FC236}">
                <a16:creationId xmlns:a16="http://schemas.microsoft.com/office/drawing/2014/main" id="{6C90C980-0F4C-AEEE-ABAB-D715FC5CE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650246"/>
              </p:ext>
            </p:extLst>
          </p:nvPr>
        </p:nvGraphicFramePr>
        <p:xfrm>
          <a:off x="8725128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7" name="표 276">
            <a:extLst>
              <a:ext uri="{FF2B5EF4-FFF2-40B4-BE49-F238E27FC236}">
                <a16:creationId xmlns:a16="http://schemas.microsoft.com/office/drawing/2014/main" id="{E27BA415-0D8E-16DB-21E1-15F3EC80F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205411"/>
              </p:ext>
            </p:extLst>
          </p:nvPr>
        </p:nvGraphicFramePr>
        <p:xfrm>
          <a:off x="8718357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A4AB0ACB-9CE9-C973-F30E-15C101964A49}"/>
              </a:ext>
            </a:extLst>
          </p:cNvPr>
          <p:cNvSpPr/>
          <p:nvPr/>
        </p:nvSpPr>
        <p:spPr>
          <a:xfrm>
            <a:off x="8725617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9" name="표 180">
            <a:extLst>
              <a:ext uri="{FF2B5EF4-FFF2-40B4-BE49-F238E27FC236}">
                <a16:creationId xmlns:a16="http://schemas.microsoft.com/office/drawing/2014/main" id="{5D593629-29C5-10ED-D354-40C4A07A4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583250"/>
              </p:ext>
            </p:extLst>
          </p:nvPr>
        </p:nvGraphicFramePr>
        <p:xfrm>
          <a:off x="8718357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0" name="표 279">
            <a:extLst>
              <a:ext uri="{FF2B5EF4-FFF2-40B4-BE49-F238E27FC236}">
                <a16:creationId xmlns:a16="http://schemas.microsoft.com/office/drawing/2014/main" id="{462DF83E-525B-4890-F8C6-0C9236B5E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433264"/>
              </p:ext>
            </p:extLst>
          </p:nvPr>
        </p:nvGraphicFramePr>
        <p:xfrm>
          <a:off x="8718357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B10835EB-4A3A-6DC3-1EB1-FD68843C32B0}"/>
              </a:ext>
            </a:extLst>
          </p:cNvPr>
          <p:cNvSpPr>
            <a:spLocks/>
          </p:cNvSpPr>
          <p:nvPr/>
        </p:nvSpPr>
        <p:spPr>
          <a:xfrm>
            <a:off x="9981076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2" name="표 180">
            <a:extLst>
              <a:ext uri="{FF2B5EF4-FFF2-40B4-BE49-F238E27FC236}">
                <a16:creationId xmlns:a16="http://schemas.microsoft.com/office/drawing/2014/main" id="{061BBD6E-AB70-9D6E-6E11-44DB54AB6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19706"/>
              </p:ext>
            </p:extLst>
          </p:nvPr>
        </p:nvGraphicFramePr>
        <p:xfrm>
          <a:off x="9980300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3" name="표 282">
            <a:extLst>
              <a:ext uri="{FF2B5EF4-FFF2-40B4-BE49-F238E27FC236}">
                <a16:creationId xmlns:a16="http://schemas.microsoft.com/office/drawing/2014/main" id="{5C56FDDC-18B6-8F59-8EFA-B649A692A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292935"/>
              </p:ext>
            </p:extLst>
          </p:nvPr>
        </p:nvGraphicFramePr>
        <p:xfrm>
          <a:off x="9985277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C677DA78-BE0A-9788-0A51-C085D388AD96}"/>
              </a:ext>
            </a:extLst>
          </p:cNvPr>
          <p:cNvSpPr>
            <a:spLocks/>
          </p:cNvSpPr>
          <p:nvPr/>
        </p:nvSpPr>
        <p:spPr>
          <a:xfrm>
            <a:off x="9981076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5" name="표 180">
            <a:extLst>
              <a:ext uri="{FF2B5EF4-FFF2-40B4-BE49-F238E27FC236}">
                <a16:creationId xmlns:a16="http://schemas.microsoft.com/office/drawing/2014/main" id="{D779F6CD-E8D1-7AE8-14B1-E90F7ED08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964274"/>
              </p:ext>
            </p:extLst>
          </p:nvPr>
        </p:nvGraphicFramePr>
        <p:xfrm>
          <a:off x="9980587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6" name="표 285">
            <a:extLst>
              <a:ext uri="{FF2B5EF4-FFF2-40B4-BE49-F238E27FC236}">
                <a16:creationId xmlns:a16="http://schemas.microsoft.com/office/drawing/2014/main" id="{B3BABBFE-C465-E6C9-80E3-5D66551B5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358909"/>
              </p:ext>
            </p:extLst>
          </p:nvPr>
        </p:nvGraphicFramePr>
        <p:xfrm>
          <a:off x="9973816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91EF0567-E8B3-BA1B-4854-9A7EAD1E4CF3}"/>
              </a:ext>
            </a:extLst>
          </p:cNvPr>
          <p:cNvSpPr/>
          <p:nvPr/>
        </p:nvSpPr>
        <p:spPr>
          <a:xfrm>
            <a:off x="9981076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8" name="표 180">
            <a:extLst>
              <a:ext uri="{FF2B5EF4-FFF2-40B4-BE49-F238E27FC236}">
                <a16:creationId xmlns:a16="http://schemas.microsoft.com/office/drawing/2014/main" id="{6AC65CC2-ED2D-8E94-2F83-59573F45A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16487"/>
              </p:ext>
            </p:extLst>
          </p:nvPr>
        </p:nvGraphicFramePr>
        <p:xfrm>
          <a:off x="9973816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162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9" name="표 288">
            <a:extLst>
              <a:ext uri="{FF2B5EF4-FFF2-40B4-BE49-F238E27FC236}">
                <a16:creationId xmlns:a16="http://schemas.microsoft.com/office/drawing/2014/main" id="{D26830AE-2B65-7199-E3D1-D0831B3A8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92639"/>
              </p:ext>
            </p:extLst>
          </p:nvPr>
        </p:nvGraphicFramePr>
        <p:xfrm>
          <a:off x="9973816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0E07001-C1CF-778A-F51A-3ACD7C9EF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926937"/>
              </p:ext>
            </p:extLst>
          </p:nvPr>
        </p:nvGraphicFramePr>
        <p:xfrm>
          <a:off x="4613388" y="1267078"/>
          <a:ext cx="3965652" cy="18098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314">
                  <a:extLst>
                    <a:ext uri="{9D8B030D-6E8A-4147-A177-3AD203B41FA5}">
                      <a16:colId xmlns:a16="http://schemas.microsoft.com/office/drawing/2014/main" val="34775369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16339140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4546099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90815127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1095568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65485620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247689928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15611847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96037858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00762279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64467446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79901916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8594827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1414950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06322658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831075852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35612141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241845553"/>
                    </a:ext>
                  </a:extLst>
                </a:gridCol>
              </a:tblGrid>
              <a:tr h="18849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85649545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563319655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41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93344731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36915408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82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143472278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95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102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96880218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4106211402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142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113176446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009147446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164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179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85965447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4D40EA-50B7-F612-7EC4-6680E5CB5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909505"/>
              </p:ext>
            </p:extLst>
          </p:nvPr>
        </p:nvGraphicFramePr>
        <p:xfrm>
          <a:off x="9839958" y="1423265"/>
          <a:ext cx="493244" cy="4828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667">
                  <a:extLst>
                    <a:ext uri="{9D8B030D-6E8A-4147-A177-3AD203B41FA5}">
                      <a16:colId xmlns:a16="http://schemas.microsoft.com/office/drawing/2014/main" val="3653175907"/>
                    </a:ext>
                  </a:extLst>
                </a:gridCol>
                <a:gridCol w="161667">
                  <a:extLst>
                    <a:ext uri="{9D8B030D-6E8A-4147-A177-3AD203B41FA5}">
                      <a16:colId xmlns:a16="http://schemas.microsoft.com/office/drawing/2014/main" val="1114214315"/>
                    </a:ext>
                  </a:extLst>
                </a:gridCol>
                <a:gridCol w="169910">
                  <a:extLst>
                    <a:ext uri="{9D8B030D-6E8A-4147-A177-3AD203B41FA5}">
                      <a16:colId xmlns:a16="http://schemas.microsoft.com/office/drawing/2014/main" val="2462222956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58587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3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4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5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7254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7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8619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507859-9221-916A-FB2C-5E2DD0240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61729"/>
              </p:ext>
            </p:extLst>
          </p:nvPr>
        </p:nvGraphicFramePr>
        <p:xfrm>
          <a:off x="9847160" y="2327868"/>
          <a:ext cx="493242" cy="4551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414">
                  <a:extLst>
                    <a:ext uri="{9D8B030D-6E8A-4147-A177-3AD203B41FA5}">
                      <a16:colId xmlns:a16="http://schemas.microsoft.com/office/drawing/2014/main" val="1346361319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171739661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629163770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59361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291016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h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err="1">
                          <a:effectLst/>
                        </a:rPr>
                        <a:t>i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6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8399A1-9363-4CF7-6EBC-087F39D982FE}"/>
              </a:ext>
            </a:extLst>
          </p:cNvPr>
          <p:cNvSpPr txBox="1"/>
          <p:nvPr/>
        </p:nvSpPr>
        <p:spPr>
          <a:xfrm>
            <a:off x="6032134" y="3054386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8F165-6BAC-DA43-3EFA-74BAFA02E814}"/>
              </a:ext>
            </a:extLst>
          </p:cNvPr>
          <p:cNvSpPr txBox="1"/>
          <p:nvPr/>
        </p:nvSpPr>
        <p:spPr>
          <a:xfrm>
            <a:off x="9632090" y="1897810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48C2A-D267-BA46-A8CD-7A377EB7570E}"/>
              </a:ext>
            </a:extLst>
          </p:cNvPr>
          <p:cNvSpPr txBox="1"/>
          <p:nvPr/>
        </p:nvSpPr>
        <p:spPr>
          <a:xfrm>
            <a:off x="9631605" y="2775484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 err="1"/>
              <a:t>w</a:t>
            </a: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#2</a:t>
            </a:r>
          </a:p>
        </p:txBody>
      </p:sp>
      <p:sp>
        <p:nvSpPr>
          <p:cNvPr id="11" name="제목 10">
            <a:extLst>
              <a:ext uri="{FF2B5EF4-FFF2-40B4-BE49-F238E27FC236}">
                <a16:creationId xmlns:a16="http://schemas.microsoft.com/office/drawing/2014/main" id="{D2BD12BD-932F-4672-9D7B-F9A420C1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 X 8 PE array– Timestamp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33AAE1-F552-9B96-77FB-408FD68A0E70}"/>
              </a:ext>
            </a:extLst>
          </p:cNvPr>
          <p:cNvSpPr/>
          <p:nvPr/>
        </p:nvSpPr>
        <p:spPr>
          <a:xfrm>
            <a:off x="4613388" y="1267078"/>
            <a:ext cx="665813" cy="1814338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3017302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 X 8 PE array–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Cycle 1 </a:t>
            </a:r>
            <a:r>
              <a:rPr lang="en-US" altLang="ko-KR" dirty="0"/>
              <a:t>(</a:t>
            </a:r>
            <a:r>
              <a:rPr lang="en-US" altLang="ko-KR" b="1" dirty="0"/>
              <a:t>input channel: 0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PE-array : 2</a:t>
            </a:r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E2B7DD05-BF0C-10B4-6CA8-EBEE13BD7F93}"/>
              </a:ext>
            </a:extLst>
          </p:cNvPr>
          <p:cNvGrpSpPr/>
          <p:nvPr/>
        </p:nvGrpSpPr>
        <p:grpSpPr>
          <a:xfrm>
            <a:off x="1245616" y="3327019"/>
            <a:ext cx="9880457" cy="2383668"/>
            <a:chOff x="1205159" y="3140600"/>
            <a:chExt cx="9880457" cy="2383668"/>
          </a:xfrm>
        </p:grpSpPr>
        <p:cxnSp>
          <p:nvCxnSpPr>
            <p:cNvPr id="119" name="직선 화살표 연결선 118">
              <a:extLst>
                <a:ext uri="{FF2B5EF4-FFF2-40B4-BE49-F238E27FC236}">
                  <a16:creationId xmlns:a16="http://schemas.microsoft.com/office/drawing/2014/main" id="{7898E19D-0213-5153-92AD-8809EF18719B}"/>
                </a:ext>
              </a:extLst>
            </p:cNvPr>
            <p:cNvCxnSpPr/>
            <p:nvPr/>
          </p:nvCxnSpPr>
          <p:spPr>
            <a:xfrm flipV="1">
              <a:off x="1212418" y="3157769"/>
              <a:ext cx="3342010" cy="2188021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0" name="직선 화살표 연결선 119">
              <a:extLst>
                <a:ext uri="{FF2B5EF4-FFF2-40B4-BE49-F238E27FC236}">
                  <a16:creationId xmlns:a16="http://schemas.microsoft.com/office/drawing/2014/main" id="{6537723D-8EE0-908F-A713-214BA1FE4D52}"/>
                </a:ext>
              </a:extLst>
            </p:cNvPr>
            <p:cNvCxnSpPr/>
            <p:nvPr/>
          </p:nvCxnSpPr>
          <p:spPr>
            <a:xfrm flipV="1">
              <a:off x="2459591" y="314640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1" name="직선 화살표 연결선 120">
              <a:extLst>
                <a:ext uri="{FF2B5EF4-FFF2-40B4-BE49-F238E27FC236}">
                  <a16:creationId xmlns:a16="http://schemas.microsoft.com/office/drawing/2014/main" id="{A8BC313A-B47A-4BC7-E9F5-8936B3944179}"/>
                </a:ext>
              </a:extLst>
            </p:cNvPr>
            <p:cNvCxnSpPr/>
            <p:nvPr/>
          </p:nvCxnSpPr>
          <p:spPr>
            <a:xfrm flipV="1">
              <a:off x="1205171" y="3154439"/>
              <a:ext cx="2101750" cy="137602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2" name="직선 화살표 연결선 121">
              <a:extLst>
                <a:ext uri="{FF2B5EF4-FFF2-40B4-BE49-F238E27FC236}">
                  <a16:creationId xmlns:a16="http://schemas.microsoft.com/office/drawing/2014/main" id="{BF596977-F764-E60C-6BAB-C1AF07B376F1}"/>
                </a:ext>
              </a:extLst>
            </p:cNvPr>
            <p:cNvCxnSpPr/>
            <p:nvPr/>
          </p:nvCxnSpPr>
          <p:spPr>
            <a:xfrm flipV="1">
              <a:off x="1208763" y="3140600"/>
              <a:ext cx="873642" cy="571975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3" name="직선 화살표 연결선 122">
              <a:extLst>
                <a:ext uri="{FF2B5EF4-FFF2-40B4-BE49-F238E27FC236}">
                  <a16:creationId xmlns:a16="http://schemas.microsoft.com/office/drawing/2014/main" id="{7FD053D9-329D-22C7-D363-47AD6D68CBC5}"/>
                </a:ext>
              </a:extLst>
            </p:cNvPr>
            <p:cNvCxnSpPr/>
            <p:nvPr/>
          </p:nvCxnSpPr>
          <p:spPr>
            <a:xfrm>
              <a:off x="1205159" y="3889823"/>
              <a:ext cx="9880457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4" name="직선 화살표 연결선 123">
              <a:extLst>
                <a:ext uri="{FF2B5EF4-FFF2-40B4-BE49-F238E27FC236}">
                  <a16:creationId xmlns:a16="http://schemas.microsoft.com/office/drawing/2014/main" id="{A27BE38F-40F7-4307-BA69-1FE77641B6B3}"/>
                </a:ext>
              </a:extLst>
            </p:cNvPr>
            <p:cNvCxnSpPr/>
            <p:nvPr/>
          </p:nvCxnSpPr>
          <p:spPr>
            <a:xfrm>
              <a:off x="1205540" y="4720747"/>
              <a:ext cx="9880076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5" name="직선 화살표 연결선 124">
              <a:extLst>
                <a:ext uri="{FF2B5EF4-FFF2-40B4-BE49-F238E27FC236}">
                  <a16:creationId xmlns:a16="http://schemas.microsoft.com/office/drawing/2014/main" id="{7107B1E8-D6A5-C1F3-69C9-66467E314F5B}"/>
                </a:ext>
              </a:extLst>
            </p:cNvPr>
            <p:cNvCxnSpPr/>
            <p:nvPr/>
          </p:nvCxnSpPr>
          <p:spPr>
            <a:xfrm>
              <a:off x="1206695" y="5524268"/>
              <a:ext cx="9878921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6" name="직선 화살표 연결선 125">
              <a:extLst>
                <a:ext uri="{FF2B5EF4-FFF2-40B4-BE49-F238E27FC236}">
                  <a16:creationId xmlns:a16="http://schemas.microsoft.com/office/drawing/2014/main" id="{1B1DD288-5D67-1E2D-D04F-850F618598FD}"/>
                </a:ext>
              </a:extLst>
            </p:cNvPr>
            <p:cNvCxnSpPr/>
            <p:nvPr/>
          </p:nvCxnSpPr>
          <p:spPr>
            <a:xfrm flipV="1">
              <a:off x="3708348" y="31450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3D5A9376-13BA-A15F-093B-DFED4F1E1F8B}"/>
                </a:ext>
              </a:extLst>
            </p:cNvPr>
            <p:cNvCxnSpPr/>
            <p:nvPr/>
          </p:nvCxnSpPr>
          <p:spPr>
            <a:xfrm flipV="1">
              <a:off x="4959905" y="31441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8" name="직선 화살표 연결선 127">
              <a:extLst>
                <a:ext uri="{FF2B5EF4-FFF2-40B4-BE49-F238E27FC236}">
                  <a16:creationId xmlns:a16="http://schemas.microsoft.com/office/drawing/2014/main" id="{88D8801D-81DF-68F2-E3BC-FE8C52B41F99}"/>
                </a:ext>
              </a:extLst>
            </p:cNvPr>
            <p:cNvCxnSpPr/>
            <p:nvPr/>
          </p:nvCxnSpPr>
          <p:spPr>
            <a:xfrm flipV="1">
              <a:off x="6208662" y="314269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9" name="직선 화살표 연결선 128">
              <a:extLst>
                <a:ext uri="{FF2B5EF4-FFF2-40B4-BE49-F238E27FC236}">
                  <a16:creationId xmlns:a16="http://schemas.microsoft.com/office/drawing/2014/main" id="{15129A4E-A784-68D9-2616-5F6E55458E44}"/>
                </a:ext>
              </a:extLst>
            </p:cNvPr>
            <p:cNvCxnSpPr/>
            <p:nvPr/>
          </p:nvCxnSpPr>
          <p:spPr>
            <a:xfrm flipV="1">
              <a:off x="7457418" y="3140600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0" name="직선 화살표 연결선 129">
              <a:extLst>
                <a:ext uri="{FF2B5EF4-FFF2-40B4-BE49-F238E27FC236}">
                  <a16:creationId xmlns:a16="http://schemas.microsoft.com/office/drawing/2014/main" id="{E523B5E0-9127-0B97-1CFB-365B9B0A3496}"/>
                </a:ext>
              </a:extLst>
            </p:cNvPr>
            <p:cNvCxnSpPr/>
            <p:nvPr/>
          </p:nvCxnSpPr>
          <p:spPr>
            <a:xfrm flipV="1">
              <a:off x="8699682" y="3949250"/>
              <a:ext cx="2109301" cy="1380964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1" name="직선 화살표 연결선 130">
              <a:extLst>
                <a:ext uri="{FF2B5EF4-FFF2-40B4-BE49-F238E27FC236}">
                  <a16:creationId xmlns:a16="http://schemas.microsoft.com/office/drawing/2014/main" id="{67488B44-7BCC-F8D8-0F70-D97F8192B883}"/>
                </a:ext>
              </a:extLst>
            </p:cNvPr>
            <p:cNvCxnSpPr/>
            <p:nvPr/>
          </p:nvCxnSpPr>
          <p:spPr>
            <a:xfrm flipV="1">
              <a:off x="9949716" y="4804713"/>
              <a:ext cx="824283" cy="53966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3E8D4394-475E-166D-966C-8542AF6AA4D4}"/>
              </a:ext>
            </a:extLst>
          </p:cNvPr>
          <p:cNvSpPr>
            <a:spLocks/>
          </p:cNvSpPr>
          <p:nvPr/>
        </p:nvSpPr>
        <p:spPr>
          <a:xfrm>
            <a:off x="1248045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34" name="표 133">
            <a:extLst>
              <a:ext uri="{FF2B5EF4-FFF2-40B4-BE49-F238E27FC236}">
                <a16:creationId xmlns:a16="http://schemas.microsoft.com/office/drawing/2014/main" id="{B513149A-ECE8-BE89-9B49-EAB18B554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89169"/>
              </p:ext>
            </p:extLst>
          </p:nvPr>
        </p:nvGraphicFramePr>
        <p:xfrm>
          <a:off x="1641564" y="59961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35" name="표 134">
            <a:extLst>
              <a:ext uri="{FF2B5EF4-FFF2-40B4-BE49-F238E27FC236}">
                <a16:creationId xmlns:a16="http://schemas.microsoft.com/office/drawing/2014/main" id="{8FA72C81-4B1C-0A50-99F0-576BA47DE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405573"/>
              </p:ext>
            </p:extLst>
          </p:nvPr>
        </p:nvGraphicFramePr>
        <p:xfrm>
          <a:off x="2888737" y="599047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36" name="표 135">
            <a:extLst>
              <a:ext uri="{FF2B5EF4-FFF2-40B4-BE49-F238E27FC236}">
                <a16:creationId xmlns:a16="http://schemas.microsoft.com/office/drawing/2014/main" id="{A2923890-3C30-F56C-931B-4E4F6C367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081457"/>
              </p:ext>
            </p:extLst>
          </p:nvPr>
        </p:nvGraphicFramePr>
        <p:xfrm>
          <a:off x="4135910" y="599047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510B3189-C9AA-54BA-CC58-5D1FA5F10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35679"/>
              </p:ext>
            </p:extLst>
          </p:nvPr>
        </p:nvGraphicFramePr>
        <p:xfrm>
          <a:off x="5383083" y="599047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92BA1522-FFAD-6B43-0863-C274BD13AF43}"/>
              </a:ext>
            </a:extLst>
          </p:cNvPr>
          <p:cNvCxnSpPr>
            <a:cxnSpLocks/>
            <a:endCxn id="134" idx="0"/>
          </p:cNvCxnSpPr>
          <p:nvPr/>
        </p:nvCxnSpPr>
        <p:spPr>
          <a:xfrm flipH="1">
            <a:off x="1767573" y="579419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31E9EC16-A42D-E562-6948-44AA80505C8E}"/>
              </a:ext>
            </a:extLst>
          </p:cNvPr>
          <p:cNvCxnSpPr>
            <a:cxnSpLocks/>
            <a:endCxn id="135" idx="0"/>
          </p:cNvCxnSpPr>
          <p:nvPr/>
        </p:nvCxnSpPr>
        <p:spPr>
          <a:xfrm flipH="1">
            <a:off x="3014746" y="579419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8AA34DEF-2E78-38D9-6866-7C4D349F5993}"/>
              </a:ext>
            </a:extLst>
          </p:cNvPr>
          <p:cNvCxnSpPr>
            <a:cxnSpLocks/>
            <a:endCxn id="136" idx="0"/>
          </p:cNvCxnSpPr>
          <p:nvPr/>
        </p:nvCxnSpPr>
        <p:spPr>
          <a:xfrm flipH="1">
            <a:off x="4261919" y="579419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25781CEF-DB8D-10E4-F957-2C2D05746059}"/>
              </a:ext>
            </a:extLst>
          </p:cNvPr>
          <p:cNvCxnSpPr>
            <a:cxnSpLocks/>
            <a:endCxn id="137" idx="0"/>
          </p:cNvCxnSpPr>
          <p:nvPr/>
        </p:nvCxnSpPr>
        <p:spPr>
          <a:xfrm flipH="1">
            <a:off x="5509092" y="579482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42" name="표 141">
            <a:extLst>
              <a:ext uri="{FF2B5EF4-FFF2-40B4-BE49-F238E27FC236}">
                <a16:creationId xmlns:a16="http://schemas.microsoft.com/office/drawing/2014/main" id="{067F2A9D-A387-AD51-1070-8929558FE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4158"/>
              </p:ext>
            </p:extLst>
          </p:nvPr>
        </p:nvGraphicFramePr>
        <p:xfrm>
          <a:off x="6631840" y="599556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43" name="표 142">
            <a:extLst>
              <a:ext uri="{FF2B5EF4-FFF2-40B4-BE49-F238E27FC236}">
                <a16:creationId xmlns:a16="http://schemas.microsoft.com/office/drawing/2014/main" id="{BC4D3F5A-A09A-E7BC-8011-8B3F2BE55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340793"/>
              </p:ext>
            </p:extLst>
          </p:nvPr>
        </p:nvGraphicFramePr>
        <p:xfrm>
          <a:off x="7879013" y="5989845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44" name="표 143">
            <a:extLst>
              <a:ext uri="{FF2B5EF4-FFF2-40B4-BE49-F238E27FC236}">
                <a16:creationId xmlns:a16="http://schemas.microsoft.com/office/drawing/2014/main" id="{71C386F9-58A6-CF67-B67C-0E7AF0E06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322649"/>
              </p:ext>
            </p:extLst>
          </p:nvPr>
        </p:nvGraphicFramePr>
        <p:xfrm>
          <a:off x="9126186" y="598984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45" name="표 144">
            <a:extLst>
              <a:ext uri="{FF2B5EF4-FFF2-40B4-BE49-F238E27FC236}">
                <a16:creationId xmlns:a16="http://schemas.microsoft.com/office/drawing/2014/main" id="{76C01544-4A7C-C6C0-FFF3-B994F1F34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004965"/>
              </p:ext>
            </p:extLst>
          </p:nvPr>
        </p:nvGraphicFramePr>
        <p:xfrm>
          <a:off x="10373359" y="598984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2275D71-31DD-66B2-EEBD-C4D584AAD960}"/>
              </a:ext>
            </a:extLst>
          </p:cNvPr>
          <p:cNvCxnSpPr>
            <a:cxnSpLocks/>
            <a:endCxn id="142" idx="0"/>
          </p:cNvCxnSpPr>
          <p:nvPr/>
        </p:nvCxnSpPr>
        <p:spPr>
          <a:xfrm flipH="1">
            <a:off x="6757849" y="5793565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98CFA013-E085-9C67-D582-4ABDA6E3A4FB}"/>
              </a:ext>
            </a:extLst>
          </p:cNvPr>
          <p:cNvCxnSpPr>
            <a:cxnSpLocks/>
            <a:endCxn id="143" idx="0"/>
          </p:cNvCxnSpPr>
          <p:nvPr/>
        </p:nvCxnSpPr>
        <p:spPr>
          <a:xfrm flipH="1">
            <a:off x="8005022" y="5793565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09433ED3-941C-4892-9119-FDB583135C62}"/>
              </a:ext>
            </a:extLst>
          </p:cNvPr>
          <p:cNvCxnSpPr>
            <a:cxnSpLocks/>
            <a:endCxn id="144" idx="0"/>
          </p:cNvCxnSpPr>
          <p:nvPr/>
        </p:nvCxnSpPr>
        <p:spPr>
          <a:xfrm flipH="1">
            <a:off x="9252195" y="5793565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6214C598-C8D2-5E97-FB52-ED437FF13538}"/>
              </a:ext>
            </a:extLst>
          </p:cNvPr>
          <p:cNvCxnSpPr>
            <a:cxnSpLocks/>
            <a:endCxn id="145" idx="0"/>
          </p:cNvCxnSpPr>
          <p:nvPr/>
        </p:nvCxnSpPr>
        <p:spPr>
          <a:xfrm flipH="1">
            <a:off x="10499368" y="5794193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50" name="표 180">
            <a:extLst>
              <a:ext uri="{FF2B5EF4-FFF2-40B4-BE49-F238E27FC236}">
                <a16:creationId xmlns:a16="http://schemas.microsoft.com/office/drawing/2014/main" id="{6B451EED-22EA-A2E8-4BBB-C05EAE45B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756821"/>
              </p:ext>
            </p:extLst>
          </p:nvPr>
        </p:nvGraphicFramePr>
        <p:xfrm>
          <a:off x="1247556" y="3697646"/>
          <a:ext cx="1039062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354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latin typeface="+mn-lt"/>
                        </a:rPr>
                        <a:t>0</a:t>
                      </a:r>
                      <a:endParaRPr lang="ko-KR" altLang="en-US" sz="800" b="1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51" name="표 150">
            <a:extLst>
              <a:ext uri="{FF2B5EF4-FFF2-40B4-BE49-F238E27FC236}">
                <a16:creationId xmlns:a16="http://schemas.microsoft.com/office/drawing/2014/main" id="{5F6BF33E-3C04-614C-6676-DD0B65DAD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704802"/>
              </p:ext>
            </p:extLst>
          </p:nvPr>
        </p:nvGraphicFramePr>
        <p:xfrm>
          <a:off x="1252246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B2737F57-D31D-B779-CA17-2C0D542D3583}"/>
              </a:ext>
            </a:extLst>
          </p:cNvPr>
          <p:cNvSpPr>
            <a:spLocks/>
          </p:cNvSpPr>
          <p:nvPr/>
        </p:nvSpPr>
        <p:spPr>
          <a:xfrm>
            <a:off x="1248045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3" name="표 180">
            <a:extLst>
              <a:ext uri="{FF2B5EF4-FFF2-40B4-BE49-F238E27FC236}">
                <a16:creationId xmlns:a16="http://schemas.microsoft.com/office/drawing/2014/main" id="{345A0EB0-6ECD-E494-C647-3188AD6C8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604096"/>
              </p:ext>
            </p:extLst>
          </p:nvPr>
        </p:nvGraphicFramePr>
        <p:xfrm>
          <a:off x="1247556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54" name="표 153">
            <a:extLst>
              <a:ext uri="{FF2B5EF4-FFF2-40B4-BE49-F238E27FC236}">
                <a16:creationId xmlns:a16="http://schemas.microsoft.com/office/drawing/2014/main" id="{7FAD4B0B-E6A5-0546-86D3-0BB84C9B5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36465"/>
              </p:ext>
            </p:extLst>
          </p:nvPr>
        </p:nvGraphicFramePr>
        <p:xfrm>
          <a:off x="1240785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E2EC6A7F-3B00-004F-2F96-0C3EE1D66081}"/>
              </a:ext>
            </a:extLst>
          </p:cNvPr>
          <p:cNvSpPr/>
          <p:nvPr/>
        </p:nvSpPr>
        <p:spPr>
          <a:xfrm>
            <a:off x="1248045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6" name="표 180">
            <a:extLst>
              <a:ext uri="{FF2B5EF4-FFF2-40B4-BE49-F238E27FC236}">
                <a16:creationId xmlns:a16="http://schemas.microsoft.com/office/drawing/2014/main" id="{0AD2C6E1-9179-292C-7347-E9CFEE8B4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141911"/>
              </p:ext>
            </p:extLst>
          </p:nvPr>
        </p:nvGraphicFramePr>
        <p:xfrm>
          <a:off x="1240785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57" name="표 156">
            <a:extLst>
              <a:ext uri="{FF2B5EF4-FFF2-40B4-BE49-F238E27FC236}">
                <a16:creationId xmlns:a16="http://schemas.microsoft.com/office/drawing/2014/main" id="{0149E01A-874C-B453-A8E5-52412E341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218820"/>
              </p:ext>
            </p:extLst>
          </p:nvPr>
        </p:nvGraphicFramePr>
        <p:xfrm>
          <a:off x="1240785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DC24054D-276D-DAA9-F084-5D636BAE7394}"/>
              </a:ext>
            </a:extLst>
          </p:cNvPr>
          <p:cNvSpPr>
            <a:spLocks/>
          </p:cNvSpPr>
          <p:nvPr/>
        </p:nvSpPr>
        <p:spPr>
          <a:xfrm>
            <a:off x="2501003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59" name="표 180">
            <a:extLst>
              <a:ext uri="{FF2B5EF4-FFF2-40B4-BE49-F238E27FC236}">
                <a16:creationId xmlns:a16="http://schemas.microsoft.com/office/drawing/2014/main" id="{BAFCB871-326B-B314-A8C8-1A1FB1817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243992"/>
              </p:ext>
            </p:extLst>
          </p:nvPr>
        </p:nvGraphicFramePr>
        <p:xfrm>
          <a:off x="2500227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60" name="표 159">
            <a:extLst>
              <a:ext uri="{FF2B5EF4-FFF2-40B4-BE49-F238E27FC236}">
                <a16:creationId xmlns:a16="http://schemas.microsoft.com/office/drawing/2014/main" id="{87F99F7C-90C5-B856-B1FA-937183AC3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075340"/>
              </p:ext>
            </p:extLst>
          </p:nvPr>
        </p:nvGraphicFramePr>
        <p:xfrm>
          <a:off x="2505204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E8DC6675-BC56-BCAF-C39E-E9188AB82155}"/>
              </a:ext>
            </a:extLst>
          </p:cNvPr>
          <p:cNvSpPr>
            <a:spLocks/>
          </p:cNvSpPr>
          <p:nvPr/>
        </p:nvSpPr>
        <p:spPr>
          <a:xfrm>
            <a:off x="2501003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62" name="표 180">
            <a:extLst>
              <a:ext uri="{FF2B5EF4-FFF2-40B4-BE49-F238E27FC236}">
                <a16:creationId xmlns:a16="http://schemas.microsoft.com/office/drawing/2014/main" id="{6E8EF95E-DC50-E97C-9024-EEDEBC99E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861903"/>
              </p:ext>
            </p:extLst>
          </p:nvPr>
        </p:nvGraphicFramePr>
        <p:xfrm>
          <a:off x="2500514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64" name="표 163">
            <a:extLst>
              <a:ext uri="{FF2B5EF4-FFF2-40B4-BE49-F238E27FC236}">
                <a16:creationId xmlns:a16="http://schemas.microsoft.com/office/drawing/2014/main" id="{A865F17D-4339-91A0-5B3E-548FA05BB4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121833"/>
              </p:ext>
            </p:extLst>
          </p:nvPr>
        </p:nvGraphicFramePr>
        <p:xfrm>
          <a:off x="2493743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685C3818-1140-462F-6BC5-0B950DE003FB}"/>
              </a:ext>
            </a:extLst>
          </p:cNvPr>
          <p:cNvSpPr/>
          <p:nvPr/>
        </p:nvSpPr>
        <p:spPr>
          <a:xfrm>
            <a:off x="2501003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66" name="표 180">
            <a:extLst>
              <a:ext uri="{FF2B5EF4-FFF2-40B4-BE49-F238E27FC236}">
                <a16:creationId xmlns:a16="http://schemas.microsoft.com/office/drawing/2014/main" id="{CDC43AF8-A9E1-3F38-6A18-805CF9E5A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604440"/>
              </p:ext>
            </p:extLst>
          </p:nvPr>
        </p:nvGraphicFramePr>
        <p:xfrm>
          <a:off x="2493743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67" name="표 166">
            <a:extLst>
              <a:ext uri="{FF2B5EF4-FFF2-40B4-BE49-F238E27FC236}">
                <a16:creationId xmlns:a16="http://schemas.microsoft.com/office/drawing/2014/main" id="{0BAF45B4-E066-4940-7D58-CA4F05133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32237"/>
              </p:ext>
            </p:extLst>
          </p:nvPr>
        </p:nvGraphicFramePr>
        <p:xfrm>
          <a:off x="2493743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C85400EB-BE83-B092-E94E-2566DF023BCE}"/>
              </a:ext>
            </a:extLst>
          </p:cNvPr>
          <p:cNvSpPr>
            <a:spLocks/>
          </p:cNvSpPr>
          <p:nvPr/>
        </p:nvSpPr>
        <p:spPr>
          <a:xfrm>
            <a:off x="3742862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69" name="표 180">
            <a:extLst>
              <a:ext uri="{FF2B5EF4-FFF2-40B4-BE49-F238E27FC236}">
                <a16:creationId xmlns:a16="http://schemas.microsoft.com/office/drawing/2014/main" id="{3F3EC497-2395-CFE2-F551-0537E1DF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96277"/>
              </p:ext>
            </p:extLst>
          </p:nvPr>
        </p:nvGraphicFramePr>
        <p:xfrm>
          <a:off x="3742086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70" name="표 169">
            <a:extLst>
              <a:ext uri="{FF2B5EF4-FFF2-40B4-BE49-F238E27FC236}">
                <a16:creationId xmlns:a16="http://schemas.microsoft.com/office/drawing/2014/main" id="{5724218F-A776-F25D-DBA2-225ABD4A5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968287"/>
              </p:ext>
            </p:extLst>
          </p:nvPr>
        </p:nvGraphicFramePr>
        <p:xfrm>
          <a:off x="3747063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653020BE-9466-8B4B-7E54-D7549DA29551}"/>
              </a:ext>
            </a:extLst>
          </p:cNvPr>
          <p:cNvSpPr>
            <a:spLocks/>
          </p:cNvSpPr>
          <p:nvPr/>
        </p:nvSpPr>
        <p:spPr>
          <a:xfrm>
            <a:off x="3742862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72" name="표 180">
            <a:extLst>
              <a:ext uri="{FF2B5EF4-FFF2-40B4-BE49-F238E27FC236}">
                <a16:creationId xmlns:a16="http://schemas.microsoft.com/office/drawing/2014/main" id="{3F7812D7-4590-A989-A268-E6B17EC3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88625"/>
              </p:ext>
            </p:extLst>
          </p:nvPr>
        </p:nvGraphicFramePr>
        <p:xfrm>
          <a:off x="3742373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73" name="표 172">
            <a:extLst>
              <a:ext uri="{FF2B5EF4-FFF2-40B4-BE49-F238E27FC236}">
                <a16:creationId xmlns:a16="http://schemas.microsoft.com/office/drawing/2014/main" id="{21B8885C-BF24-5973-896A-ED7FC4222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159547"/>
              </p:ext>
            </p:extLst>
          </p:nvPr>
        </p:nvGraphicFramePr>
        <p:xfrm>
          <a:off x="3735602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9C6DD3C0-15E5-3118-760F-DF21F4919166}"/>
              </a:ext>
            </a:extLst>
          </p:cNvPr>
          <p:cNvSpPr/>
          <p:nvPr/>
        </p:nvSpPr>
        <p:spPr>
          <a:xfrm>
            <a:off x="3742862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75" name="표 180">
            <a:extLst>
              <a:ext uri="{FF2B5EF4-FFF2-40B4-BE49-F238E27FC236}">
                <a16:creationId xmlns:a16="http://schemas.microsoft.com/office/drawing/2014/main" id="{25632CF3-6329-B13B-2771-41DB649AC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750917"/>
              </p:ext>
            </p:extLst>
          </p:nvPr>
        </p:nvGraphicFramePr>
        <p:xfrm>
          <a:off x="3735602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76" name="표 175">
            <a:extLst>
              <a:ext uri="{FF2B5EF4-FFF2-40B4-BE49-F238E27FC236}">
                <a16:creationId xmlns:a16="http://schemas.microsoft.com/office/drawing/2014/main" id="{41179C07-FB32-EBB9-CB39-85BF88053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417699"/>
              </p:ext>
            </p:extLst>
          </p:nvPr>
        </p:nvGraphicFramePr>
        <p:xfrm>
          <a:off x="3735602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FEF74EA4-5623-1302-1ECE-8308ED610D3C}"/>
              </a:ext>
            </a:extLst>
          </p:cNvPr>
          <p:cNvSpPr>
            <a:spLocks/>
          </p:cNvSpPr>
          <p:nvPr/>
        </p:nvSpPr>
        <p:spPr>
          <a:xfrm>
            <a:off x="500136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78" name="표 180">
            <a:extLst>
              <a:ext uri="{FF2B5EF4-FFF2-40B4-BE49-F238E27FC236}">
                <a16:creationId xmlns:a16="http://schemas.microsoft.com/office/drawing/2014/main" id="{93C543C4-7A2E-F827-8D85-B039AEAF9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164664"/>
              </p:ext>
            </p:extLst>
          </p:nvPr>
        </p:nvGraphicFramePr>
        <p:xfrm>
          <a:off x="500058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79" name="표 178">
            <a:extLst>
              <a:ext uri="{FF2B5EF4-FFF2-40B4-BE49-F238E27FC236}">
                <a16:creationId xmlns:a16="http://schemas.microsoft.com/office/drawing/2014/main" id="{A95AF202-ECEA-BB3B-B752-61DA1E749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506222"/>
              </p:ext>
            </p:extLst>
          </p:nvPr>
        </p:nvGraphicFramePr>
        <p:xfrm>
          <a:off x="500556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185D61BE-E910-EF29-EF6E-1C3FC15B199B}"/>
              </a:ext>
            </a:extLst>
          </p:cNvPr>
          <p:cNvSpPr>
            <a:spLocks/>
          </p:cNvSpPr>
          <p:nvPr/>
        </p:nvSpPr>
        <p:spPr>
          <a:xfrm>
            <a:off x="500136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82" name="표 180">
            <a:extLst>
              <a:ext uri="{FF2B5EF4-FFF2-40B4-BE49-F238E27FC236}">
                <a16:creationId xmlns:a16="http://schemas.microsoft.com/office/drawing/2014/main" id="{EB200066-C776-3AAE-7AAE-BC060D381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103239"/>
              </p:ext>
            </p:extLst>
          </p:nvPr>
        </p:nvGraphicFramePr>
        <p:xfrm>
          <a:off x="500087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83" name="표 182">
            <a:extLst>
              <a:ext uri="{FF2B5EF4-FFF2-40B4-BE49-F238E27FC236}">
                <a16:creationId xmlns:a16="http://schemas.microsoft.com/office/drawing/2014/main" id="{F984FCC3-8B6E-C38A-3C12-0D579C4AC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79882"/>
              </p:ext>
            </p:extLst>
          </p:nvPr>
        </p:nvGraphicFramePr>
        <p:xfrm>
          <a:off x="499410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7C657C02-9575-99F0-9D0C-1C86D1FD247D}"/>
              </a:ext>
            </a:extLst>
          </p:cNvPr>
          <p:cNvSpPr/>
          <p:nvPr/>
        </p:nvSpPr>
        <p:spPr>
          <a:xfrm>
            <a:off x="500136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85" name="표 180">
            <a:extLst>
              <a:ext uri="{FF2B5EF4-FFF2-40B4-BE49-F238E27FC236}">
                <a16:creationId xmlns:a16="http://schemas.microsoft.com/office/drawing/2014/main" id="{716D19AC-DED3-49EC-78FE-B78103C20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339899"/>
              </p:ext>
            </p:extLst>
          </p:nvPr>
        </p:nvGraphicFramePr>
        <p:xfrm>
          <a:off x="499410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86" name="표 185">
            <a:extLst>
              <a:ext uri="{FF2B5EF4-FFF2-40B4-BE49-F238E27FC236}">
                <a16:creationId xmlns:a16="http://schemas.microsoft.com/office/drawing/2014/main" id="{BFBC64E1-14CE-2951-3BD0-9F4C8BC66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676369"/>
              </p:ext>
            </p:extLst>
          </p:nvPr>
        </p:nvGraphicFramePr>
        <p:xfrm>
          <a:off x="499410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1B685D5-C81B-DBB5-E088-E4196E20F077}"/>
              </a:ext>
            </a:extLst>
          </p:cNvPr>
          <p:cNvSpPr>
            <a:spLocks/>
          </p:cNvSpPr>
          <p:nvPr/>
        </p:nvSpPr>
        <p:spPr>
          <a:xfrm>
            <a:off x="623997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92" name="표 180">
            <a:extLst>
              <a:ext uri="{FF2B5EF4-FFF2-40B4-BE49-F238E27FC236}">
                <a16:creationId xmlns:a16="http://schemas.microsoft.com/office/drawing/2014/main" id="{EFBA007D-5237-8788-E531-B06A56BF5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322793"/>
              </p:ext>
            </p:extLst>
          </p:nvPr>
        </p:nvGraphicFramePr>
        <p:xfrm>
          <a:off x="623919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98" name="표 197">
            <a:extLst>
              <a:ext uri="{FF2B5EF4-FFF2-40B4-BE49-F238E27FC236}">
                <a16:creationId xmlns:a16="http://schemas.microsoft.com/office/drawing/2014/main" id="{BF45DF7A-8A30-9B01-8A97-C2C71315B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339484"/>
              </p:ext>
            </p:extLst>
          </p:nvPr>
        </p:nvGraphicFramePr>
        <p:xfrm>
          <a:off x="624417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17BD3685-58BD-441F-5F7F-11F2F9A120C9}"/>
              </a:ext>
            </a:extLst>
          </p:cNvPr>
          <p:cNvSpPr>
            <a:spLocks/>
          </p:cNvSpPr>
          <p:nvPr/>
        </p:nvSpPr>
        <p:spPr>
          <a:xfrm>
            <a:off x="623997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00" name="표 180">
            <a:extLst>
              <a:ext uri="{FF2B5EF4-FFF2-40B4-BE49-F238E27FC236}">
                <a16:creationId xmlns:a16="http://schemas.microsoft.com/office/drawing/2014/main" id="{8F35B9C9-CC79-E8D4-C5A4-ED94E79AC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923903"/>
              </p:ext>
            </p:extLst>
          </p:nvPr>
        </p:nvGraphicFramePr>
        <p:xfrm>
          <a:off x="623948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01" name="표 200">
            <a:extLst>
              <a:ext uri="{FF2B5EF4-FFF2-40B4-BE49-F238E27FC236}">
                <a16:creationId xmlns:a16="http://schemas.microsoft.com/office/drawing/2014/main" id="{8A4B161E-8DBA-F9CE-DE80-946BFF631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70850"/>
              </p:ext>
            </p:extLst>
          </p:nvPr>
        </p:nvGraphicFramePr>
        <p:xfrm>
          <a:off x="623271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02" name="직사각형 201">
            <a:extLst>
              <a:ext uri="{FF2B5EF4-FFF2-40B4-BE49-F238E27FC236}">
                <a16:creationId xmlns:a16="http://schemas.microsoft.com/office/drawing/2014/main" id="{2A56FF51-0781-6121-66F2-A98DE4AA9988}"/>
              </a:ext>
            </a:extLst>
          </p:cNvPr>
          <p:cNvSpPr/>
          <p:nvPr/>
        </p:nvSpPr>
        <p:spPr>
          <a:xfrm>
            <a:off x="623997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03" name="표 180">
            <a:extLst>
              <a:ext uri="{FF2B5EF4-FFF2-40B4-BE49-F238E27FC236}">
                <a16:creationId xmlns:a16="http://schemas.microsoft.com/office/drawing/2014/main" id="{D3A0B644-1AA4-0C18-4B2A-7C636532B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079642"/>
              </p:ext>
            </p:extLst>
          </p:nvPr>
        </p:nvGraphicFramePr>
        <p:xfrm>
          <a:off x="623271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06" name="표 205">
            <a:extLst>
              <a:ext uri="{FF2B5EF4-FFF2-40B4-BE49-F238E27FC236}">
                <a16:creationId xmlns:a16="http://schemas.microsoft.com/office/drawing/2014/main" id="{0A3B18B3-66E2-BE0B-6281-A9DCC4F42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02257"/>
              </p:ext>
            </p:extLst>
          </p:nvPr>
        </p:nvGraphicFramePr>
        <p:xfrm>
          <a:off x="623271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FF574753-5589-FCC2-A999-A5A1A84C55BE}"/>
              </a:ext>
            </a:extLst>
          </p:cNvPr>
          <p:cNvSpPr>
            <a:spLocks/>
          </p:cNvSpPr>
          <p:nvPr/>
        </p:nvSpPr>
        <p:spPr>
          <a:xfrm>
            <a:off x="7479991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09" name="표 180">
            <a:extLst>
              <a:ext uri="{FF2B5EF4-FFF2-40B4-BE49-F238E27FC236}">
                <a16:creationId xmlns:a16="http://schemas.microsoft.com/office/drawing/2014/main" id="{6BCF065C-FB0D-3ED7-2E24-F59528DCA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532323"/>
              </p:ext>
            </p:extLst>
          </p:nvPr>
        </p:nvGraphicFramePr>
        <p:xfrm>
          <a:off x="7479215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15" name="표 214">
            <a:extLst>
              <a:ext uri="{FF2B5EF4-FFF2-40B4-BE49-F238E27FC236}">
                <a16:creationId xmlns:a16="http://schemas.microsoft.com/office/drawing/2014/main" id="{1A13B730-E79C-5508-513F-386FFBC96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26822"/>
              </p:ext>
            </p:extLst>
          </p:nvPr>
        </p:nvGraphicFramePr>
        <p:xfrm>
          <a:off x="7484192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8BE2FCF6-0B65-CBDC-B263-4F9CFA7F1476}"/>
              </a:ext>
            </a:extLst>
          </p:cNvPr>
          <p:cNvSpPr>
            <a:spLocks/>
          </p:cNvSpPr>
          <p:nvPr/>
        </p:nvSpPr>
        <p:spPr>
          <a:xfrm>
            <a:off x="7479991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17" name="표 180">
            <a:extLst>
              <a:ext uri="{FF2B5EF4-FFF2-40B4-BE49-F238E27FC236}">
                <a16:creationId xmlns:a16="http://schemas.microsoft.com/office/drawing/2014/main" id="{3FC14C37-D1AC-21EA-768E-BC5D00FD4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027333"/>
              </p:ext>
            </p:extLst>
          </p:nvPr>
        </p:nvGraphicFramePr>
        <p:xfrm>
          <a:off x="7479502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20" name="표 219">
            <a:extLst>
              <a:ext uri="{FF2B5EF4-FFF2-40B4-BE49-F238E27FC236}">
                <a16:creationId xmlns:a16="http://schemas.microsoft.com/office/drawing/2014/main" id="{34B13DF8-59D0-C003-BD16-5B77DDF8E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421673"/>
              </p:ext>
            </p:extLst>
          </p:nvPr>
        </p:nvGraphicFramePr>
        <p:xfrm>
          <a:off x="7472731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02C93028-5875-27DD-D4D1-D4C18D81343B}"/>
              </a:ext>
            </a:extLst>
          </p:cNvPr>
          <p:cNvSpPr/>
          <p:nvPr/>
        </p:nvSpPr>
        <p:spPr>
          <a:xfrm>
            <a:off x="7479991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4" name="표 180">
            <a:extLst>
              <a:ext uri="{FF2B5EF4-FFF2-40B4-BE49-F238E27FC236}">
                <a16:creationId xmlns:a16="http://schemas.microsoft.com/office/drawing/2014/main" id="{411D925B-21C6-1FE2-CD65-5F86F0AB2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478196"/>
              </p:ext>
            </p:extLst>
          </p:nvPr>
        </p:nvGraphicFramePr>
        <p:xfrm>
          <a:off x="7472731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5" name="표 234">
            <a:extLst>
              <a:ext uri="{FF2B5EF4-FFF2-40B4-BE49-F238E27FC236}">
                <a16:creationId xmlns:a16="http://schemas.microsoft.com/office/drawing/2014/main" id="{0779CDC9-C6A3-469C-97BF-D11B8631A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24977"/>
              </p:ext>
            </p:extLst>
          </p:nvPr>
        </p:nvGraphicFramePr>
        <p:xfrm>
          <a:off x="7472731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1028B9F7-2B20-D014-773D-5D9F640BB97B}"/>
              </a:ext>
            </a:extLst>
          </p:cNvPr>
          <p:cNvSpPr>
            <a:spLocks/>
          </p:cNvSpPr>
          <p:nvPr/>
        </p:nvSpPr>
        <p:spPr>
          <a:xfrm>
            <a:off x="8725617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90" name="표 180">
            <a:extLst>
              <a:ext uri="{FF2B5EF4-FFF2-40B4-BE49-F238E27FC236}">
                <a16:creationId xmlns:a16="http://schemas.microsoft.com/office/drawing/2014/main" id="{7C18C068-9755-180A-665F-2D97F515A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68836"/>
              </p:ext>
            </p:extLst>
          </p:nvPr>
        </p:nvGraphicFramePr>
        <p:xfrm>
          <a:off x="8724841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91" name="표 290">
            <a:extLst>
              <a:ext uri="{FF2B5EF4-FFF2-40B4-BE49-F238E27FC236}">
                <a16:creationId xmlns:a16="http://schemas.microsoft.com/office/drawing/2014/main" id="{813B5320-31B0-046E-8D15-85C2BB22C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583033"/>
              </p:ext>
            </p:extLst>
          </p:nvPr>
        </p:nvGraphicFramePr>
        <p:xfrm>
          <a:off x="8729818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15F557D2-F3AA-032B-03A9-FB66502E8DBD}"/>
              </a:ext>
            </a:extLst>
          </p:cNvPr>
          <p:cNvSpPr>
            <a:spLocks/>
          </p:cNvSpPr>
          <p:nvPr/>
        </p:nvSpPr>
        <p:spPr>
          <a:xfrm>
            <a:off x="8725617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93" name="표 180">
            <a:extLst>
              <a:ext uri="{FF2B5EF4-FFF2-40B4-BE49-F238E27FC236}">
                <a16:creationId xmlns:a16="http://schemas.microsoft.com/office/drawing/2014/main" id="{6E806CE6-322C-F366-C7B5-C8B91ED2D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852206"/>
              </p:ext>
            </p:extLst>
          </p:nvPr>
        </p:nvGraphicFramePr>
        <p:xfrm>
          <a:off x="8725128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94" name="표 293">
            <a:extLst>
              <a:ext uri="{FF2B5EF4-FFF2-40B4-BE49-F238E27FC236}">
                <a16:creationId xmlns:a16="http://schemas.microsoft.com/office/drawing/2014/main" id="{F10B1BEE-91A3-F676-C5BA-B13A000A8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614923"/>
              </p:ext>
            </p:extLst>
          </p:nvPr>
        </p:nvGraphicFramePr>
        <p:xfrm>
          <a:off x="8718357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C2DA18A6-AD5A-71B9-2182-FA4A014FF4B2}"/>
              </a:ext>
            </a:extLst>
          </p:cNvPr>
          <p:cNvSpPr/>
          <p:nvPr/>
        </p:nvSpPr>
        <p:spPr>
          <a:xfrm>
            <a:off x="8725617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96" name="표 180">
            <a:extLst>
              <a:ext uri="{FF2B5EF4-FFF2-40B4-BE49-F238E27FC236}">
                <a16:creationId xmlns:a16="http://schemas.microsoft.com/office/drawing/2014/main" id="{7140136E-4AE2-22AD-B094-C28F1D60C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074648"/>
              </p:ext>
            </p:extLst>
          </p:nvPr>
        </p:nvGraphicFramePr>
        <p:xfrm>
          <a:off x="8718357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97" name="표 296">
            <a:extLst>
              <a:ext uri="{FF2B5EF4-FFF2-40B4-BE49-F238E27FC236}">
                <a16:creationId xmlns:a16="http://schemas.microsoft.com/office/drawing/2014/main" id="{52B41BD9-6AFF-EA24-0B94-BDFE72128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96223"/>
              </p:ext>
            </p:extLst>
          </p:nvPr>
        </p:nvGraphicFramePr>
        <p:xfrm>
          <a:off x="8718357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4A8CF990-301E-7ACE-FFD8-A3BF4E4117B0}"/>
              </a:ext>
            </a:extLst>
          </p:cNvPr>
          <p:cNvSpPr>
            <a:spLocks/>
          </p:cNvSpPr>
          <p:nvPr/>
        </p:nvSpPr>
        <p:spPr>
          <a:xfrm>
            <a:off x="9981076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99" name="표 180">
            <a:extLst>
              <a:ext uri="{FF2B5EF4-FFF2-40B4-BE49-F238E27FC236}">
                <a16:creationId xmlns:a16="http://schemas.microsoft.com/office/drawing/2014/main" id="{3A1C472F-CF6F-8793-ECC6-6FBDE3B16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152971"/>
              </p:ext>
            </p:extLst>
          </p:nvPr>
        </p:nvGraphicFramePr>
        <p:xfrm>
          <a:off x="9980300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00" name="표 299">
            <a:extLst>
              <a:ext uri="{FF2B5EF4-FFF2-40B4-BE49-F238E27FC236}">
                <a16:creationId xmlns:a16="http://schemas.microsoft.com/office/drawing/2014/main" id="{8D450B0C-C90C-7FF0-6395-60928CDBE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19231"/>
              </p:ext>
            </p:extLst>
          </p:nvPr>
        </p:nvGraphicFramePr>
        <p:xfrm>
          <a:off x="9985277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811CEA87-8698-50FE-5AAF-8F90F123C44E}"/>
              </a:ext>
            </a:extLst>
          </p:cNvPr>
          <p:cNvSpPr>
            <a:spLocks/>
          </p:cNvSpPr>
          <p:nvPr/>
        </p:nvSpPr>
        <p:spPr>
          <a:xfrm>
            <a:off x="9981076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02" name="표 180">
            <a:extLst>
              <a:ext uri="{FF2B5EF4-FFF2-40B4-BE49-F238E27FC236}">
                <a16:creationId xmlns:a16="http://schemas.microsoft.com/office/drawing/2014/main" id="{A5101458-2C11-332D-76A4-11E2BDE50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91081"/>
              </p:ext>
            </p:extLst>
          </p:nvPr>
        </p:nvGraphicFramePr>
        <p:xfrm>
          <a:off x="9980587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03" name="표 302">
            <a:extLst>
              <a:ext uri="{FF2B5EF4-FFF2-40B4-BE49-F238E27FC236}">
                <a16:creationId xmlns:a16="http://schemas.microsoft.com/office/drawing/2014/main" id="{61AA0205-67C0-64C9-1761-9DA38A6B2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268230"/>
              </p:ext>
            </p:extLst>
          </p:nvPr>
        </p:nvGraphicFramePr>
        <p:xfrm>
          <a:off x="9973816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304" name="직사각형 303">
            <a:extLst>
              <a:ext uri="{FF2B5EF4-FFF2-40B4-BE49-F238E27FC236}">
                <a16:creationId xmlns:a16="http://schemas.microsoft.com/office/drawing/2014/main" id="{6462347B-2C03-E130-3522-7DAF8AEA7005}"/>
              </a:ext>
            </a:extLst>
          </p:cNvPr>
          <p:cNvSpPr/>
          <p:nvPr/>
        </p:nvSpPr>
        <p:spPr>
          <a:xfrm>
            <a:off x="9981076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05" name="표 180">
            <a:extLst>
              <a:ext uri="{FF2B5EF4-FFF2-40B4-BE49-F238E27FC236}">
                <a16:creationId xmlns:a16="http://schemas.microsoft.com/office/drawing/2014/main" id="{144CCE36-3D50-CC8B-5094-121CE815B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316093"/>
              </p:ext>
            </p:extLst>
          </p:nvPr>
        </p:nvGraphicFramePr>
        <p:xfrm>
          <a:off x="9973816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162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06" name="표 305">
            <a:extLst>
              <a:ext uri="{FF2B5EF4-FFF2-40B4-BE49-F238E27FC236}">
                <a16:creationId xmlns:a16="http://schemas.microsoft.com/office/drawing/2014/main" id="{17A12F10-B19C-24AA-653C-CE299FD70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641432"/>
              </p:ext>
            </p:extLst>
          </p:nvPr>
        </p:nvGraphicFramePr>
        <p:xfrm>
          <a:off x="9973816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07" name="표 306">
            <a:extLst>
              <a:ext uri="{FF2B5EF4-FFF2-40B4-BE49-F238E27FC236}">
                <a16:creationId xmlns:a16="http://schemas.microsoft.com/office/drawing/2014/main" id="{E7C4FEAE-578E-5D1F-C754-3A3F9DFD4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823944"/>
              </p:ext>
            </p:extLst>
          </p:nvPr>
        </p:nvGraphicFramePr>
        <p:xfrm>
          <a:off x="4613388" y="1267078"/>
          <a:ext cx="3965652" cy="18098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314">
                  <a:extLst>
                    <a:ext uri="{9D8B030D-6E8A-4147-A177-3AD203B41FA5}">
                      <a16:colId xmlns:a16="http://schemas.microsoft.com/office/drawing/2014/main" val="34775369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16339140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4546099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90815127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1095568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65485620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247689928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15611847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96037858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00762279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64467446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79901916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8594827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1414950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06322658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831075852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35612141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241845553"/>
                    </a:ext>
                  </a:extLst>
                </a:gridCol>
              </a:tblGrid>
              <a:tr h="18849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85649545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563319655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41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93344731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36915408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82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143472278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95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102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96880218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4106211402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142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113176446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009147446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164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179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859654472"/>
                  </a:ext>
                </a:extLst>
              </a:tr>
            </a:tbl>
          </a:graphicData>
        </a:graphic>
      </p:graphicFrame>
      <p:graphicFrame>
        <p:nvGraphicFramePr>
          <p:cNvPr id="308" name="표 307">
            <a:extLst>
              <a:ext uri="{FF2B5EF4-FFF2-40B4-BE49-F238E27FC236}">
                <a16:creationId xmlns:a16="http://schemas.microsoft.com/office/drawing/2014/main" id="{431A493B-5E5B-428A-35DF-D58883EF5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35475"/>
              </p:ext>
            </p:extLst>
          </p:nvPr>
        </p:nvGraphicFramePr>
        <p:xfrm>
          <a:off x="9839958" y="1423265"/>
          <a:ext cx="493244" cy="4828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667">
                  <a:extLst>
                    <a:ext uri="{9D8B030D-6E8A-4147-A177-3AD203B41FA5}">
                      <a16:colId xmlns:a16="http://schemas.microsoft.com/office/drawing/2014/main" val="3653175907"/>
                    </a:ext>
                  </a:extLst>
                </a:gridCol>
                <a:gridCol w="161667">
                  <a:extLst>
                    <a:ext uri="{9D8B030D-6E8A-4147-A177-3AD203B41FA5}">
                      <a16:colId xmlns:a16="http://schemas.microsoft.com/office/drawing/2014/main" val="1114214315"/>
                    </a:ext>
                  </a:extLst>
                </a:gridCol>
                <a:gridCol w="169910">
                  <a:extLst>
                    <a:ext uri="{9D8B030D-6E8A-4147-A177-3AD203B41FA5}">
                      <a16:colId xmlns:a16="http://schemas.microsoft.com/office/drawing/2014/main" val="2462222956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58587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3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4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5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7254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7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86193"/>
                  </a:ext>
                </a:extLst>
              </a:tr>
            </a:tbl>
          </a:graphicData>
        </a:graphic>
      </p:graphicFrame>
      <p:graphicFrame>
        <p:nvGraphicFramePr>
          <p:cNvPr id="309" name="표 308">
            <a:extLst>
              <a:ext uri="{FF2B5EF4-FFF2-40B4-BE49-F238E27FC236}">
                <a16:creationId xmlns:a16="http://schemas.microsoft.com/office/drawing/2014/main" id="{159653AB-D4B3-1D28-30A5-4440B39F7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495488"/>
              </p:ext>
            </p:extLst>
          </p:nvPr>
        </p:nvGraphicFramePr>
        <p:xfrm>
          <a:off x="9847160" y="2327868"/>
          <a:ext cx="493242" cy="4551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414">
                  <a:extLst>
                    <a:ext uri="{9D8B030D-6E8A-4147-A177-3AD203B41FA5}">
                      <a16:colId xmlns:a16="http://schemas.microsoft.com/office/drawing/2014/main" val="1346361319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171739661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629163770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59361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291016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h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err="1">
                          <a:effectLst/>
                        </a:rPr>
                        <a:t>i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6919"/>
                  </a:ext>
                </a:extLst>
              </a:tr>
            </a:tbl>
          </a:graphicData>
        </a:graphic>
      </p:graphicFrame>
      <p:sp>
        <p:nvSpPr>
          <p:cNvPr id="310" name="TextBox 309">
            <a:extLst>
              <a:ext uri="{FF2B5EF4-FFF2-40B4-BE49-F238E27FC236}">
                <a16:creationId xmlns:a16="http://schemas.microsoft.com/office/drawing/2014/main" id="{26A39CCC-73A3-D8E5-03D5-E1883D31F0B1}"/>
              </a:ext>
            </a:extLst>
          </p:cNvPr>
          <p:cNvSpPr txBox="1"/>
          <p:nvPr/>
        </p:nvSpPr>
        <p:spPr>
          <a:xfrm>
            <a:off x="6032134" y="3054386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Input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9124725D-A366-0E7C-0243-9061CD2A7F91}"/>
              </a:ext>
            </a:extLst>
          </p:cNvPr>
          <p:cNvSpPr txBox="1"/>
          <p:nvPr/>
        </p:nvSpPr>
        <p:spPr>
          <a:xfrm>
            <a:off x="9632090" y="1897810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#1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5503C74B-DB9D-3BBE-D5F9-6EBFB0737557}"/>
              </a:ext>
            </a:extLst>
          </p:cNvPr>
          <p:cNvSpPr txBox="1"/>
          <p:nvPr/>
        </p:nvSpPr>
        <p:spPr>
          <a:xfrm>
            <a:off x="9631605" y="2775484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 err="1"/>
              <a:t>w</a:t>
            </a: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FB8DB7-F696-56E4-4AA8-AFE282728A16}"/>
              </a:ext>
            </a:extLst>
          </p:cNvPr>
          <p:cNvSpPr/>
          <p:nvPr/>
        </p:nvSpPr>
        <p:spPr>
          <a:xfrm>
            <a:off x="4613388" y="1267078"/>
            <a:ext cx="665813" cy="1814338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6046636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9E768E39-250E-8F61-BC0A-1C33F1B2CC4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45616" y="3327019"/>
            <a:ext cx="9880457" cy="2383668"/>
            <a:chOff x="1205159" y="3140600"/>
            <a:chExt cx="9880457" cy="2383668"/>
          </a:xfrm>
        </p:grpSpPr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4579664D-89E1-595B-6FD3-FEE2AE46BEA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12418" y="3157769"/>
              <a:ext cx="3342010" cy="2188021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CAC73D1A-8285-2863-5FE4-816A5A8EF7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2459591" y="314640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ADE4DEED-18CC-B12F-1F05-832B9792B34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05171" y="3154439"/>
              <a:ext cx="2101750" cy="137602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5" name="직선 화살표 연결선 204">
              <a:extLst>
                <a:ext uri="{FF2B5EF4-FFF2-40B4-BE49-F238E27FC236}">
                  <a16:creationId xmlns:a16="http://schemas.microsoft.com/office/drawing/2014/main" id="{2EA90CD9-B844-48B2-8FCF-C39B385C8C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08763" y="3140600"/>
              <a:ext cx="873642" cy="571975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0" name="직선 화살표 연결선 209">
              <a:extLst>
                <a:ext uri="{FF2B5EF4-FFF2-40B4-BE49-F238E27FC236}">
                  <a16:creationId xmlns:a16="http://schemas.microsoft.com/office/drawing/2014/main" id="{0C8ED06A-2359-3C93-D950-1F8250286F5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5159" y="3889823"/>
              <a:ext cx="9880457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1" name="직선 화살표 연결선 210">
              <a:extLst>
                <a:ext uri="{FF2B5EF4-FFF2-40B4-BE49-F238E27FC236}">
                  <a16:creationId xmlns:a16="http://schemas.microsoft.com/office/drawing/2014/main" id="{EF43B46F-2388-649B-FEB4-61DDCA4611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5540" y="4720747"/>
              <a:ext cx="9880076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2" name="직선 화살표 연결선 211">
              <a:extLst>
                <a:ext uri="{FF2B5EF4-FFF2-40B4-BE49-F238E27FC236}">
                  <a16:creationId xmlns:a16="http://schemas.microsoft.com/office/drawing/2014/main" id="{1763445D-7506-25D9-0C86-FB1260BA143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6695" y="5524268"/>
              <a:ext cx="9878921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DF45267A-0EA9-B445-8608-C12161693BC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708348" y="31450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4BE2FE58-7390-C887-6CF0-A332544116A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959905" y="31441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1B82896B-2C64-CC19-954F-8631B73C829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208662" y="314269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CAD04D98-69A3-1C03-AA3E-32D34BC62F1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57418" y="3140600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5" name="직선 화살표 연결선 314">
              <a:extLst>
                <a:ext uri="{FF2B5EF4-FFF2-40B4-BE49-F238E27FC236}">
                  <a16:creationId xmlns:a16="http://schemas.microsoft.com/office/drawing/2014/main" id="{2404EF98-D1E5-7D4D-ED7B-F7A1D17429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8699682" y="3949250"/>
              <a:ext cx="2109301" cy="1380964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7" name="직선 화살표 연결선 316">
              <a:extLst>
                <a:ext uri="{FF2B5EF4-FFF2-40B4-BE49-F238E27FC236}">
                  <a16:creationId xmlns:a16="http://schemas.microsoft.com/office/drawing/2014/main" id="{8A1EBA7B-BF68-C624-3B5D-4AAC319B7EA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9949716" y="4804713"/>
              <a:ext cx="824283" cy="53966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 X 8 PE array–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Cycle 3 </a:t>
            </a:r>
            <a:r>
              <a:rPr lang="en-US" altLang="ko-KR" dirty="0"/>
              <a:t>(</a:t>
            </a:r>
            <a:r>
              <a:rPr lang="en-US" altLang="ko-KR" b="1" dirty="0"/>
              <a:t>input channel: 0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PE-array : 1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>
            <a:spLocks/>
          </p:cNvSpPr>
          <p:nvPr/>
        </p:nvSpPr>
        <p:spPr>
          <a:xfrm>
            <a:off x="1248045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475198"/>
              </p:ext>
            </p:extLst>
          </p:nvPr>
        </p:nvGraphicFramePr>
        <p:xfrm>
          <a:off x="1641564" y="59961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0,0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08314"/>
              </p:ext>
            </p:extLst>
          </p:nvPr>
        </p:nvGraphicFramePr>
        <p:xfrm>
          <a:off x="2888737" y="599047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0,1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631062"/>
              </p:ext>
            </p:extLst>
          </p:nvPr>
        </p:nvGraphicFramePr>
        <p:xfrm>
          <a:off x="4135910" y="599047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0,2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835159"/>
              </p:ext>
            </p:extLst>
          </p:nvPr>
        </p:nvGraphicFramePr>
        <p:xfrm>
          <a:off x="5383083" y="599047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0,3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307384A0-6D19-EC06-0E31-00423BC0EDF0}"/>
              </a:ext>
            </a:extLst>
          </p:cNvPr>
          <p:cNvCxnSpPr>
            <a:cxnSpLocks/>
            <a:endCxn id="187" idx="0"/>
          </p:cNvCxnSpPr>
          <p:nvPr/>
        </p:nvCxnSpPr>
        <p:spPr>
          <a:xfrm flipH="1">
            <a:off x="1767573" y="579419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FDC5A9EF-D2C3-67AD-2E41-EB00B90A1CCF}"/>
              </a:ext>
            </a:extLst>
          </p:cNvPr>
          <p:cNvCxnSpPr>
            <a:cxnSpLocks/>
            <a:endCxn id="188" idx="0"/>
          </p:cNvCxnSpPr>
          <p:nvPr/>
        </p:nvCxnSpPr>
        <p:spPr>
          <a:xfrm flipH="1">
            <a:off x="3014746" y="579419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B74760F8-756B-BB12-3C22-4F9D187E1F9D}"/>
              </a:ext>
            </a:extLst>
          </p:cNvPr>
          <p:cNvCxnSpPr>
            <a:cxnSpLocks/>
            <a:endCxn id="189" idx="0"/>
          </p:cNvCxnSpPr>
          <p:nvPr/>
        </p:nvCxnSpPr>
        <p:spPr>
          <a:xfrm flipH="1">
            <a:off x="4261919" y="579419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2154F50B-2872-B81E-30E4-39DDD30F75DF}"/>
              </a:ext>
            </a:extLst>
          </p:cNvPr>
          <p:cNvCxnSpPr>
            <a:cxnSpLocks/>
            <a:endCxn id="190" idx="0"/>
          </p:cNvCxnSpPr>
          <p:nvPr/>
        </p:nvCxnSpPr>
        <p:spPr>
          <a:xfrm flipH="1">
            <a:off x="5509092" y="579482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6D4D8AB-2AB6-8E02-E137-ED88CFAB9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245364"/>
              </p:ext>
            </p:extLst>
          </p:nvPr>
        </p:nvGraphicFramePr>
        <p:xfrm>
          <a:off x="6631840" y="599556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0,4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D01B996D-AC59-220F-7C45-2B7F520D3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23469"/>
              </p:ext>
            </p:extLst>
          </p:nvPr>
        </p:nvGraphicFramePr>
        <p:xfrm>
          <a:off x="7879013" y="5989845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0,5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D3CAF179-7E26-B5CA-9CEF-7457DB127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533180"/>
              </p:ext>
            </p:extLst>
          </p:nvPr>
        </p:nvGraphicFramePr>
        <p:xfrm>
          <a:off x="9126186" y="598984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0,6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3B97CA73-62A7-2425-26CA-9454E6DB3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527822"/>
              </p:ext>
            </p:extLst>
          </p:nvPr>
        </p:nvGraphicFramePr>
        <p:xfrm>
          <a:off x="10373359" y="598984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0,7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4A8E847-34C6-D72D-EBD8-0D0EE941A29A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6757849" y="5793565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12CF689-3A56-5FD3-B9B1-1EB75A4F768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005022" y="5793565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6A3E9B7F-6D95-F662-E8F6-0D03AC45B190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252195" y="5793565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7993DA18-147F-DEB6-A1FF-8C569D6BBC63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10499368" y="5794193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163" name="표 180">
            <a:extLst>
              <a:ext uri="{FF2B5EF4-FFF2-40B4-BE49-F238E27FC236}">
                <a16:creationId xmlns:a16="http://schemas.microsoft.com/office/drawing/2014/main" id="{D15D9735-6746-E3C0-615A-F24A1A888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760645"/>
              </p:ext>
            </p:extLst>
          </p:nvPr>
        </p:nvGraphicFramePr>
        <p:xfrm>
          <a:off x="1247556" y="3697646"/>
          <a:ext cx="1039062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354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0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1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>
                          <a:latin typeface="+mn-lt"/>
                        </a:rPr>
                        <a:t>2</a:t>
                      </a:r>
                      <a:endParaRPr lang="ko-KR" altLang="en-US" sz="700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81" name="표 180">
            <a:extLst>
              <a:ext uri="{FF2B5EF4-FFF2-40B4-BE49-F238E27FC236}">
                <a16:creationId xmlns:a16="http://schemas.microsoft.com/office/drawing/2014/main" id="{B76F6A91-47FB-269F-CBD1-A18D1FCDB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949701"/>
              </p:ext>
            </p:extLst>
          </p:nvPr>
        </p:nvGraphicFramePr>
        <p:xfrm>
          <a:off x="1252246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3F77C77F-DE19-2E15-0506-EE826C987B8E}"/>
              </a:ext>
            </a:extLst>
          </p:cNvPr>
          <p:cNvSpPr>
            <a:spLocks/>
          </p:cNvSpPr>
          <p:nvPr/>
        </p:nvSpPr>
        <p:spPr>
          <a:xfrm>
            <a:off x="1248045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95" name="표 180">
            <a:extLst>
              <a:ext uri="{FF2B5EF4-FFF2-40B4-BE49-F238E27FC236}">
                <a16:creationId xmlns:a16="http://schemas.microsoft.com/office/drawing/2014/main" id="{A3C806E4-7149-9D46-D68B-5CECAA23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607926"/>
              </p:ext>
            </p:extLst>
          </p:nvPr>
        </p:nvGraphicFramePr>
        <p:xfrm>
          <a:off x="1247556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19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96" name="표 195">
            <a:extLst>
              <a:ext uri="{FF2B5EF4-FFF2-40B4-BE49-F238E27FC236}">
                <a16:creationId xmlns:a16="http://schemas.microsoft.com/office/drawing/2014/main" id="{ABD00B24-C2CF-AFD1-4365-1DB7A9B01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61918"/>
              </p:ext>
            </p:extLst>
          </p:nvPr>
        </p:nvGraphicFramePr>
        <p:xfrm>
          <a:off x="1240785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1506F1DB-78CF-E161-9272-6958CEE10E53}"/>
              </a:ext>
            </a:extLst>
          </p:cNvPr>
          <p:cNvSpPr/>
          <p:nvPr/>
        </p:nvSpPr>
        <p:spPr>
          <a:xfrm>
            <a:off x="1248045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13" name="표 180">
            <a:extLst>
              <a:ext uri="{FF2B5EF4-FFF2-40B4-BE49-F238E27FC236}">
                <a16:creationId xmlns:a16="http://schemas.microsoft.com/office/drawing/2014/main" id="{BE5EDC08-A7AD-AF35-7BE0-4403185E4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815372"/>
              </p:ext>
            </p:extLst>
          </p:nvPr>
        </p:nvGraphicFramePr>
        <p:xfrm>
          <a:off x="1240785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14" name="표 213">
            <a:extLst>
              <a:ext uri="{FF2B5EF4-FFF2-40B4-BE49-F238E27FC236}">
                <a16:creationId xmlns:a16="http://schemas.microsoft.com/office/drawing/2014/main" id="{EC95A3BC-6863-E916-4EA7-97ED90ED1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9558"/>
              </p:ext>
            </p:extLst>
          </p:nvPr>
        </p:nvGraphicFramePr>
        <p:xfrm>
          <a:off x="1240785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78295028-353E-D049-B04F-5FCB96DE266F}"/>
              </a:ext>
            </a:extLst>
          </p:cNvPr>
          <p:cNvSpPr>
            <a:spLocks/>
          </p:cNvSpPr>
          <p:nvPr/>
        </p:nvSpPr>
        <p:spPr>
          <a:xfrm>
            <a:off x="2501003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6" name="표 180">
            <a:extLst>
              <a:ext uri="{FF2B5EF4-FFF2-40B4-BE49-F238E27FC236}">
                <a16:creationId xmlns:a16="http://schemas.microsoft.com/office/drawing/2014/main" id="{2B4528F6-A8B2-9D55-4C6B-F45B99020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87004"/>
              </p:ext>
            </p:extLst>
          </p:nvPr>
        </p:nvGraphicFramePr>
        <p:xfrm>
          <a:off x="2500227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19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27" name="표 226">
            <a:extLst>
              <a:ext uri="{FF2B5EF4-FFF2-40B4-BE49-F238E27FC236}">
                <a16:creationId xmlns:a16="http://schemas.microsoft.com/office/drawing/2014/main" id="{720A6E56-3830-E35A-B314-919882574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26490"/>
              </p:ext>
            </p:extLst>
          </p:nvPr>
        </p:nvGraphicFramePr>
        <p:xfrm>
          <a:off x="2505204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31869AD6-AAFD-3FB5-610E-017C67370063}"/>
              </a:ext>
            </a:extLst>
          </p:cNvPr>
          <p:cNvSpPr>
            <a:spLocks/>
          </p:cNvSpPr>
          <p:nvPr/>
        </p:nvSpPr>
        <p:spPr>
          <a:xfrm>
            <a:off x="2501003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29" name="표 180">
            <a:extLst>
              <a:ext uri="{FF2B5EF4-FFF2-40B4-BE49-F238E27FC236}">
                <a16:creationId xmlns:a16="http://schemas.microsoft.com/office/drawing/2014/main" id="{56798A93-2E04-0ABA-E8F4-CF92268E8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73356"/>
              </p:ext>
            </p:extLst>
          </p:nvPr>
        </p:nvGraphicFramePr>
        <p:xfrm>
          <a:off x="2500514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0" name="표 229">
            <a:extLst>
              <a:ext uri="{FF2B5EF4-FFF2-40B4-BE49-F238E27FC236}">
                <a16:creationId xmlns:a16="http://schemas.microsoft.com/office/drawing/2014/main" id="{8BDAF167-D589-9D0E-3133-48D99ACA3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260225"/>
              </p:ext>
            </p:extLst>
          </p:nvPr>
        </p:nvGraphicFramePr>
        <p:xfrm>
          <a:off x="2493743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F771CE8D-DFDB-DE67-C8DD-F98C680E573B}"/>
              </a:ext>
            </a:extLst>
          </p:cNvPr>
          <p:cNvSpPr/>
          <p:nvPr/>
        </p:nvSpPr>
        <p:spPr>
          <a:xfrm>
            <a:off x="2501003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32" name="표 180">
            <a:extLst>
              <a:ext uri="{FF2B5EF4-FFF2-40B4-BE49-F238E27FC236}">
                <a16:creationId xmlns:a16="http://schemas.microsoft.com/office/drawing/2014/main" id="{8C3176F1-C5D6-AB92-EFA9-730895495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805279"/>
              </p:ext>
            </p:extLst>
          </p:nvPr>
        </p:nvGraphicFramePr>
        <p:xfrm>
          <a:off x="2493743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3" name="표 232">
            <a:extLst>
              <a:ext uri="{FF2B5EF4-FFF2-40B4-BE49-F238E27FC236}">
                <a16:creationId xmlns:a16="http://schemas.microsoft.com/office/drawing/2014/main" id="{76F95619-B0EB-AF4B-09EC-C9169472A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821547"/>
              </p:ext>
            </p:extLst>
          </p:nvPr>
        </p:nvGraphicFramePr>
        <p:xfrm>
          <a:off x="2493743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B297BD2E-1AD3-0F95-748B-38985640570C}"/>
              </a:ext>
            </a:extLst>
          </p:cNvPr>
          <p:cNvSpPr>
            <a:spLocks/>
          </p:cNvSpPr>
          <p:nvPr/>
        </p:nvSpPr>
        <p:spPr>
          <a:xfrm>
            <a:off x="3742862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37" name="표 180">
            <a:extLst>
              <a:ext uri="{FF2B5EF4-FFF2-40B4-BE49-F238E27FC236}">
                <a16:creationId xmlns:a16="http://schemas.microsoft.com/office/drawing/2014/main" id="{4D742963-FB98-BB5C-1AFC-5CC6F12D7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263333"/>
              </p:ext>
            </p:extLst>
          </p:nvPr>
        </p:nvGraphicFramePr>
        <p:xfrm>
          <a:off x="3742086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8" name="표 237">
            <a:extLst>
              <a:ext uri="{FF2B5EF4-FFF2-40B4-BE49-F238E27FC236}">
                <a16:creationId xmlns:a16="http://schemas.microsoft.com/office/drawing/2014/main" id="{EB118B9F-32F2-77B8-9B88-A6EA9C66A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808073"/>
              </p:ext>
            </p:extLst>
          </p:nvPr>
        </p:nvGraphicFramePr>
        <p:xfrm>
          <a:off x="3747063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C3B4716F-6EA0-28A9-285D-5CBB38AADA2C}"/>
              </a:ext>
            </a:extLst>
          </p:cNvPr>
          <p:cNvSpPr>
            <a:spLocks/>
          </p:cNvSpPr>
          <p:nvPr/>
        </p:nvSpPr>
        <p:spPr>
          <a:xfrm>
            <a:off x="3742862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0" name="표 180">
            <a:extLst>
              <a:ext uri="{FF2B5EF4-FFF2-40B4-BE49-F238E27FC236}">
                <a16:creationId xmlns:a16="http://schemas.microsoft.com/office/drawing/2014/main" id="{6A270621-E31F-1790-B548-6C782E5EA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816702"/>
              </p:ext>
            </p:extLst>
          </p:nvPr>
        </p:nvGraphicFramePr>
        <p:xfrm>
          <a:off x="3742373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1" name="표 240">
            <a:extLst>
              <a:ext uri="{FF2B5EF4-FFF2-40B4-BE49-F238E27FC236}">
                <a16:creationId xmlns:a16="http://schemas.microsoft.com/office/drawing/2014/main" id="{AFB52A70-4856-B1D0-F8C9-A92CB7AF2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36044"/>
              </p:ext>
            </p:extLst>
          </p:nvPr>
        </p:nvGraphicFramePr>
        <p:xfrm>
          <a:off x="3735602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D78B0113-253D-AF6A-8C70-E25912FCB4C4}"/>
              </a:ext>
            </a:extLst>
          </p:cNvPr>
          <p:cNvSpPr/>
          <p:nvPr/>
        </p:nvSpPr>
        <p:spPr>
          <a:xfrm>
            <a:off x="3742862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3" name="표 180">
            <a:extLst>
              <a:ext uri="{FF2B5EF4-FFF2-40B4-BE49-F238E27FC236}">
                <a16:creationId xmlns:a16="http://schemas.microsoft.com/office/drawing/2014/main" id="{0A4CDBB8-7D49-53F4-2D40-D6BBAFE6B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28651"/>
              </p:ext>
            </p:extLst>
          </p:nvPr>
        </p:nvGraphicFramePr>
        <p:xfrm>
          <a:off x="3735602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4" name="표 243">
            <a:extLst>
              <a:ext uri="{FF2B5EF4-FFF2-40B4-BE49-F238E27FC236}">
                <a16:creationId xmlns:a16="http://schemas.microsoft.com/office/drawing/2014/main" id="{6D1EFF6D-BFE8-8C80-5B0C-5D1624B0E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58193"/>
              </p:ext>
            </p:extLst>
          </p:nvPr>
        </p:nvGraphicFramePr>
        <p:xfrm>
          <a:off x="3735602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2E6369A5-9222-918D-4040-89B11CD5748E}"/>
              </a:ext>
            </a:extLst>
          </p:cNvPr>
          <p:cNvSpPr>
            <a:spLocks/>
          </p:cNvSpPr>
          <p:nvPr/>
        </p:nvSpPr>
        <p:spPr>
          <a:xfrm>
            <a:off x="500136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6" name="표 180">
            <a:extLst>
              <a:ext uri="{FF2B5EF4-FFF2-40B4-BE49-F238E27FC236}">
                <a16:creationId xmlns:a16="http://schemas.microsoft.com/office/drawing/2014/main" id="{CA9005E7-39DA-6128-2B2E-53430AF5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115717"/>
              </p:ext>
            </p:extLst>
          </p:nvPr>
        </p:nvGraphicFramePr>
        <p:xfrm>
          <a:off x="500058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7" name="표 246">
            <a:extLst>
              <a:ext uri="{FF2B5EF4-FFF2-40B4-BE49-F238E27FC236}">
                <a16:creationId xmlns:a16="http://schemas.microsoft.com/office/drawing/2014/main" id="{82A3B076-9138-5D03-C9AC-F4E15E40F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175743"/>
              </p:ext>
            </p:extLst>
          </p:nvPr>
        </p:nvGraphicFramePr>
        <p:xfrm>
          <a:off x="500556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B1038AA6-5B3A-E478-AA06-1F0AFD79FEA9}"/>
              </a:ext>
            </a:extLst>
          </p:cNvPr>
          <p:cNvSpPr>
            <a:spLocks/>
          </p:cNvSpPr>
          <p:nvPr/>
        </p:nvSpPr>
        <p:spPr>
          <a:xfrm>
            <a:off x="500136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49" name="표 180">
            <a:extLst>
              <a:ext uri="{FF2B5EF4-FFF2-40B4-BE49-F238E27FC236}">
                <a16:creationId xmlns:a16="http://schemas.microsoft.com/office/drawing/2014/main" id="{218576B6-D499-89CF-26C8-CED568C57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815926"/>
              </p:ext>
            </p:extLst>
          </p:nvPr>
        </p:nvGraphicFramePr>
        <p:xfrm>
          <a:off x="500087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0" name="표 249">
            <a:extLst>
              <a:ext uri="{FF2B5EF4-FFF2-40B4-BE49-F238E27FC236}">
                <a16:creationId xmlns:a16="http://schemas.microsoft.com/office/drawing/2014/main" id="{E12329DD-052C-6D93-9DA8-5BDDB49EE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149643"/>
              </p:ext>
            </p:extLst>
          </p:nvPr>
        </p:nvGraphicFramePr>
        <p:xfrm>
          <a:off x="499410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9AB88D34-9DDC-B270-FCF4-CEDEEE273902}"/>
              </a:ext>
            </a:extLst>
          </p:cNvPr>
          <p:cNvSpPr/>
          <p:nvPr/>
        </p:nvSpPr>
        <p:spPr>
          <a:xfrm>
            <a:off x="500136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2" name="표 180">
            <a:extLst>
              <a:ext uri="{FF2B5EF4-FFF2-40B4-BE49-F238E27FC236}">
                <a16:creationId xmlns:a16="http://schemas.microsoft.com/office/drawing/2014/main" id="{4C9C42CC-D23F-5FEB-66F8-45B48C66A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864523"/>
              </p:ext>
            </p:extLst>
          </p:nvPr>
        </p:nvGraphicFramePr>
        <p:xfrm>
          <a:off x="499410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3" name="표 252">
            <a:extLst>
              <a:ext uri="{FF2B5EF4-FFF2-40B4-BE49-F238E27FC236}">
                <a16:creationId xmlns:a16="http://schemas.microsoft.com/office/drawing/2014/main" id="{D7433FAE-CC7C-4721-9845-BA169CC5B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581390"/>
              </p:ext>
            </p:extLst>
          </p:nvPr>
        </p:nvGraphicFramePr>
        <p:xfrm>
          <a:off x="499410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04893BB5-3EEF-046F-1E51-7E8E08F22007}"/>
              </a:ext>
            </a:extLst>
          </p:cNvPr>
          <p:cNvSpPr>
            <a:spLocks/>
          </p:cNvSpPr>
          <p:nvPr/>
        </p:nvSpPr>
        <p:spPr>
          <a:xfrm>
            <a:off x="623997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5" name="표 180">
            <a:extLst>
              <a:ext uri="{FF2B5EF4-FFF2-40B4-BE49-F238E27FC236}">
                <a16:creationId xmlns:a16="http://schemas.microsoft.com/office/drawing/2014/main" id="{EE5AF228-1631-F083-4178-3DDD4B79D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643676"/>
              </p:ext>
            </p:extLst>
          </p:nvPr>
        </p:nvGraphicFramePr>
        <p:xfrm>
          <a:off x="623919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6" name="표 255">
            <a:extLst>
              <a:ext uri="{FF2B5EF4-FFF2-40B4-BE49-F238E27FC236}">
                <a16:creationId xmlns:a16="http://schemas.microsoft.com/office/drawing/2014/main" id="{FBB700A3-3185-13BB-47C6-6FC1DFE47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747846"/>
              </p:ext>
            </p:extLst>
          </p:nvPr>
        </p:nvGraphicFramePr>
        <p:xfrm>
          <a:off x="624417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EB8C3B4E-DD88-5F14-E558-FACA6AEB2106}"/>
              </a:ext>
            </a:extLst>
          </p:cNvPr>
          <p:cNvSpPr>
            <a:spLocks/>
          </p:cNvSpPr>
          <p:nvPr/>
        </p:nvSpPr>
        <p:spPr>
          <a:xfrm>
            <a:off x="623997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58" name="표 180">
            <a:extLst>
              <a:ext uri="{FF2B5EF4-FFF2-40B4-BE49-F238E27FC236}">
                <a16:creationId xmlns:a16="http://schemas.microsoft.com/office/drawing/2014/main" id="{3A6F255E-F4D7-5C8D-9278-EB5909101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709487"/>
              </p:ext>
            </p:extLst>
          </p:nvPr>
        </p:nvGraphicFramePr>
        <p:xfrm>
          <a:off x="623948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9" name="표 258">
            <a:extLst>
              <a:ext uri="{FF2B5EF4-FFF2-40B4-BE49-F238E27FC236}">
                <a16:creationId xmlns:a16="http://schemas.microsoft.com/office/drawing/2014/main" id="{7805E9E4-65C5-959A-AB0F-C76FF64D5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285901"/>
              </p:ext>
            </p:extLst>
          </p:nvPr>
        </p:nvGraphicFramePr>
        <p:xfrm>
          <a:off x="623271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CC8DD6EC-ED6A-5536-6876-9CEF35A37F6C}"/>
              </a:ext>
            </a:extLst>
          </p:cNvPr>
          <p:cNvSpPr/>
          <p:nvPr/>
        </p:nvSpPr>
        <p:spPr>
          <a:xfrm>
            <a:off x="623997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1" name="표 180">
            <a:extLst>
              <a:ext uri="{FF2B5EF4-FFF2-40B4-BE49-F238E27FC236}">
                <a16:creationId xmlns:a16="http://schemas.microsoft.com/office/drawing/2014/main" id="{1A7BDEFA-EA78-09E0-6D63-7716317F9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455007"/>
              </p:ext>
            </p:extLst>
          </p:nvPr>
        </p:nvGraphicFramePr>
        <p:xfrm>
          <a:off x="623271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109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110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2" name="표 261">
            <a:extLst>
              <a:ext uri="{FF2B5EF4-FFF2-40B4-BE49-F238E27FC236}">
                <a16:creationId xmlns:a16="http://schemas.microsoft.com/office/drawing/2014/main" id="{16CB8A0F-AE8F-A421-F9B1-5EFBBC343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034812"/>
              </p:ext>
            </p:extLst>
          </p:nvPr>
        </p:nvGraphicFramePr>
        <p:xfrm>
          <a:off x="623271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A2EF515B-0C3D-9D7E-9340-668E0F91AFFA}"/>
              </a:ext>
            </a:extLst>
          </p:cNvPr>
          <p:cNvSpPr>
            <a:spLocks/>
          </p:cNvSpPr>
          <p:nvPr/>
        </p:nvSpPr>
        <p:spPr>
          <a:xfrm>
            <a:off x="7479991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5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4" name="표 180">
            <a:extLst>
              <a:ext uri="{FF2B5EF4-FFF2-40B4-BE49-F238E27FC236}">
                <a16:creationId xmlns:a16="http://schemas.microsoft.com/office/drawing/2014/main" id="{43680169-E6BE-0DFA-425A-1F1E114F7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350225"/>
              </p:ext>
            </p:extLst>
          </p:nvPr>
        </p:nvGraphicFramePr>
        <p:xfrm>
          <a:off x="7479215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5" name="표 264">
            <a:extLst>
              <a:ext uri="{FF2B5EF4-FFF2-40B4-BE49-F238E27FC236}">
                <a16:creationId xmlns:a16="http://schemas.microsoft.com/office/drawing/2014/main" id="{D1502A39-E4B4-866E-7389-6C49BEA93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976619"/>
              </p:ext>
            </p:extLst>
          </p:nvPr>
        </p:nvGraphicFramePr>
        <p:xfrm>
          <a:off x="7484192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665BDF75-D30D-3678-547B-717FF61FBC84}"/>
              </a:ext>
            </a:extLst>
          </p:cNvPr>
          <p:cNvSpPr>
            <a:spLocks/>
          </p:cNvSpPr>
          <p:nvPr/>
        </p:nvSpPr>
        <p:spPr>
          <a:xfrm>
            <a:off x="7479991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5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67" name="표 180">
            <a:extLst>
              <a:ext uri="{FF2B5EF4-FFF2-40B4-BE49-F238E27FC236}">
                <a16:creationId xmlns:a16="http://schemas.microsoft.com/office/drawing/2014/main" id="{F0DAD935-48CF-7C06-EB0B-2D1E294AA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65801"/>
              </p:ext>
            </p:extLst>
          </p:nvPr>
        </p:nvGraphicFramePr>
        <p:xfrm>
          <a:off x="7479502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109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110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8" name="표 267">
            <a:extLst>
              <a:ext uri="{FF2B5EF4-FFF2-40B4-BE49-F238E27FC236}">
                <a16:creationId xmlns:a16="http://schemas.microsoft.com/office/drawing/2014/main" id="{4BE69E8F-33C8-590E-2828-144B28188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462077"/>
              </p:ext>
            </p:extLst>
          </p:nvPr>
        </p:nvGraphicFramePr>
        <p:xfrm>
          <a:off x="7472731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AE86E8EE-C7C1-0DB2-3183-F406625A90EF}"/>
              </a:ext>
            </a:extLst>
          </p:cNvPr>
          <p:cNvSpPr/>
          <p:nvPr/>
        </p:nvSpPr>
        <p:spPr>
          <a:xfrm>
            <a:off x="7479991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25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0" name="표 180">
            <a:extLst>
              <a:ext uri="{FF2B5EF4-FFF2-40B4-BE49-F238E27FC236}">
                <a16:creationId xmlns:a16="http://schemas.microsoft.com/office/drawing/2014/main" id="{8B9D24F8-7277-716C-B3D7-8AC23D5DB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36939"/>
              </p:ext>
            </p:extLst>
          </p:nvPr>
        </p:nvGraphicFramePr>
        <p:xfrm>
          <a:off x="7472731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1" name="표 270">
            <a:extLst>
              <a:ext uri="{FF2B5EF4-FFF2-40B4-BE49-F238E27FC236}">
                <a16:creationId xmlns:a16="http://schemas.microsoft.com/office/drawing/2014/main" id="{C698A5ED-C374-B897-5D36-5897EDD14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654230"/>
              </p:ext>
            </p:extLst>
          </p:nvPr>
        </p:nvGraphicFramePr>
        <p:xfrm>
          <a:off x="7472731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C55545E3-D57B-BBAF-DF55-CD927ABA029D}"/>
              </a:ext>
            </a:extLst>
          </p:cNvPr>
          <p:cNvSpPr>
            <a:spLocks/>
          </p:cNvSpPr>
          <p:nvPr/>
        </p:nvSpPr>
        <p:spPr>
          <a:xfrm>
            <a:off x="8725617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6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3" name="표 180">
            <a:extLst>
              <a:ext uri="{FF2B5EF4-FFF2-40B4-BE49-F238E27FC236}">
                <a16:creationId xmlns:a16="http://schemas.microsoft.com/office/drawing/2014/main" id="{59419DDF-E20C-0A0D-65EF-22013523B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914245"/>
              </p:ext>
            </p:extLst>
          </p:nvPr>
        </p:nvGraphicFramePr>
        <p:xfrm>
          <a:off x="8724841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109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110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4" name="표 273">
            <a:extLst>
              <a:ext uri="{FF2B5EF4-FFF2-40B4-BE49-F238E27FC236}">
                <a16:creationId xmlns:a16="http://schemas.microsoft.com/office/drawing/2014/main" id="{8B770942-3C4F-4175-4C3C-3BFF3FD34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16483"/>
              </p:ext>
            </p:extLst>
          </p:nvPr>
        </p:nvGraphicFramePr>
        <p:xfrm>
          <a:off x="8729818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6ECAF71D-10AE-A201-5DB8-657DA32A8088}"/>
              </a:ext>
            </a:extLst>
          </p:cNvPr>
          <p:cNvSpPr>
            <a:spLocks/>
          </p:cNvSpPr>
          <p:nvPr/>
        </p:nvSpPr>
        <p:spPr>
          <a:xfrm>
            <a:off x="8725617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PE16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6" name="표 180">
            <a:extLst>
              <a:ext uri="{FF2B5EF4-FFF2-40B4-BE49-F238E27FC236}">
                <a16:creationId xmlns:a16="http://schemas.microsoft.com/office/drawing/2014/main" id="{6C90C980-0F4C-AEEE-ABAB-D715FC5CE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504785"/>
              </p:ext>
            </p:extLst>
          </p:nvPr>
        </p:nvGraphicFramePr>
        <p:xfrm>
          <a:off x="8725128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7" name="표 276">
            <a:extLst>
              <a:ext uri="{FF2B5EF4-FFF2-40B4-BE49-F238E27FC236}">
                <a16:creationId xmlns:a16="http://schemas.microsoft.com/office/drawing/2014/main" id="{E27BA415-0D8E-16DB-21E1-15F3EC80F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086601"/>
              </p:ext>
            </p:extLst>
          </p:nvPr>
        </p:nvGraphicFramePr>
        <p:xfrm>
          <a:off x="8718357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A4AB0ACB-9CE9-C973-F30E-15C101964A49}"/>
              </a:ext>
            </a:extLst>
          </p:cNvPr>
          <p:cNvSpPr/>
          <p:nvPr/>
        </p:nvSpPr>
        <p:spPr>
          <a:xfrm>
            <a:off x="8725617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26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79" name="표 180">
            <a:extLst>
              <a:ext uri="{FF2B5EF4-FFF2-40B4-BE49-F238E27FC236}">
                <a16:creationId xmlns:a16="http://schemas.microsoft.com/office/drawing/2014/main" id="{5D593629-29C5-10ED-D354-40C4A07A4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448532"/>
              </p:ext>
            </p:extLst>
          </p:nvPr>
        </p:nvGraphicFramePr>
        <p:xfrm>
          <a:off x="8718357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0" name="표 279">
            <a:extLst>
              <a:ext uri="{FF2B5EF4-FFF2-40B4-BE49-F238E27FC236}">
                <a16:creationId xmlns:a16="http://schemas.microsoft.com/office/drawing/2014/main" id="{462DF83E-525B-4890-F8C6-0C9236B5E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731323"/>
              </p:ext>
            </p:extLst>
          </p:nvPr>
        </p:nvGraphicFramePr>
        <p:xfrm>
          <a:off x="8718357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B10835EB-4A3A-6DC3-1EB1-FD68843C32B0}"/>
              </a:ext>
            </a:extLst>
          </p:cNvPr>
          <p:cNvSpPr>
            <a:spLocks/>
          </p:cNvSpPr>
          <p:nvPr/>
        </p:nvSpPr>
        <p:spPr>
          <a:xfrm>
            <a:off x="9981076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7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2" name="표 180">
            <a:extLst>
              <a:ext uri="{FF2B5EF4-FFF2-40B4-BE49-F238E27FC236}">
                <a16:creationId xmlns:a16="http://schemas.microsoft.com/office/drawing/2014/main" id="{061BBD6E-AB70-9D6E-6E11-44DB54AB6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037713"/>
              </p:ext>
            </p:extLst>
          </p:nvPr>
        </p:nvGraphicFramePr>
        <p:xfrm>
          <a:off x="9980300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3" name="표 282">
            <a:extLst>
              <a:ext uri="{FF2B5EF4-FFF2-40B4-BE49-F238E27FC236}">
                <a16:creationId xmlns:a16="http://schemas.microsoft.com/office/drawing/2014/main" id="{5C56FDDC-18B6-8F59-8EFA-B649A692A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74134"/>
              </p:ext>
            </p:extLst>
          </p:nvPr>
        </p:nvGraphicFramePr>
        <p:xfrm>
          <a:off x="9985277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C677DA78-BE0A-9788-0A51-C085D388AD96}"/>
              </a:ext>
            </a:extLst>
          </p:cNvPr>
          <p:cNvSpPr>
            <a:spLocks/>
          </p:cNvSpPr>
          <p:nvPr/>
        </p:nvSpPr>
        <p:spPr>
          <a:xfrm>
            <a:off x="9981076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17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5" name="표 180">
            <a:extLst>
              <a:ext uri="{FF2B5EF4-FFF2-40B4-BE49-F238E27FC236}">
                <a16:creationId xmlns:a16="http://schemas.microsoft.com/office/drawing/2014/main" id="{D779F6CD-E8D1-7AE8-14B1-E90F7ED08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771100"/>
              </p:ext>
            </p:extLst>
          </p:nvPr>
        </p:nvGraphicFramePr>
        <p:xfrm>
          <a:off x="9980587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6" name="표 285">
            <a:extLst>
              <a:ext uri="{FF2B5EF4-FFF2-40B4-BE49-F238E27FC236}">
                <a16:creationId xmlns:a16="http://schemas.microsoft.com/office/drawing/2014/main" id="{B3BABBFE-C465-E6C9-80E3-5D66551B50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273872"/>
              </p:ext>
            </p:extLst>
          </p:nvPr>
        </p:nvGraphicFramePr>
        <p:xfrm>
          <a:off x="9973816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91EF0567-E8B3-BA1B-4854-9A7EAD1E4CF3}"/>
              </a:ext>
            </a:extLst>
          </p:cNvPr>
          <p:cNvSpPr/>
          <p:nvPr/>
        </p:nvSpPr>
        <p:spPr>
          <a:xfrm>
            <a:off x="9981076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27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288" name="표 180">
            <a:extLst>
              <a:ext uri="{FF2B5EF4-FFF2-40B4-BE49-F238E27FC236}">
                <a16:creationId xmlns:a16="http://schemas.microsoft.com/office/drawing/2014/main" id="{6AC65CC2-ED2D-8E94-2F83-59573F45A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906109"/>
              </p:ext>
            </p:extLst>
          </p:nvPr>
        </p:nvGraphicFramePr>
        <p:xfrm>
          <a:off x="9973816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162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163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164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9" name="표 288">
            <a:extLst>
              <a:ext uri="{FF2B5EF4-FFF2-40B4-BE49-F238E27FC236}">
                <a16:creationId xmlns:a16="http://schemas.microsoft.com/office/drawing/2014/main" id="{D26830AE-2B65-7199-E3D1-D0831B3A8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689280"/>
              </p:ext>
            </p:extLst>
          </p:nvPr>
        </p:nvGraphicFramePr>
        <p:xfrm>
          <a:off x="9973816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D0227838-A34B-398D-5D88-9B154E26B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213926"/>
              </p:ext>
            </p:extLst>
          </p:nvPr>
        </p:nvGraphicFramePr>
        <p:xfrm>
          <a:off x="4613388" y="1267078"/>
          <a:ext cx="3965652" cy="18098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314">
                  <a:extLst>
                    <a:ext uri="{9D8B030D-6E8A-4147-A177-3AD203B41FA5}">
                      <a16:colId xmlns:a16="http://schemas.microsoft.com/office/drawing/2014/main" val="34775369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16339140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4546099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90815127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1095568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65485620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247689928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15611847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96037858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00762279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64467446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79901916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8594827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1414950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06322658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831075852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35612141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241845553"/>
                    </a:ext>
                  </a:extLst>
                </a:gridCol>
              </a:tblGrid>
              <a:tr h="18849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85649545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563319655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41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93344731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36915408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82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143472278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95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102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96880218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4106211402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142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113176446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009147446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164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179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859654472"/>
                  </a:ext>
                </a:extLst>
              </a:tr>
            </a:tbl>
          </a:graphicData>
        </a:graphic>
      </p:graphicFrame>
      <p:graphicFrame>
        <p:nvGraphicFramePr>
          <p:cNvPr id="99" name="표 98">
            <a:extLst>
              <a:ext uri="{FF2B5EF4-FFF2-40B4-BE49-F238E27FC236}">
                <a16:creationId xmlns:a16="http://schemas.microsoft.com/office/drawing/2014/main" id="{54CE34A7-E38F-E14D-23B2-E4D05BFE39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258086"/>
              </p:ext>
            </p:extLst>
          </p:nvPr>
        </p:nvGraphicFramePr>
        <p:xfrm>
          <a:off x="9839958" y="1423265"/>
          <a:ext cx="493244" cy="4828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667">
                  <a:extLst>
                    <a:ext uri="{9D8B030D-6E8A-4147-A177-3AD203B41FA5}">
                      <a16:colId xmlns:a16="http://schemas.microsoft.com/office/drawing/2014/main" val="3653175907"/>
                    </a:ext>
                  </a:extLst>
                </a:gridCol>
                <a:gridCol w="161667">
                  <a:extLst>
                    <a:ext uri="{9D8B030D-6E8A-4147-A177-3AD203B41FA5}">
                      <a16:colId xmlns:a16="http://schemas.microsoft.com/office/drawing/2014/main" val="1114214315"/>
                    </a:ext>
                  </a:extLst>
                </a:gridCol>
                <a:gridCol w="169910">
                  <a:extLst>
                    <a:ext uri="{9D8B030D-6E8A-4147-A177-3AD203B41FA5}">
                      <a16:colId xmlns:a16="http://schemas.microsoft.com/office/drawing/2014/main" val="2462222956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58587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3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4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5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7254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7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86193"/>
                  </a:ext>
                </a:extLst>
              </a:tr>
            </a:tbl>
          </a:graphicData>
        </a:graphic>
      </p:graphicFrame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6A696E38-0E28-FF5E-4875-C692C0960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217470"/>
              </p:ext>
            </p:extLst>
          </p:nvPr>
        </p:nvGraphicFramePr>
        <p:xfrm>
          <a:off x="9847160" y="2327868"/>
          <a:ext cx="493242" cy="4551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414">
                  <a:extLst>
                    <a:ext uri="{9D8B030D-6E8A-4147-A177-3AD203B41FA5}">
                      <a16:colId xmlns:a16="http://schemas.microsoft.com/office/drawing/2014/main" val="1346361319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171739661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629163770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59361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291016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h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err="1">
                          <a:effectLst/>
                        </a:rPr>
                        <a:t>i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6919"/>
                  </a:ext>
                </a:extLst>
              </a:tr>
            </a:tbl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770FB742-C2A2-CEC6-112E-1709786B4618}"/>
              </a:ext>
            </a:extLst>
          </p:cNvPr>
          <p:cNvSpPr txBox="1"/>
          <p:nvPr/>
        </p:nvSpPr>
        <p:spPr>
          <a:xfrm>
            <a:off x="6032134" y="3054386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Input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1CC0EAF-84B2-A493-F6B5-0B45F9BD6969}"/>
              </a:ext>
            </a:extLst>
          </p:cNvPr>
          <p:cNvSpPr txBox="1"/>
          <p:nvPr/>
        </p:nvSpPr>
        <p:spPr>
          <a:xfrm>
            <a:off x="9632090" y="1897810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D85208F-9152-9DB9-5F55-A24ED1DFB482}"/>
              </a:ext>
            </a:extLst>
          </p:cNvPr>
          <p:cNvSpPr txBox="1"/>
          <p:nvPr/>
        </p:nvSpPr>
        <p:spPr>
          <a:xfrm>
            <a:off x="9631605" y="2775484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 err="1"/>
              <a:t>w</a:t>
            </a: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DE7C83-E01F-C07C-2B1F-0C56AC0273CE}"/>
              </a:ext>
            </a:extLst>
          </p:cNvPr>
          <p:cNvSpPr/>
          <p:nvPr/>
        </p:nvSpPr>
        <p:spPr>
          <a:xfrm>
            <a:off x="4613388" y="1267078"/>
            <a:ext cx="665813" cy="1814338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1104252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표 180">
            <a:extLst>
              <a:ext uri="{FF2B5EF4-FFF2-40B4-BE49-F238E27FC236}">
                <a16:creationId xmlns:a16="http://schemas.microsoft.com/office/drawing/2014/main" id="{D15D9735-6746-E3C0-615A-F24A1A888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769518"/>
              </p:ext>
            </p:extLst>
          </p:nvPr>
        </p:nvGraphicFramePr>
        <p:xfrm>
          <a:off x="1239757" y="3690882"/>
          <a:ext cx="1039062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354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latin typeface="+mn-lt"/>
                        </a:rPr>
                        <a:t>15</a:t>
                      </a:r>
                      <a:endParaRPr lang="ko-KR" altLang="en-US" sz="700" b="1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latin typeface="+mn-lt"/>
                        </a:rPr>
                        <a:t>16</a:t>
                      </a:r>
                      <a:endParaRPr lang="ko-KR" altLang="en-US" sz="700" b="1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>
                          <a:latin typeface="+mn-lt"/>
                        </a:rPr>
                        <a:t>17</a:t>
                      </a:r>
                      <a:endParaRPr lang="ko-KR" altLang="en-US" sz="700" b="1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95" name="표 180">
            <a:extLst>
              <a:ext uri="{FF2B5EF4-FFF2-40B4-BE49-F238E27FC236}">
                <a16:creationId xmlns:a16="http://schemas.microsoft.com/office/drawing/2014/main" id="{A3C806E4-7149-9D46-D68B-5CECAA23B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860015"/>
              </p:ext>
            </p:extLst>
          </p:nvPr>
        </p:nvGraphicFramePr>
        <p:xfrm>
          <a:off x="1247556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13" name="표 180">
            <a:extLst>
              <a:ext uri="{FF2B5EF4-FFF2-40B4-BE49-F238E27FC236}">
                <a16:creationId xmlns:a16="http://schemas.microsoft.com/office/drawing/2014/main" id="{BE5EDC08-A7AD-AF35-7BE0-4403185E4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313688"/>
              </p:ext>
            </p:extLst>
          </p:nvPr>
        </p:nvGraphicFramePr>
        <p:xfrm>
          <a:off x="1240785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26" name="표 180">
            <a:extLst>
              <a:ext uri="{FF2B5EF4-FFF2-40B4-BE49-F238E27FC236}">
                <a16:creationId xmlns:a16="http://schemas.microsoft.com/office/drawing/2014/main" id="{2B4528F6-A8B2-9D55-4C6B-F45B99020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562432"/>
              </p:ext>
            </p:extLst>
          </p:nvPr>
        </p:nvGraphicFramePr>
        <p:xfrm>
          <a:off x="2500227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29" name="표 180">
            <a:extLst>
              <a:ext uri="{FF2B5EF4-FFF2-40B4-BE49-F238E27FC236}">
                <a16:creationId xmlns:a16="http://schemas.microsoft.com/office/drawing/2014/main" id="{56798A93-2E04-0ABA-E8F4-CF92268E8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081295"/>
              </p:ext>
            </p:extLst>
          </p:nvPr>
        </p:nvGraphicFramePr>
        <p:xfrm>
          <a:off x="2500514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2" name="표 180">
            <a:extLst>
              <a:ext uri="{FF2B5EF4-FFF2-40B4-BE49-F238E27FC236}">
                <a16:creationId xmlns:a16="http://schemas.microsoft.com/office/drawing/2014/main" id="{8C3176F1-C5D6-AB92-EFA9-730895495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12830"/>
              </p:ext>
            </p:extLst>
          </p:nvPr>
        </p:nvGraphicFramePr>
        <p:xfrm>
          <a:off x="2493743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69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37" name="표 180">
            <a:extLst>
              <a:ext uri="{FF2B5EF4-FFF2-40B4-BE49-F238E27FC236}">
                <a16:creationId xmlns:a16="http://schemas.microsoft.com/office/drawing/2014/main" id="{4D742963-FB98-BB5C-1AFC-5CC6F12D7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525883"/>
              </p:ext>
            </p:extLst>
          </p:nvPr>
        </p:nvGraphicFramePr>
        <p:xfrm>
          <a:off x="3742086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0" name="표 180">
            <a:extLst>
              <a:ext uri="{FF2B5EF4-FFF2-40B4-BE49-F238E27FC236}">
                <a16:creationId xmlns:a16="http://schemas.microsoft.com/office/drawing/2014/main" id="{6A270621-E31F-1790-B548-6C782E5EA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597112"/>
              </p:ext>
            </p:extLst>
          </p:nvPr>
        </p:nvGraphicFramePr>
        <p:xfrm>
          <a:off x="3742373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69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3" name="표 180">
            <a:extLst>
              <a:ext uri="{FF2B5EF4-FFF2-40B4-BE49-F238E27FC236}">
                <a16:creationId xmlns:a16="http://schemas.microsoft.com/office/drawing/2014/main" id="{0A4CDBB8-7D49-53F4-2D40-D6BBAFE6B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788917"/>
              </p:ext>
            </p:extLst>
          </p:nvPr>
        </p:nvGraphicFramePr>
        <p:xfrm>
          <a:off x="3735602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89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6" name="표 180">
            <a:extLst>
              <a:ext uri="{FF2B5EF4-FFF2-40B4-BE49-F238E27FC236}">
                <a16:creationId xmlns:a16="http://schemas.microsoft.com/office/drawing/2014/main" id="{CA9005E7-39DA-6128-2B2E-53430AF5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40389"/>
              </p:ext>
            </p:extLst>
          </p:nvPr>
        </p:nvGraphicFramePr>
        <p:xfrm>
          <a:off x="500058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69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49" name="표 180">
            <a:extLst>
              <a:ext uri="{FF2B5EF4-FFF2-40B4-BE49-F238E27FC236}">
                <a16:creationId xmlns:a16="http://schemas.microsoft.com/office/drawing/2014/main" id="{218576B6-D499-89CF-26C8-CED568C57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127197"/>
              </p:ext>
            </p:extLst>
          </p:nvPr>
        </p:nvGraphicFramePr>
        <p:xfrm>
          <a:off x="500087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89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2" name="표 180">
            <a:extLst>
              <a:ext uri="{FF2B5EF4-FFF2-40B4-BE49-F238E27FC236}">
                <a16:creationId xmlns:a16="http://schemas.microsoft.com/office/drawing/2014/main" id="{4C9C42CC-D23F-5FEB-66F8-45B48C66A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787570"/>
              </p:ext>
            </p:extLst>
          </p:nvPr>
        </p:nvGraphicFramePr>
        <p:xfrm>
          <a:off x="499410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5" name="표 180">
            <a:extLst>
              <a:ext uri="{FF2B5EF4-FFF2-40B4-BE49-F238E27FC236}">
                <a16:creationId xmlns:a16="http://schemas.microsoft.com/office/drawing/2014/main" id="{EE5AF228-1631-F083-4178-3DDD4B79D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18674"/>
              </p:ext>
            </p:extLst>
          </p:nvPr>
        </p:nvGraphicFramePr>
        <p:xfrm>
          <a:off x="623919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87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89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58" name="표 180">
            <a:extLst>
              <a:ext uri="{FF2B5EF4-FFF2-40B4-BE49-F238E27FC236}">
                <a16:creationId xmlns:a16="http://schemas.microsoft.com/office/drawing/2014/main" id="{3A6F255E-F4D7-5C8D-9278-EB5909101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121907"/>
              </p:ext>
            </p:extLst>
          </p:nvPr>
        </p:nvGraphicFramePr>
        <p:xfrm>
          <a:off x="623948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1" name="표 180">
            <a:extLst>
              <a:ext uri="{FF2B5EF4-FFF2-40B4-BE49-F238E27FC236}">
                <a16:creationId xmlns:a16="http://schemas.microsoft.com/office/drawing/2014/main" id="{1A7BDEFA-EA78-09E0-6D63-7716317F9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534339"/>
              </p:ext>
            </p:extLst>
          </p:nvPr>
        </p:nvGraphicFramePr>
        <p:xfrm>
          <a:off x="623271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4" name="표 180">
            <a:extLst>
              <a:ext uri="{FF2B5EF4-FFF2-40B4-BE49-F238E27FC236}">
                <a16:creationId xmlns:a16="http://schemas.microsoft.com/office/drawing/2014/main" id="{43680169-E6BE-0DFA-425A-1F1E114F7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897007"/>
              </p:ext>
            </p:extLst>
          </p:nvPr>
        </p:nvGraphicFramePr>
        <p:xfrm>
          <a:off x="7479215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67" name="표 180">
            <a:extLst>
              <a:ext uri="{FF2B5EF4-FFF2-40B4-BE49-F238E27FC236}">
                <a16:creationId xmlns:a16="http://schemas.microsoft.com/office/drawing/2014/main" id="{F0DAD935-48CF-7C06-EB0B-2D1E294AA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786818"/>
              </p:ext>
            </p:extLst>
          </p:nvPr>
        </p:nvGraphicFramePr>
        <p:xfrm>
          <a:off x="7479502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125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0" name="표 180">
            <a:extLst>
              <a:ext uri="{FF2B5EF4-FFF2-40B4-BE49-F238E27FC236}">
                <a16:creationId xmlns:a16="http://schemas.microsoft.com/office/drawing/2014/main" id="{8B9D24F8-7277-716C-B3D7-8AC23D5DB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73320"/>
              </p:ext>
            </p:extLst>
          </p:nvPr>
        </p:nvGraphicFramePr>
        <p:xfrm>
          <a:off x="7472731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3" name="표 180">
            <a:extLst>
              <a:ext uri="{FF2B5EF4-FFF2-40B4-BE49-F238E27FC236}">
                <a16:creationId xmlns:a16="http://schemas.microsoft.com/office/drawing/2014/main" id="{59419DDF-E20C-0A0D-65EF-22013523B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07116"/>
              </p:ext>
            </p:extLst>
          </p:nvPr>
        </p:nvGraphicFramePr>
        <p:xfrm>
          <a:off x="8724841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6" name="표 180">
            <a:extLst>
              <a:ext uri="{FF2B5EF4-FFF2-40B4-BE49-F238E27FC236}">
                <a16:creationId xmlns:a16="http://schemas.microsoft.com/office/drawing/2014/main" id="{6C90C980-0F4C-AEEE-ABAB-D715FC5CE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920085"/>
              </p:ext>
            </p:extLst>
          </p:nvPr>
        </p:nvGraphicFramePr>
        <p:xfrm>
          <a:off x="8725128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79" name="표 180">
            <a:extLst>
              <a:ext uri="{FF2B5EF4-FFF2-40B4-BE49-F238E27FC236}">
                <a16:creationId xmlns:a16="http://schemas.microsoft.com/office/drawing/2014/main" id="{5D593629-29C5-10ED-D354-40C4A07A4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437533"/>
              </p:ext>
            </p:extLst>
          </p:nvPr>
        </p:nvGraphicFramePr>
        <p:xfrm>
          <a:off x="8718357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159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160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161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2" name="표 180">
            <a:extLst>
              <a:ext uri="{FF2B5EF4-FFF2-40B4-BE49-F238E27FC236}">
                <a16:creationId xmlns:a16="http://schemas.microsoft.com/office/drawing/2014/main" id="{061BBD6E-AB70-9D6E-6E11-44DB54AB6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645202"/>
              </p:ext>
            </p:extLst>
          </p:nvPr>
        </p:nvGraphicFramePr>
        <p:xfrm>
          <a:off x="9980300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5" name="표 180">
            <a:extLst>
              <a:ext uri="{FF2B5EF4-FFF2-40B4-BE49-F238E27FC236}">
                <a16:creationId xmlns:a16="http://schemas.microsoft.com/office/drawing/2014/main" id="{D779F6CD-E8D1-7AE8-14B1-E90F7ED08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62373"/>
              </p:ext>
            </p:extLst>
          </p:nvPr>
        </p:nvGraphicFramePr>
        <p:xfrm>
          <a:off x="9980587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159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160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161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288" name="표 180">
            <a:extLst>
              <a:ext uri="{FF2B5EF4-FFF2-40B4-BE49-F238E27FC236}">
                <a16:creationId xmlns:a16="http://schemas.microsoft.com/office/drawing/2014/main" id="{6AC65CC2-ED2D-8E94-2F83-59573F45A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31962"/>
              </p:ext>
            </p:extLst>
          </p:nvPr>
        </p:nvGraphicFramePr>
        <p:xfrm>
          <a:off x="9973816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177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178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179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6B54F733-5462-5573-1572-B5E87BB3C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93499"/>
              </p:ext>
            </p:extLst>
          </p:nvPr>
        </p:nvGraphicFramePr>
        <p:xfrm>
          <a:off x="1252246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C2704817-8436-D056-A495-B97C6B695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40974"/>
              </p:ext>
            </p:extLst>
          </p:nvPr>
        </p:nvGraphicFramePr>
        <p:xfrm>
          <a:off x="1240785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90E8D848-428E-9FC3-DC00-A11E438D6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586699"/>
              </p:ext>
            </p:extLst>
          </p:nvPr>
        </p:nvGraphicFramePr>
        <p:xfrm>
          <a:off x="1240785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F73BD326-598A-156C-36BC-D8015C77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416906"/>
              </p:ext>
            </p:extLst>
          </p:nvPr>
        </p:nvGraphicFramePr>
        <p:xfrm>
          <a:off x="2505204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91FA4C3D-FF5D-E3BD-5656-A3C83CA35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122844"/>
              </p:ext>
            </p:extLst>
          </p:nvPr>
        </p:nvGraphicFramePr>
        <p:xfrm>
          <a:off x="2493743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8ECA3C95-0F87-93F6-4BDF-39AD85AD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667552"/>
              </p:ext>
            </p:extLst>
          </p:nvPr>
        </p:nvGraphicFramePr>
        <p:xfrm>
          <a:off x="2493743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74B876CB-38B7-79C3-7F6F-1FEEE7B2C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677365"/>
              </p:ext>
            </p:extLst>
          </p:nvPr>
        </p:nvGraphicFramePr>
        <p:xfrm>
          <a:off x="3747063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236D3722-49E1-E5EB-EF4E-B285E0D8A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675558"/>
              </p:ext>
            </p:extLst>
          </p:nvPr>
        </p:nvGraphicFramePr>
        <p:xfrm>
          <a:off x="3735602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8F002B8F-9DFB-66E7-78C1-86557CB88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760198"/>
              </p:ext>
            </p:extLst>
          </p:nvPr>
        </p:nvGraphicFramePr>
        <p:xfrm>
          <a:off x="3735602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C25629D6-AC34-794F-DFFE-58C358A7E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789321"/>
              </p:ext>
            </p:extLst>
          </p:nvPr>
        </p:nvGraphicFramePr>
        <p:xfrm>
          <a:off x="500556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FC6B12EE-284F-67F6-9B08-C90430A76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373879"/>
              </p:ext>
            </p:extLst>
          </p:nvPr>
        </p:nvGraphicFramePr>
        <p:xfrm>
          <a:off x="499410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A8B63070-1397-E3D0-FE82-085D1DA3A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375446"/>
              </p:ext>
            </p:extLst>
          </p:nvPr>
        </p:nvGraphicFramePr>
        <p:xfrm>
          <a:off x="499410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4C9C9DB9-4F49-FEA3-7599-75684AAEC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384969"/>
              </p:ext>
            </p:extLst>
          </p:nvPr>
        </p:nvGraphicFramePr>
        <p:xfrm>
          <a:off x="624417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386CD9BF-49C8-23A1-5DEA-183C34F0C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481646"/>
              </p:ext>
            </p:extLst>
          </p:nvPr>
        </p:nvGraphicFramePr>
        <p:xfrm>
          <a:off x="623271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2C6A7DAE-E6BF-AEBF-84F1-82B219F40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643107"/>
              </p:ext>
            </p:extLst>
          </p:nvPr>
        </p:nvGraphicFramePr>
        <p:xfrm>
          <a:off x="623271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6B2439FC-9163-F4DB-D4CC-A21FAC466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556485"/>
              </p:ext>
            </p:extLst>
          </p:nvPr>
        </p:nvGraphicFramePr>
        <p:xfrm>
          <a:off x="7484192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BE1134C3-C08C-24E3-6617-43248CD84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290489"/>
              </p:ext>
            </p:extLst>
          </p:nvPr>
        </p:nvGraphicFramePr>
        <p:xfrm>
          <a:off x="7472731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E59DE388-1BA7-B0F8-3280-165B1E559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114951"/>
              </p:ext>
            </p:extLst>
          </p:nvPr>
        </p:nvGraphicFramePr>
        <p:xfrm>
          <a:off x="7472731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AB2F752E-B65F-1188-0516-E6C2A4BEA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07320"/>
              </p:ext>
            </p:extLst>
          </p:nvPr>
        </p:nvGraphicFramePr>
        <p:xfrm>
          <a:off x="8729818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D1D73192-378D-D714-AE8A-4F8C23F07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152188"/>
              </p:ext>
            </p:extLst>
          </p:nvPr>
        </p:nvGraphicFramePr>
        <p:xfrm>
          <a:off x="8718357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42EBAFD5-A765-4426-DB30-B0DC9BAB4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069069"/>
              </p:ext>
            </p:extLst>
          </p:nvPr>
        </p:nvGraphicFramePr>
        <p:xfrm>
          <a:off x="8718357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B1A2A15D-ADFA-3DE3-A104-F37984762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200363"/>
              </p:ext>
            </p:extLst>
          </p:nvPr>
        </p:nvGraphicFramePr>
        <p:xfrm>
          <a:off x="9985277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59AEE6AA-7F65-7CC3-A450-F758577CB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980538"/>
              </p:ext>
            </p:extLst>
          </p:nvPr>
        </p:nvGraphicFramePr>
        <p:xfrm>
          <a:off x="9973816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7A354E47-651F-1A9F-1C68-F6950DE58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133388"/>
              </p:ext>
            </p:extLst>
          </p:nvPr>
        </p:nvGraphicFramePr>
        <p:xfrm>
          <a:off x="9973816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7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pSp>
        <p:nvGrpSpPr>
          <p:cNvPr id="320" name="그룹 319">
            <a:extLst>
              <a:ext uri="{FF2B5EF4-FFF2-40B4-BE49-F238E27FC236}">
                <a16:creationId xmlns:a16="http://schemas.microsoft.com/office/drawing/2014/main" id="{9E768E39-250E-8F61-BC0A-1C33F1B2CC4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45616" y="3327019"/>
            <a:ext cx="9880457" cy="2383668"/>
            <a:chOff x="1205159" y="3140600"/>
            <a:chExt cx="9880457" cy="2383668"/>
          </a:xfrm>
        </p:grpSpPr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4579664D-89E1-595B-6FD3-FEE2AE46BEA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12418" y="3157769"/>
              <a:ext cx="3342010" cy="2188021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7" name="직선 화살표 연결선 196">
              <a:extLst>
                <a:ext uri="{FF2B5EF4-FFF2-40B4-BE49-F238E27FC236}">
                  <a16:creationId xmlns:a16="http://schemas.microsoft.com/office/drawing/2014/main" id="{CAC73D1A-8285-2863-5FE4-816A5A8EF74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2459591" y="314640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4" name="직선 화살표 연결선 203">
              <a:extLst>
                <a:ext uri="{FF2B5EF4-FFF2-40B4-BE49-F238E27FC236}">
                  <a16:creationId xmlns:a16="http://schemas.microsoft.com/office/drawing/2014/main" id="{ADE4DEED-18CC-B12F-1F05-832B9792B34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05171" y="3154439"/>
              <a:ext cx="2101750" cy="137602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5" name="직선 화살표 연결선 204">
              <a:extLst>
                <a:ext uri="{FF2B5EF4-FFF2-40B4-BE49-F238E27FC236}">
                  <a16:creationId xmlns:a16="http://schemas.microsoft.com/office/drawing/2014/main" id="{2EA90CD9-B844-48B2-8FCF-C39B385C8C7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08763" y="3140600"/>
              <a:ext cx="873642" cy="571975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0" name="직선 화살표 연결선 209">
              <a:extLst>
                <a:ext uri="{FF2B5EF4-FFF2-40B4-BE49-F238E27FC236}">
                  <a16:creationId xmlns:a16="http://schemas.microsoft.com/office/drawing/2014/main" id="{0C8ED06A-2359-3C93-D950-1F8250286F5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5159" y="3889823"/>
              <a:ext cx="9880457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1" name="직선 화살표 연결선 210">
              <a:extLst>
                <a:ext uri="{FF2B5EF4-FFF2-40B4-BE49-F238E27FC236}">
                  <a16:creationId xmlns:a16="http://schemas.microsoft.com/office/drawing/2014/main" id="{EF43B46F-2388-649B-FEB4-61DDCA46110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5540" y="4720747"/>
              <a:ext cx="9880076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2" name="직선 화살표 연결선 211">
              <a:extLst>
                <a:ext uri="{FF2B5EF4-FFF2-40B4-BE49-F238E27FC236}">
                  <a16:creationId xmlns:a16="http://schemas.microsoft.com/office/drawing/2014/main" id="{1763445D-7506-25D9-0C86-FB1260BA143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206695" y="5524268"/>
              <a:ext cx="9878921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4" name="직선 화살표 연결선 113">
              <a:extLst>
                <a:ext uri="{FF2B5EF4-FFF2-40B4-BE49-F238E27FC236}">
                  <a16:creationId xmlns:a16="http://schemas.microsoft.com/office/drawing/2014/main" id="{DF45267A-0EA9-B445-8608-C12161693BC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708348" y="31450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4BE2FE58-7390-C887-6CF0-A332544116A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4959905" y="31441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1B82896B-2C64-CC19-954F-8631B73C829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208662" y="314269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CAD04D98-69A3-1C03-AA3E-32D34BC62F1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457418" y="3140600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5" name="직선 화살표 연결선 314">
              <a:extLst>
                <a:ext uri="{FF2B5EF4-FFF2-40B4-BE49-F238E27FC236}">
                  <a16:creationId xmlns:a16="http://schemas.microsoft.com/office/drawing/2014/main" id="{2404EF98-D1E5-7D4D-ED7B-F7A1D17429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8699682" y="3949250"/>
              <a:ext cx="2109301" cy="1380964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7" name="직선 화살표 연결선 316">
              <a:extLst>
                <a:ext uri="{FF2B5EF4-FFF2-40B4-BE49-F238E27FC236}">
                  <a16:creationId xmlns:a16="http://schemas.microsoft.com/office/drawing/2014/main" id="{8A1EBA7B-BF68-C624-3B5D-4AAC319B7EA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9949716" y="4804713"/>
              <a:ext cx="824283" cy="53966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 X 8 PE array–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Cycle 18 </a:t>
            </a:r>
            <a:r>
              <a:rPr lang="en-US" altLang="ko-KR" dirty="0"/>
              <a:t>(</a:t>
            </a:r>
            <a:r>
              <a:rPr lang="en-US" altLang="ko-KR" b="1" dirty="0"/>
              <a:t>input channel: 0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PE-array : 1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437D8BAF-5005-7B2E-9192-30A5786904FE}"/>
              </a:ext>
            </a:extLst>
          </p:cNvPr>
          <p:cNvSpPr>
            <a:spLocks/>
          </p:cNvSpPr>
          <p:nvPr/>
        </p:nvSpPr>
        <p:spPr>
          <a:xfrm>
            <a:off x="1248045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87" name="표 186">
            <a:extLst>
              <a:ext uri="{FF2B5EF4-FFF2-40B4-BE49-F238E27FC236}">
                <a16:creationId xmlns:a16="http://schemas.microsoft.com/office/drawing/2014/main" id="{6B5EA3FB-832D-A947-5757-EF74A9953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014141"/>
              </p:ext>
            </p:extLst>
          </p:nvPr>
        </p:nvGraphicFramePr>
        <p:xfrm>
          <a:off x="1641564" y="59961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15,0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8" name="표 187">
            <a:extLst>
              <a:ext uri="{FF2B5EF4-FFF2-40B4-BE49-F238E27FC236}">
                <a16:creationId xmlns:a16="http://schemas.microsoft.com/office/drawing/2014/main" id="{FEB732B3-C9A5-7326-11A4-E73764EA7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707267"/>
              </p:ext>
            </p:extLst>
          </p:nvPr>
        </p:nvGraphicFramePr>
        <p:xfrm>
          <a:off x="2888737" y="599047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15,1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89" name="표 188">
            <a:extLst>
              <a:ext uri="{FF2B5EF4-FFF2-40B4-BE49-F238E27FC236}">
                <a16:creationId xmlns:a16="http://schemas.microsoft.com/office/drawing/2014/main" id="{B6030528-780F-19C5-6D7C-950746AC9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441727"/>
              </p:ext>
            </p:extLst>
          </p:nvPr>
        </p:nvGraphicFramePr>
        <p:xfrm>
          <a:off x="4135910" y="599047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15,2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190" name="표 189">
            <a:extLst>
              <a:ext uri="{FF2B5EF4-FFF2-40B4-BE49-F238E27FC236}">
                <a16:creationId xmlns:a16="http://schemas.microsoft.com/office/drawing/2014/main" id="{374F05A4-85FD-0D75-0D41-81730FC11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781778"/>
              </p:ext>
            </p:extLst>
          </p:nvPr>
        </p:nvGraphicFramePr>
        <p:xfrm>
          <a:off x="5383083" y="599047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15,3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218" name="직선 화살표 연결선 217">
            <a:extLst>
              <a:ext uri="{FF2B5EF4-FFF2-40B4-BE49-F238E27FC236}">
                <a16:creationId xmlns:a16="http://schemas.microsoft.com/office/drawing/2014/main" id="{307384A0-6D19-EC06-0E31-00423BC0EDF0}"/>
              </a:ext>
            </a:extLst>
          </p:cNvPr>
          <p:cNvCxnSpPr>
            <a:cxnSpLocks/>
            <a:endCxn id="187" idx="0"/>
          </p:cNvCxnSpPr>
          <p:nvPr/>
        </p:nvCxnSpPr>
        <p:spPr>
          <a:xfrm flipH="1">
            <a:off x="1767573" y="579419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9" name="직선 화살표 연결선 218">
            <a:extLst>
              <a:ext uri="{FF2B5EF4-FFF2-40B4-BE49-F238E27FC236}">
                <a16:creationId xmlns:a16="http://schemas.microsoft.com/office/drawing/2014/main" id="{FDC5A9EF-D2C3-67AD-2E41-EB00B90A1CCF}"/>
              </a:ext>
            </a:extLst>
          </p:cNvPr>
          <p:cNvCxnSpPr>
            <a:cxnSpLocks/>
            <a:endCxn id="188" idx="0"/>
          </p:cNvCxnSpPr>
          <p:nvPr/>
        </p:nvCxnSpPr>
        <p:spPr>
          <a:xfrm flipH="1">
            <a:off x="3014746" y="579419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B74760F8-756B-BB12-3C22-4F9D187E1F9D}"/>
              </a:ext>
            </a:extLst>
          </p:cNvPr>
          <p:cNvCxnSpPr>
            <a:cxnSpLocks/>
            <a:endCxn id="189" idx="0"/>
          </p:cNvCxnSpPr>
          <p:nvPr/>
        </p:nvCxnSpPr>
        <p:spPr>
          <a:xfrm flipH="1">
            <a:off x="4261919" y="579419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2154F50B-2872-B81E-30E4-39DDD30F75DF}"/>
              </a:ext>
            </a:extLst>
          </p:cNvPr>
          <p:cNvCxnSpPr>
            <a:cxnSpLocks/>
            <a:endCxn id="190" idx="0"/>
          </p:cNvCxnSpPr>
          <p:nvPr/>
        </p:nvCxnSpPr>
        <p:spPr>
          <a:xfrm flipH="1">
            <a:off x="5509092" y="579482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6D4D8AB-2AB6-8E02-E137-ED88CFAB9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917605"/>
              </p:ext>
            </p:extLst>
          </p:nvPr>
        </p:nvGraphicFramePr>
        <p:xfrm>
          <a:off x="6631840" y="599556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15,4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D01B996D-AC59-220F-7C45-2B7F520D3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99653"/>
              </p:ext>
            </p:extLst>
          </p:nvPr>
        </p:nvGraphicFramePr>
        <p:xfrm>
          <a:off x="7879013" y="5989845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15,5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D3CAF179-7E26-B5CA-9CEF-7457DB127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197367"/>
              </p:ext>
            </p:extLst>
          </p:nvPr>
        </p:nvGraphicFramePr>
        <p:xfrm>
          <a:off x="9126186" y="598984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15,6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3B97CA73-62A7-2425-26CA-9454E6DB3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220957"/>
              </p:ext>
            </p:extLst>
          </p:nvPr>
        </p:nvGraphicFramePr>
        <p:xfrm>
          <a:off x="10373359" y="598984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15,7</a:t>
                      </a:r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4A8E847-34C6-D72D-EBD8-0D0EE941A29A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6757849" y="5793565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12CF689-3A56-5FD3-B9B1-1EB75A4F7684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8005022" y="5793565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6A3E9B7F-6D95-F662-E8F6-0D03AC45B190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9252195" y="5793565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7993DA18-147F-DEB6-A1FF-8C569D6BBC63}"/>
              </a:ext>
            </a:extLst>
          </p:cNvPr>
          <p:cNvCxnSpPr>
            <a:cxnSpLocks/>
            <a:endCxn id="64" idx="0"/>
          </p:cNvCxnSpPr>
          <p:nvPr/>
        </p:nvCxnSpPr>
        <p:spPr>
          <a:xfrm flipH="1">
            <a:off x="10499368" y="5794193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3F77C77F-DE19-2E15-0506-EE826C987B8E}"/>
              </a:ext>
            </a:extLst>
          </p:cNvPr>
          <p:cNvSpPr>
            <a:spLocks/>
          </p:cNvSpPr>
          <p:nvPr/>
        </p:nvSpPr>
        <p:spPr>
          <a:xfrm>
            <a:off x="1248045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1506F1DB-78CF-E161-9272-6958CEE10E53}"/>
              </a:ext>
            </a:extLst>
          </p:cNvPr>
          <p:cNvSpPr/>
          <p:nvPr/>
        </p:nvSpPr>
        <p:spPr>
          <a:xfrm>
            <a:off x="1248045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78295028-353E-D049-B04F-5FCB96DE266F}"/>
              </a:ext>
            </a:extLst>
          </p:cNvPr>
          <p:cNvSpPr>
            <a:spLocks/>
          </p:cNvSpPr>
          <p:nvPr/>
        </p:nvSpPr>
        <p:spPr>
          <a:xfrm>
            <a:off x="2501003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31869AD6-AAFD-3FB5-610E-017C67370063}"/>
              </a:ext>
            </a:extLst>
          </p:cNvPr>
          <p:cNvSpPr>
            <a:spLocks/>
          </p:cNvSpPr>
          <p:nvPr/>
        </p:nvSpPr>
        <p:spPr>
          <a:xfrm>
            <a:off x="2501003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F771CE8D-DFDB-DE67-C8DD-F98C680E573B}"/>
              </a:ext>
            </a:extLst>
          </p:cNvPr>
          <p:cNvSpPr/>
          <p:nvPr/>
        </p:nvSpPr>
        <p:spPr>
          <a:xfrm>
            <a:off x="2501003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B297BD2E-1AD3-0F95-748B-38985640570C}"/>
              </a:ext>
            </a:extLst>
          </p:cNvPr>
          <p:cNvSpPr>
            <a:spLocks/>
          </p:cNvSpPr>
          <p:nvPr/>
        </p:nvSpPr>
        <p:spPr>
          <a:xfrm>
            <a:off x="3742862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C3B4716F-6EA0-28A9-285D-5CBB38AADA2C}"/>
              </a:ext>
            </a:extLst>
          </p:cNvPr>
          <p:cNvSpPr>
            <a:spLocks/>
          </p:cNvSpPr>
          <p:nvPr/>
        </p:nvSpPr>
        <p:spPr>
          <a:xfrm>
            <a:off x="3742862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D78B0113-253D-AF6A-8C70-E25912FCB4C4}"/>
              </a:ext>
            </a:extLst>
          </p:cNvPr>
          <p:cNvSpPr/>
          <p:nvPr/>
        </p:nvSpPr>
        <p:spPr>
          <a:xfrm>
            <a:off x="3742862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22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2E6369A5-9222-918D-4040-89B11CD5748E}"/>
              </a:ext>
            </a:extLst>
          </p:cNvPr>
          <p:cNvSpPr>
            <a:spLocks/>
          </p:cNvSpPr>
          <p:nvPr/>
        </p:nvSpPr>
        <p:spPr>
          <a:xfrm>
            <a:off x="500136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B1038AA6-5B3A-E478-AA06-1F0AFD79FEA9}"/>
              </a:ext>
            </a:extLst>
          </p:cNvPr>
          <p:cNvSpPr>
            <a:spLocks/>
          </p:cNvSpPr>
          <p:nvPr/>
        </p:nvSpPr>
        <p:spPr>
          <a:xfrm>
            <a:off x="500136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9AB88D34-9DDC-B270-FCF4-CEDEEE273902}"/>
              </a:ext>
            </a:extLst>
          </p:cNvPr>
          <p:cNvSpPr/>
          <p:nvPr/>
        </p:nvSpPr>
        <p:spPr>
          <a:xfrm>
            <a:off x="500136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23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04893BB5-3EEF-046F-1E51-7E8E08F22007}"/>
              </a:ext>
            </a:extLst>
          </p:cNvPr>
          <p:cNvSpPr>
            <a:spLocks/>
          </p:cNvSpPr>
          <p:nvPr/>
        </p:nvSpPr>
        <p:spPr>
          <a:xfrm>
            <a:off x="623997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EB8C3B4E-DD88-5F14-E558-FACA6AEB2106}"/>
              </a:ext>
            </a:extLst>
          </p:cNvPr>
          <p:cNvSpPr>
            <a:spLocks/>
          </p:cNvSpPr>
          <p:nvPr/>
        </p:nvSpPr>
        <p:spPr>
          <a:xfrm>
            <a:off x="623997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CC8DD6EC-ED6A-5536-6876-9CEF35A37F6C}"/>
              </a:ext>
            </a:extLst>
          </p:cNvPr>
          <p:cNvSpPr/>
          <p:nvPr/>
        </p:nvSpPr>
        <p:spPr>
          <a:xfrm>
            <a:off x="623997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A2EF515B-0C3D-9D7E-9340-668E0F91AFFA}"/>
              </a:ext>
            </a:extLst>
          </p:cNvPr>
          <p:cNvSpPr>
            <a:spLocks/>
          </p:cNvSpPr>
          <p:nvPr/>
        </p:nvSpPr>
        <p:spPr>
          <a:xfrm>
            <a:off x="7479991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5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665BDF75-D30D-3678-547B-717FF61FBC84}"/>
              </a:ext>
            </a:extLst>
          </p:cNvPr>
          <p:cNvSpPr>
            <a:spLocks/>
          </p:cNvSpPr>
          <p:nvPr/>
        </p:nvSpPr>
        <p:spPr>
          <a:xfrm>
            <a:off x="7479991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5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AE86E8EE-C7C1-0DB2-3183-F406625A90EF}"/>
              </a:ext>
            </a:extLst>
          </p:cNvPr>
          <p:cNvSpPr/>
          <p:nvPr/>
        </p:nvSpPr>
        <p:spPr>
          <a:xfrm>
            <a:off x="7479991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25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C55545E3-D57B-BBAF-DF55-CD927ABA029D}"/>
              </a:ext>
            </a:extLst>
          </p:cNvPr>
          <p:cNvSpPr>
            <a:spLocks/>
          </p:cNvSpPr>
          <p:nvPr/>
        </p:nvSpPr>
        <p:spPr>
          <a:xfrm>
            <a:off x="8725617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6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6ECAF71D-10AE-A201-5DB8-657DA32A8088}"/>
              </a:ext>
            </a:extLst>
          </p:cNvPr>
          <p:cNvSpPr>
            <a:spLocks/>
          </p:cNvSpPr>
          <p:nvPr/>
        </p:nvSpPr>
        <p:spPr>
          <a:xfrm>
            <a:off x="8725617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PE16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A4AB0ACB-9CE9-C973-F30E-15C101964A49}"/>
              </a:ext>
            </a:extLst>
          </p:cNvPr>
          <p:cNvSpPr/>
          <p:nvPr/>
        </p:nvSpPr>
        <p:spPr>
          <a:xfrm>
            <a:off x="8725617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26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B10835EB-4A3A-6DC3-1EB1-FD68843C32B0}"/>
              </a:ext>
            </a:extLst>
          </p:cNvPr>
          <p:cNvSpPr>
            <a:spLocks/>
          </p:cNvSpPr>
          <p:nvPr/>
        </p:nvSpPr>
        <p:spPr>
          <a:xfrm>
            <a:off x="9981076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7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C677DA78-BE0A-9788-0A51-C085D388AD96}"/>
              </a:ext>
            </a:extLst>
          </p:cNvPr>
          <p:cNvSpPr>
            <a:spLocks/>
          </p:cNvSpPr>
          <p:nvPr/>
        </p:nvSpPr>
        <p:spPr>
          <a:xfrm>
            <a:off x="9981076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17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91EF0567-E8B3-BA1B-4854-9A7EAD1E4CF3}"/>
              </a:ext>
            </a:extLst>
          </p:cNvPr>
          <p:cNvSpPr/>
          <p:nvPr/>
        </p:nvSpPr>
        <p:spPr>
          <a:xfrm>
            <a:off x="9981076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27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12" name="표 311">
            <a:extLst>
              <a:ext uri="{FF2B5EF4-FFF2-40B4-BE49-F238E27FC236}">
                <a16:creationId xmlns:a16="http://schemas.microsoft.com/office/drawing/2014/main" id="{4FC0D096-6282-3442-4A92-5837851C3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34507"/>
              </p:ext>
            </p:extLst>
          </p:nvPr>
        </p:nvGraphicFramePr>
        <p:xfrm>
          <a:off x="4613388" y="1267078"/>
          <a:ext cx="3965652" cy="18098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314">
                  <a:extLst>
                    <a:ext uri="{9D8B030D-6E8A-4147-A177-3AD203B41FA5}">
                      <a16:colId xmlns:a16="http://schemas.microsoft.com/office/drawing/2014/main" val="34775369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16339140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4546099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90815127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1095568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65485620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247689928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15611847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96037858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00762279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64467446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79901916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8594827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1414950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06322658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831075852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35612141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241845553"/>
                    </a:ext>
                  </a:extLst>
                </a:gridCol>
              </a:tblGrid>
              <a:tr h="18849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49545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319655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44731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15408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72278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80218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211402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76446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147446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177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178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179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654472"/>
                  </a:ext>
                </a:extLst>
              </a:tr>
            </a:tbl>
          </a:graphicData>
        </a:graphic>
      </p:graphicFrame>
      <p:sp>
        <p:nvSpPr>
          <p:cNvPr id="321" name="TextBox 320">
            <a:extLst>
              <a:ext uri="{FF2B5EF4-FFF2-40B4-BE49-F238E27FC236}">
                <a16:creationId xmlns:a16="http://schemas.microsoft.com/office/drawing/2014/main" id="{939E1A2B-85E7-50D8-3E10-17DA20613920}"/>
              </a:ext>
            </a:extLst>
          </p:cNvPr>
          <p:cNvSpPr txBox="1"/>
          <p:nvPr/>
        </p:nvSpPr>
        <p:spPr>
          <a:xfrm>
            <a:off x="6032134" y="3054386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Input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CAA6B48B-8BBD-01CB-EBDB-6F0C00AA3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573592"/>
              </p:ext>
            </p:extLst>
          </p:nvPr>
        </p:nvGraphicFramePr>
        <p:xfrm>
          <a:off x="9839958" y="1423265"/>
          <a:ext cx="493244" cy="4828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667">
                  <a:extLst>
                    <a:ext uri="{9D8B030D-6E8A-4147-A177-3AD203B41FA5}">
                      <a16:colId xmlns:a16="http://schemas.microsoft.com/office/drawing/2014/main" val="3653175907"/>
                    </a:ext>
                  </a:extLst>
                </a:gridCol>
                <a:gridCol w="161667">
                  <a:extLst>
                    <a:ext uri="{9D8B030D-6E8A-4147-A177-3AD203B41FA5}">
                      <a16:colId xmlns:a16="http://schemas.microsoft.com/office/drawing/2014/main" val="1114214315"/>
                    </a:ext>
                  </a:extLst>
                </a:gridCol>
                <a:gridCol w="169910">
                  <a:extLst>
                    <a:ext uri="{9D8B030D-6E8A-4147-A177-3AD203B41FA5}">
                      <a16:colId xmlns:a16="http://schemas.microsoft.com/office/drawing/2014/main" val="2462222956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58587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3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4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5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7254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7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86193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603BED72-865D-568C-F308-785EF6BBD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551582"/>
              </p:ext>
            </p:extLst>
          </p:nvPr>
        </p:nvGraphicFramePr>
        <p:xfrm>
          <a:off x="9847160" y="2327868"/>
          <a:ext cx="493242" cy="4551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414">
                  <a:extLst>
                    <a:ext uri="{9D8B030D-6E8A-4147-A177-3AD203B41FA5}">
                      <a16:colId xmlns:a16="http://schemas.microsoft.com/office/drawing/2014/main" val="1346361319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171739661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629163770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59361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291016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h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err="1">
                          <a:effectLst/>
                        </a:rPr>
                        <a:t>i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69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62A1B5B-4258-B843-D0FB-28AE79002ADE}"/>
              </a:ext>
            </a:extLst>
          </p:cNvPr>
          <p:cNvSpPr txBox="1"/>
          <p:nvPr/>
        </p:nvSpPr>
        <p:spPr>
          <a:xfrm>
            <a:off x="9632090" y="1897810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494118-8FA7-D33A-DFE3-23113DCD9C84}"/>
              </a:ext>
            </a:extLst>
          </p:cNvPr>
          <p:cNvSpPr txBox="1"/>
          <p:nvPr/>
        </p:nvSpPr>
        <p:spPr>
          <a:xfrm>
            <a:off x="9631605" y="2775484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 err="1"/>
              <a:t>w</a:t>
            </a: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BD0A7A-604A-ACAE-C703-F35DDF655C0C}"/>
              </a:ext>
            </a:extLst>
          </p:cNvPr>
          <p:cNvSpPr/>
          <p:nvPr/>
        </p:nvSpPr>
        <p:spPr>
          <a:xfrm>
            <a:off x="7913227" y="1265496"/>
            <a:ext cx="665813" cy="1814338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9796175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 X 8 PE array– Timestamp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BF123E-2279-6976-112E-CCDF9F7B17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Cycle 19 </a:t>
            </a:r>
            <a:r>
              <a:rPr lang="en-US" altLang="ko-KR" dirty="0"/>
              <a:t>(</a:t>
            </a:r>
            <a:r>
              <a:rPr lang="en-US" altLang="ko-KR" b="1" dirty="0"/>
              <a:t>input channel: 1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PE-array : 1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15007998-05AB-9195-B232-CCBF7A7D2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861285"/>
              </p:ext>
            </p:extLst>
          </p:nvPr>
        </p:nvGraphicFramePr>
        <p:xfrm>
          <a:off x="4613388" y="1267078"/>
          <a:ext cx="3965652" cy="18098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314">
                  <a:extLst>
                    <a:ext uri="{9D8B030D-6E8A-4147-A177-3AD203B41FA5}">
                      <a16:colId xmlns:a16="http://schemas.microsoft.com/office/drawing/2014/main" val="34775369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16339140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4546099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90815127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10955681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265485620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247689928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15611847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960378584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00762279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764467446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79901916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68594827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141495035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406322658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831075852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1356121410"/>
                    </a:ext>
                  </a:extLst>
                </a:gridCol>
                <a:gridCol w="220314">
                  <a:extLst>
                    <a:ext uri="{9D8B030D-6E8A-4147-A177-3AD203B41FA5}">
                      <a16:colId xmlns:a16="http://schemas.microsoft.com/office/drawing/2014/main" val="3241845553"/>
                    </a:ext>
                  </a:extLst>
                </a:gridCol>
              </a:tblGrid>
              <a:tr h="18849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85649545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563319655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41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93344731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36915408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79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82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89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143472278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95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99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102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968802180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109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119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122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4106211402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129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139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142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1131764467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149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153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159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160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161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2009147446"/>
                  </a:ext>
                </a:extLst>
              </a:tr>
              <a:tr h="18015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162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164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169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170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171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172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173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174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175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176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177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>
                          <a:effectLst/>
                        </a:rPr>
                        <a:t>178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1" u="none" strike="noStrike" dirty="0">
                          <a:effectLst/>
                        </a:rPr>
                        <a:t>179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14" marR="8114" marT="8114" marB="0" anchor="ctr"/>
                </a:tc>
                <a:extLst>
                  <a:ext uri="{0D108BD9-81ED-4DB2-BD59-A6C34878D82A}">
                    <a16:rowId xmlns:a16="http://schemas.microsoft.com/office/drawing/2014/main" val="3859654472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9741E850-FC11-100A-CB54-BD4E49272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330744"/>
              </p:ext>
            </p:extLst>
          </p:nvPr>
        </p:nvGraphicFramePr>
        <p:xfrm>
          <a:off x="9839958" y="1423265"/>
          <a:ext cx="493244" cy="4828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667">
                  <a:extLst>
                    <a:ext uri="{9D8B030D-6E8A-4147-A177-3AD203B41FA5}">
                      <a16:colId xmlns:a16="http://schemas.microsoft.com/office/drawing/2014/main" val="3653175907"/>
                    </a:ext>
                  </a:extLst>
                </a:gridCol>
                <a:gridCol w="161667">
                  <a:extLst>
                    <a:ext uri="{9D8B030D-6E8A-4147-A177-3AD203B41FA5}">
                      <a16:colId xmlns:a16="http://schemas.microsoft.com/office/drawing/2014/main" val="1114214315"/>
                    </a:ext>
                  </a:extLst>
                </a:gridCol>
                <a:gridCol w="169910">
                  <a:extLst>
                    <a:ext uri="{9D8B030D-6E8A-4147-A177-3AD203B41FA5}">
                      <a16:colId xmlns:a16="http://schemas.microsoft.com/office/drawing/2014/main" val="2462222956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0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1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2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58587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3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4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5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97254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>
                          <a:effectLst/>
                        </a:rPr>
                        <a:t>6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7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u="none" strike="noStrike" dirty="0">
                          <a:effectLst/>
                        </a:rPr>
                        <a:t>8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534" marR="8534" marT="853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86193"/>
                  </a:ext>
                </a:extLst>
              </a:tr>
            </a:tbl>
          </a:graphicData>
        </a:graphic>
      </p:graphicFrame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C2469299-7CD6-ADC0-67DC-A0F3D88A1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889903"/>
              </p:ext>
            </p:extLst>
          </p:nvPr>
        </p:nvGraphicFramePr>
        <p:xfrm>
          <a:off x="9847160" y="2327868"/>
          <a:ext cx="493242" cy="45511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414">
                  <a:extLst>
                    <a:ext uri="{9D8B030D-6E8A-4147-A177-3AD203B41FA5}">
                      <a16:colId xmlns:a16="http://schemas.microsoft.com/office/drawing/2014/main" val="1346361319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171739661"/>
                    </a:ext>
                  </a:extLst>
                </a:gridCol>
                <a:gridCol w="164414">
                  <a:extLst>
                    <a:ext uri="{9D8B030D-6E8A-4147-A177-3AD203B41FA5}">
                      <a16:colId xmlns:a16="http://schemas.microsoft.com/office/drawing/2014/main" val="2629163770"/>
                    </a:ext>
                  </a:extLst>
                </a:gridCol>
              </a:tblGrid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a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593615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d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291016"/>
                  </a:ext>
                </a:extLst>
              </a:tr>
              <a:tr h="151705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>
                          <a:effectLst/>
                        </a:rPr>
                        <a:t>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>
                          <a:effectLst/>
                        </a:rPr>
                        <a:t>h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u="none" strike="noStrike" dirty="0" err="1">
                          <a:effectLst/>
                        </a:rPr>
                        <a:t>i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156" marR="8156" marT="815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6919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2C990375-DDC9-6D16-34BE-D8E1E132D325}"/>
              </a:ext>
            </a:extLst>
          </p:cNvPr>
          <p:cNvSpPr txBox="1"/>
          <p:nvPr/>
        </p:nvSpPr>
        <p:spPr>
          <a:xfrm>
            <a:off x="9632090" y="1897810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wgt</a:t>
            </a: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 #1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6A9A26-0CD1-8D01-A682-3355F80A9485}"/>
              </a:ext>
            </a:extLst>
          </p:cNvPr>
          <p:cNvSpPr/>
          <p:nvPr/>
        </p:nvSpPr>
        <p:spPr>
          <a:xfrm>
            <a:off x="4613388" y="1267078"/>
            <a:ext cx="665813" cy="1814338"/>
          </a:xfrm>
          <a:prstGeom prst="rect">
            <a:avLst/>
          </a:prstGeom>
          <a:noFill/>
          <a:ln w="1905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6BA2F2-A840-6C15-2197-F222E96FE8EB}"/>
              </a:ext>
            </a:extLst>
          </p:cNvPr>
          <p:cNvGrpSpPr/>
          <p:nvPr/>
        </p:nvGrpSpPr>
        <p:grpSpPr>
          <a:xfrm>
            <a:off x="1245616" y="3327019"/>
            <a:ext cx="9880457" cy="2383668"/>
            <a:chOff x="1205159" y="3140600"/>
            <a:chExt cx="9880457" cy="2383668"/>
          </a:xfrm>
        </p:grpSpPr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5C7A2A2F-4DDB-7901-DD5C-07BAD8B300B6}"/>
                </a:ext>
              </a:extLst>
            </p:cNvPr>
            <p:cNvCxnSpPr/>
            <p:nvPr/>
          </p:nvCxnSpPr>
          <p:spPr>
            <a:xfrm flipV="1">
              <a:off x="1212418" y="3157769"/>
              <a:ext cx="3342010" cy="2188021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310F5898-66D0-536C-E441-DE7CCBE570B5}"/>
                </a:ext>
              </a:extLst>
            </p:cNvPr>
            <p:cNvCxnSpPr/>
            <p:nvPr/>
          </p:nvCxnSpPr>
          <p:spPr>
            <a:xfrm flipV="1">
              <a:off x="2459591" y="314640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682F8E42-A48F-1B30-36C1-20B2A7E70932}"/>
                </a:ext>
              </a:extLst>
            </p:cNvPr>
            <p:cNvCxnSpPr/>
            <p:nvPr/>
          </p:nvCxnSpPr>
          <p:spPr>
            <a:xfrm flipV="1">
              <a:off x="1205171" y="3154439"/>
              <a:ext cx="2101750" cy="137602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5711E7A-FF6A-E22D-7A1C-91BDEFDD82FC}"/>
                </a:ext>
              </a:extLst>
            </p:cNvPr>
            <p:cNvCxnSpPr/>
            <p:nvPr/>
          </p:nvCxnSpPr>
          <p:spPr>
            <a:xfrm flipV="1">
              <a:off x="1208763" y="3140600"/>
              <a:ext cx="873642" cy="571975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B979F187-2DCA-E01C-9825-18F37127AB6C}"/>
                </a:ext>
              </a:extLst>
            </p:cNvPr>
            <p:cNvCxnSpPr/>
            <p:nvPr/>
          </p:nvCxnSpPr>
          <p:spPr>
            <a:xfrm>
              <a:off x="1205159" y="3889823"/>
              <a:ext cx="9880457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474A3E77-7ACC-E7FC-2255-075A048F20A6}"/>
                </a:ext>
              </a:extLst>
            </p:cNvPr>
            <p:cNvCxnSpPr/>
            <p:nvPr/>
          </p:nvCxnSpPr>
          <p:spPr>
            <a:xfrm>
              <a:off x="1205540" y="4720747"/>
              <a:ext cx="9880076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E99132CC-A6F9-9F9C-A99D-157EB202E240}"/>
                </a:ext>
              </a:extLst>
            </p:cNvPr>
            <p:cNvCxnSpPr/>
            <p:nvPr/>
          </p:nvCxnSpPr>
          <p:spPr>
            <a:xfrm>
              <a:off x="1206695" y="5524268"/>
              <a:ext cx="9878921" cy="0"/>
            </a:xfrm>
            <a:prstGeom prst="straightConnector1">
              <a:avLst/>
            </a:prstGeom>
            <a:noFill/>
            <a:ln w="28575" cap="flat">
              <a:solidFill>
                <a:srgbClr val="FF000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2BA0B2D9-2DB4-98A1-8CD2-73B17E26CBA4}"/>
                </a:ext>
              </a:extLst>
            </p:cNvPr>
            <p:cNvCxnSpPr/>
            <p:nvPr/>
          </p:nvCxnSpPr>
          <p:spPr>
            <a:xfrm flipV="1">
              <a:off x="3708348" y="31450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AF20CC0C-DCB0-404F-E1AD-49D0F65EA0C4}"/>
                </a:ext>
              </a:extLst>
            </p:cNvPr>
            <p:cNvCxnSpPr/>
            <p:nvPr/>
          </p:nvCxnSpPr>
          <p:spPr>
            <a:xfrm flipV="1">
              <a:off x="4959905" y="3144101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DC187333-7ECA-168C-DE84-8F82323D8320}"/>
                </a:ext>
              </a:extLst>
            </p:cNvPr>
            <p:cNvCxnSpPr/>
            <p:nvPr/>
          </p:nvCxnSpPr>
          <p:spPr>
            <a:xfrm flipV="1">
              <a:off x="6208662" y="3142696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9D60AD0A-8B84-777B-1016-049141FBD494}"/>
                </a:ext>
              </a:extLst>
            </p:cNvPr>
            <p:cNvCxnSpPr/>
            <p:nvPr/>
          </p:nvCxnSpPr>
          <p:spPr>
            <a:xfrm flipV="1">
              <a:off x="7457418" y="3140600"/>
              <a:ext cx="3347644" cy="219171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5FF5A3E0-B1F1-F5BE-C815-8E1C254ABFD0}"/>
                </a:ext>
              </a:extLst>
            </p:cNvPr>
            <p:cNvCxnSpPr/>
            <p:nvPr/>
          </p:nvCxnSpPr>
          <p:spPr>
            <a:xfrm flipV="1">
              <a:off x="8699682" y="3949250"/>
              <a:ext cx="2109301" cy="1380964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9390F26C-769E-4C22-9419-A36E9006DBCA}"/>
                </a:ext>
              </a:extLst>
            </p:cNvPr>
            <p:cNvCxnSpPr/>
            <p:nvPr/>
          </p:nvCxnSpPr>
          <p:spPr>
            <a:xfrm flipV="1">
              <a:off x="9949716" y="4804713"/>
              <a:ext cx="824283" cy="539660"/>
            </a:xfrm>
            <a:prstGeom prst="straightConnector1">
              <a:avLst/>
            </a:prstGeom>
            <a:noFill/>
            <a:ln w="28575" cap="flat">
              <a:solidFill>
                <a:srgbClr val="0070C0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562DB44-9319-22FC-B856-26CC29EAC3EB}"/>
              </a:ext>
            </a:extLst>
          </p:cNvPr>
          <p:cNvSpPr>
            <a:spLocks/>
          </p:cNvSpPr>
          <p:nvPr/>
        </p:nvSpPr>
        <p:spPr>
          <a:xfrm>
            <a:off x="1248045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3BF9AA57-BB5C-65F9-344E-C122CE406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064391"/>
              </p:ext>
            </p:extLst>
          </p:nvPr>
        </p:nvGraphicFramePr>
        <p:xfrm>
          <a:off x="1641564" y="599619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B64CD6BD-D7B1-41F1-C5BA-6406E6F56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73274"/>
              </p:ext>
            </p:extLst>
          </p:nvPr>
        </p:nvGraphicFramePr>
        <p:xfrm>
          <a:off x="2888737" y="599047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6833542-2DAF-FD42-3CD3-908BED173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526292"/>
              </p:ext>
            </p:extLst>
          </p:nvPr>
        </p:nvGraphicFramePr>
        <p:xfrm>
          <a:off x="4135910" y="5990472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47E406CF-5B4E-AAEA-1A6A-9D7F70229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291854"/>
              </p:ext>
            </p:extLst>
          </p:nvPr>
        </p:nvGraphicFramePr>
        <p:xfrm>
          <a:off x="5383083" y="5990471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1D33210D-E14C-F77D-B1EB-7AE34A61482A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767573" y="5794193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A9F670A-3249-CCC3-B370-8FA5C8E48758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3014746" y="5794193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1089A1B9-7F6D-918D-38D8-B8DF7175F17F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4261919" y="5794193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5CCEEA0-6B61-E795-BB75-BADF11E6BE93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5509092" y="5794821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E53BC84E-50E3-116F-712D-73B780FE0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02979"/>
              </p:ext>
            </p:extLst>
          </p:nvPr>
        </p:nvGraphicFramePr>
        <p:xfrm>
          <a:off x="6631840" y="599556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ECC6186C-DE1B-13EE-7C5C-6D209F0C6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900925"/>
              </p:ext>
            </p:extLst>
          </p:nvPr>
        </p:nvGraphicFramePr>
        <p:xfrm>
          <a:off x="7879013" y="5989845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8C666E71-152E-3644-6A27-6AAAEC06B7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536524"/>
              </p:ext>
            </p:extLst>
          </p:nvPr>
        </p:nvGraphicFramePr>
        <p:xfrm>
          <a:off x="9126186" y="5989844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22F08CD7-BAD7-85E4-2993-31D80BEB2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80018"/>
              </p:ext>
            </p:extLst>
          </p:nvPr>
        </p:nvGraphicFramePr>
        <p:xfrm>
          <a:off x="10373359" y="5989843"/>
          <a:ext cx="252019" cy="1851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9">
                  <a:extLst>
                    <a:ext uri="{9D8B030D-6E8A-4147-A177-3AD203B41FA5}">
                      <a16:colId xmlns:a16="http://schemas.microsoft.com/office/drawing/2014/main" val="2045393575"/>
                    </a:ext>
                  </a:extLst>
                </a:gridCol>
              </a:tblGrid>
              <a:tr h="18517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018311"/>
                  </a:ext>
                </a:extLst>
              </a:tr>
            </a:tbl>
          </a:graphicData>
        </a:graphic>
      </p:graphicFrame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061199A1-FD08-970F-20CE-23FEB860BDB3}"/>
              </a:ext>
            </a:extLst>
          </p:cNvPr>
          <p:cNvCxnSpPr>
            <a:cxnSpLocks/>
            <a:endCxn id="44" idx="0"/>
          </p:cNvCxnSpPr>
          <p:nvPr/>
        </p:nvCxnSpPr>
        <p:spPr>
          <a:xfrm flipH="1">
            <a:off x="6757849" y="5793565"/>
            <a:ext cx="2" cy="20199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1E4109F1-E695-3538-0CB8-970EB57AD3EC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8005022" y="5793565"/>
            <a:ext cx="2" cy="19628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290B51A-7B75-B758-3EAA-0FFD5B02EA06}"/>
              </a:ext>
            </a:extLst>
          </p:cNvPr>
          <p:cNvCxnSpPr>
            <a:cxnSpLocks/>
            <a:endCxn id="46" idx="0"/>
          </p:cNvCxnSpPr>
          <p:nvPr/>
        </p:nvCxnSpPr>
        <p:spPr>
          <a:xfrm flipH="1">
            <a:off x="9252195" y="5793565"/>
            <a:ext cx="2" cy="196279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1A80416-FFF6-624B-69ED-9A742D2596DA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10499368" y="5794193"/>
            <a:ext cx="2" cy="195650"/>
          </a:xfrm>
          <a:prstGeom prst="straightConnector1">
            <a:avLst/>
          </a:prstGeom>
          <a:noFill/>
          <a:ln w="28575" cap="flat">
            <a:solidFill>
              <a:schemeClr val="accent2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aphicFrame>
        <p:nvGraphicFramePr>
          <p:cNvPr id="52" name="표 180">
            <a:extLst>
              <a:ext uri="{FF2B5EF4-FFF2-40B4-BE49-F238E27FC236}">
                <a16:creationId xmlns:a16="http://schemas.microsoft.com/office/drawing/2014/main" id="{CD1A3F84-487B-6C51-8AD1-A33DF2AC5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80827"/>
              </p:ext>
            </p:extLst>
          </p:nvPr>
        </p:nvGraphicFramePr>
        <p:xfrm>
          <a:off x="1247556" y="3697646"/>
          <a:ext cx="1039062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6354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6354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latin typeface="+mn-lt"/>
                        </a:rPr>
                        <a:t>0</a:t>
                      </a:r>
                      <a:endParaRPr lang="ko-KR" altLang="en-US" sz="800" b="1" dirty="0">
                        <a:latin typeface="+mn-lt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919D146A-A4FC-DFA3-D49F-212E4EEF5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17157"/>
              </p:ext>
            </p:extLst>
          </p:nvPr>
        </p:nvGraphicFramePr>
        <p:xfrm>
          <a:off x="1252246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54" name="직사각형 53">
            <a:extLst>
              <a:ext uri="{FF2B5EF4-FFF2-40B4-BE49-F238E27FC236}">
                <a16:creationId xmlns:a16="http://schemas.microsoft.com/office/drawing/2014/main" id="{74698581-67C7-24DA-7250-2A25A6956EA1}"/>
              </a:ext>
            </a:extLst>
          </p:cNvPr>
          <p:cNvSpPr>
            <a:spLocks/>
          </p:cNvSpPr>
          <p:nvPr/>
        </p:nvSpPr>
        <p:spPr>
          <a:xfrm>
            <a:off x="1248045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55" name="표 180">
            <a:extLst>
              <a:ext uri="{FF2B5EF4-FFF2-40B4-BE49-F238E27FC236}">
                <a16:creationId xmlns:a16="http://schemas.microsoft.com/office/drawing/2014/main" id="{79D73AAF-F3F3-2F7B-148A-344F931DB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559126"/>
              </p:ext>
            </p:extLst>
          </p:nvPr>
        </p:nvGraphicFramePr>
        <p:xfrm>
          <a:off x="1247556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F2243B5C-2450-8B62-F065-767ACDF1F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424667"/>
              </p:ext>
            </p:extLst>
          </p:nvPr>
        </p:nvGraphicFramePr>
        <p:xfrm>
          <a:off x="1240785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57" name="직사각형 56">
            <a:extLst>
              <a:ext uri="{FF2B5EF4-FFF2-40B4-BE49-F238E27FC236}">
                <a16:creationId xmlns:a16="http://schemas.microsoft.com/office/drawing/2014/main" id="{8A687297-B3D4-458D-1895-0C2E7D0F9012}"/>
              </a:ext>
            </a:extLst>
          </p:cNvPr>
          <p:cNvSpPr/>
          <p:nvPr/>
        </p:nvSpPr>
        <p:spPr>
          <a:xfrm>
            <a:off x="1248045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PE20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58" name="표 180">
            <a:extLst>
              <a:ext uri="{FF2B5EF4-FFF2-40B4-BE49-F238E27FC236}">
                <a16:creationId xmlns:a16="http://schemas.microsoft.com/office/drawing/2014/main" id="{CBE0E8C2-4982-472E-F340-8B988F559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530045"/>
              </p:ext>
            </p:extLst>
          </p:nvPr>
        </p:nvGraphicFramePr>
        <p:xfrm>
          <a:off x="1240785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F9706505-07C1-4374-5C82-EAE4722DE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420089"/>
              </p:ext>
            </p:extLst>
          </p:nvPr>
        </p:nvGraphicFramePr>
        <p:xfrm>
          <a:off x="1240785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60" name="직사각형 59">
            <a:extLst>
              <a:ext uri="{FF2B5EF4-FFF2-40B4-BE49-F238E27FC236}">
                <a16:creationId xmlns:a16="http://schemas.microsoft.com/office/drawing/2014/main" id="{DFC95126-AF73-85D9-2F65-DC6AA8BDA9D1}"/>
              </a:ext>
            </a:extLst>
          </p:cNvPr>
          <p:cNvSpPr>
            <a:spLocks/>
          </p:cNvSpPr>
          <p:nvPr/>
        </p:nvSpPr>
        <p:spPr>
          <a:xfrm>
            <a:off x="2501003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65" name="표 180">
            <a:extLst>
              <a:ext uri="{FF2B5EF4-FFF2-40B4-BE49-F238E27FC236}">
                <a16:creationId xmlns:a16="http://schemas.microsoft.com/office/drawing/2014/main" id="{16980DD0-D7FC-BED8-54A0-C97F1D676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194906"/>
              </p:ext>
            </p:extLst>
          </p:nvPr>
        </p:nvGraphicFramePr>
        <p:xfrm>
          <a:off x="2500227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5F808E49-2A72-44A6-A322-6CBFC2A1A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948755"/>
              </p:ext>
            </p:extLst>
          </p:nvPr>
        </p:nvGraphicFramePr>
        <p:xfrm>
          <a:off x="2505204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99EE524B-C822-64A5-9D8E-9C8772541F9A}"/>
              </a:ext>
            </a:extLst>
          </p:cNvPr>
          <p:cNvSpPr>
            <a:spLocks/>
          </p:cNvSpPr>
          <p:nvPr/>
        </p:nvSpPr>
        <p:spPr>
          <a:xfrm>
            <a:off x="2501003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68" name="표 180">
            <a:extLst>
              <a:ext uri="{FF2B5EF4-FFF2-40B4-BE49-F238E27FC236}">
                <a16:creationId xmlns:a16="http://schemas.microsoft.com/office/drawing/2014/main" id="{7C659146-8730-2513-BBE8-45013D7E4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687723"/>
              </p:ext>
            </p:extLst>
          </p:nvPr>
        </p:nvGraphicFramePr>
        <p:xfrm>
          <a:off x="2500514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0BD56E6E-765D-6A6C-1C4E-C9EE7A881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724791"/>
              </p:ext>
            </p:extLst>
          </p:nvPr>
        </p:nvGraphicFramePr>
        <p:xfrm>
          <a:off x="2493743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D1588C75-3724-8161-BED7-61D64FA11008}"/>
              </a:ext>
            </a:extLst>
          </p:cNvPr>
          <p:cNvSpPr/>
          <p:nvPr/>
        </p:nvSpPr>
        <p:spPr>
          <a:xfrm>
            <a:off x="2501003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21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75" name="표 180">
            <a:extLst>
              <a:ext uri="{FF2B5EF4-FFF2-40B4-BE49-F238E27FC236}">
                <a16:creationId xmlns:a16="http://schemas.microsoft.com/office/drawing/2014/main" id="{45F26027-F6AE-4466-7C95-8A3962878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667291"/>
              </p:ext>
            </p:extLst>
          </p:nvPr>
        </p:nvGraphicFramePr>
        <p:xfrm>
          <a:off x="2493743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67230D7C-6D90-868A-537C-F4A810C84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51809"/>
              </p:ext>
            </p:extLst>
          </p:nvPr>
        </p:nvGraphicFramePr>
        <p:xfrm>
          <a:off x="2493743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77" name="직사각형 76">
            <a:extLst>
              <a:ext uri="{FF2B5EF4-FFF2-40B4-BE49-F238E27FC236}">
                <a16:creationId xmlns:a16="http://schemas.microsoft.com/office/drawing/2014/main" id="{81D8345D-1264-D368-E8F7-602054E0ED5A}"/>
              </a:ext>
            </a:extLst>
          </p:cNvPr>
          <p:cNvSpPr>
            <a:spLocks/>
          </p:cNvSpPr>
          <p:nvPr/>
        </p:nvSpPr>
        <p:spPr>
          <a:xfrm>
            <a:off x="3742862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78" name="표 180">
            <a:extLst>
              <a:ext uri="{FF2B5EF4-FFF2-40B4-BE49-F238E27FC236}">
                <a16:creationId xmlns:a16="http://schemas.microsoft.com/office/drawing/2014/main" id="{941A703B-8E9B-F108-BA7B-DAD55C01E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816200"/>
              </p:ext>
            </p:extLst>
          </p:nvPr>
        </p:nvGraphicFramePr>
        <p:xfrm>
          <a:off x="3742086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AEFE7A87-D094-CAB7-06BB-DFA9984C2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582344"/>
              </p:ext>
            </p:extLst>
          </p:nvPr>
        </p:nvGraphicFramePr>
        <p:xfrm>
          <a:off x="3747063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80" name="직사각형 79">
            <a:extLst>
              <a:ext uri="{FF2B5EF4-FFF2-40B4-BE49-F238E27FC236}">
                <a16:creationId xmlns:a16="http://schemas.microsoft.com/office/drawing/2014/main" id="{B686262D-17FB-B520-F5E5-BA9A67FBFF3E}"/>
              </a:ext>
            </a:extLst>
          </p:cNvPr>
          <p:cNvSpPr>
            <a:spLocks/>
          </p:cNvSpPr>
          <p:nvPr/>
        </p:nvSpPr>
        <p:spPr>
          <a:xfrm>
            <a:off x="3742862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81" name="표 180">
            <a:extLst>
              <a:ext uri="{FF2B5EF4-FFF2-40B4-BE49-F238E27FC236}">
                <a16:creationId xmlns:a16="http://schemas.microsoft.com/office/drawing/2014/main" id="{2B3A1914-6D01-67C3-ED6F-C22DDDBEBA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38898"/>
              </p:ext>
            </p:extLst>
          </p:nvPr>
        </p:nvGraphicFramePr>
        <p:xfrm>
          <a:off x="3742373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2264F024-D4D3-795B-EBAC-0741894B5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962662"/>
              </p:ext>
            </p:extLst>
          </p:nvPr>
        </p:nvGraphicFramePr>
        <p:xfrm>
          <a:off x="3735602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83" name="직사각형 82">
            <a:extLst>
              <a:ext uri="{FF2B5EF4-FFF2-40B4-BE49-F238E27FC236}">
                <a16:creationId xmlns:a16="http://schemas.microsoft.com/office/drawing/2014/main" id="{A449A84C-8FA5-1FCF-60A0-EE06B1B7A23D}"/>
              </a:ext>
            </a:extLst>
          </p:cNvPr>
          <p:cNvSpPr/>
          <p:nvPr/>
        </p:nvSpPr>
        <p:spPr>
          <a:xfrm>
            <a:off x="3742862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22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84" name="표 180">
            <a:extLst>
              <a:ext uri="{FF2B5EF4-FFF2-40B4-BE49-F238E27FC236}">
                <a16:creationId xmlns:a16="http://schemas.microsoft.com/office/drawing/2014/main" id="{CF589E80-D706-07A1-981F-D16D1810F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949659"/>
              </p:ext>
            </p:extLst>
          </p:nvPr>
        </p:nvGraphicFramePr>
        <p:xfrm>
          <a:off x="3735602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A2E41DC1-08C5-6D5D-8AC8-0CB25D8EE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105194"/>
              </p:ext>
            </p:extLst>
          </p:nvPr>
        </p:nvGraphicFramePr>
        <p:xfrm>
          <a:off x="3735602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86" name="직사각형 85">
            <a:extLst>
              <a:ext uri="{FF2B5EF4-FFF2-40B4-BE49-F238E27FC236}">
                <a16:creationId xmlns:a16="http://schemas.microsoft.com/office/drawing/2014/main" id="{FD704158-7F71-0846-4DD2-455A8E47898F}"/>
              </a:ext>
            </a:extLst>
          </p:cNvPr>
          <p:cNvSpPr>
            <a:spLocks/>
          </p:cNvSpPr>
          <p:nvPr/>
        </p:nvSpPr>
        <p:spPr>
          <a:xfrm>
            <a:off x="500136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87" name="표 180">
            <a:extLst>
              <a:ext uri="{FF2B5EF4-FFF2-40B4-BE49-F238E27FC236}">
                <a16:creationId xmlns:a16="http://schemas.microsoft.com/office/drawing/2014/main" id="{67F8246E-F904-6D9E-7D5A-FDA7E8E42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382117"/>
              </p:ext>
            </p:extLst>
          </p:nvPr>
        </p:nvGraphicFramePr>
        <p:xfrm>
          <a:off x="500058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54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86CA4401-ED1C-4F6B-11A2-0AFC03113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712495"/>
              </p:ext>
            </p:extLst>
          </p:nvPr>
        </p:nvGraphicFramePr>
        <p:xfrm>
          <a:off x="500556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89" name="직사각형 88">
            <a:extLst>
              <a:ext uri="{FF2B5EF4-FFF2-40B4-BE49-F238E27FC236}">
                <a16:creationId xmlns:a16="http://schemas.microsoft.com/office/drawing/2014/main" id="{59F66E23-5A1F-1D7E-1E30-BDFC82FDB1F6}"/>
              </a:ext>
            </a:extLst>
          </p:cNvPr>
          <p:cNvSpPr>
            <a:spLocks/>
          </p:cNvSpPr>
          <p:nvPr/>
        </p:nvSpPr>
        <p:spPr>
          <a:xfrm>
            <a:off x="500136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90" name="표 180">
            <a:extLst>
              <a:ext uri="{FF2B5EF4-FFF2-40B4-BE49-F238E27FC236}">
                <a16:creationId xmlns:a16="http://schemas.microsoft.com/office/drawing/2014/main" id="{8C23A84D-091D-1380-75D0-FB7417CCF2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86877"/>
              </p:ext>
            </p:extLst>
          </p:nvPr>
        </p:nvGraphicFramePr>
        <p:xfrm>
          <a:off x="500087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6960FB26-CB67-1FDC-C252-A4071A90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149619"/>
              </p:ext>
            </p:extLst>
          </p:nvPr>
        </p:nvGraphicFramePr>
        <p:xfrm>
          <a:off x="499410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92" name="직사각형 91">
            <a:extLst>
              <a:ext uri="{FF2B5EF4-FFF2-40B4-BE49-F238E27FC236}">
                <a16:creationId xmlns:a16="http://schemas.microsoft.com/office/drawing/2014/main" id="{C13529FA-5A3A-B189-999C-83750365A794}"/>
              </a:ext>
            </a:extLst>
          </p:cNvPr>
          <p:cNvSpPr/>
          <p:nvPr/>
        </p:nvSpPr>
        <p:spPr>
          <a:xfrm>
            <a:off x="500136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23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93" name="표 180">
            <a:extLst>
              <a:ext uri="{FF2B5EF4-FFF2-40B4-BE49-F238E27FC236}">
                <a16:creationId xmlns:a16="http://schemas.microsoft.com/office/drawing/2014/main" id="{6E351D80-DFA1-D3B9-9D7B-2534145D3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434914"/>
              </p:ext>
            </p:extLst>
          </p:nvPr>
        </p:nvGraphicFramePr>
        <p:xfrm>
          <a:off x="499410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19CC384D-0EE3-F47B-4090-48D5F7812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16017"/>
              </p:ext>
            </p:extLst>
          </p:nvPr>
        </p:nvGraphicFramePr>
        <p:xfrm>
          <a:off x="499410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95" name="직사각형 94">
            <a:extLst>
              <a:ext uri="{FF2B5EF4-FFF2-40B4-BE49-F238E27FC236}">
                <a16:creationId xmlns:a16="http://schemas.microsoft.com/office/drawing/2014/main" id="{533CCD9F-6DED-6094-7259-4675215DA88C}"/>
              </a:ext>
            </a:extLst>
          </p:cNvPr>
          <p:cNvSpPr>
            <a:spLocks/>
          </p:cNvSpPr>
          <p:nvPr/>
        </p:nvSpPr>
        <p:spPr>
          <a:xfrm>
            <a:off x="6239970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96" name="표 180">
            <a:extLst>
              <a:ext uri="{FF2B5EF4-FFF2-40B4-BE49-F238E27FC236}">
                <a16:creationId xmlns:a16="http://schemas.microsoft.com/office/drawing/2014/main" id="{5C82E0B8-5EA2-E86A-62D1-DADC161B9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40316"/>
              </p:ext>
            </p:extLst>
          </p:nvPr>
        </p:nvGraphicFramePr>
        <p:xfrm>
          <a:off x="6239194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72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64897D94-19B6-8539-6D24-42AA8B19E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64520"/>
              </p:ext>
            </p:extLst>
          </p:nvPr>
        </p:nvGraphicFramePr>
        <p:xfrm>
          <a:off x="6244171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98" name="직사각형 97">
            <a:extLst>
              <a:ext uri="{FF2B5EF4-FFF2-40B4-BE49-F238E27FC236}">
                <a16:creationId xmlns:a16="http://schemas.microsoft.com/office/drawing/2014/main" id="{95163CEC-F98E-4EB7-8565-FA5704A70618}"/>
              </a:ext>
            </a:extLst>
          </p:cNvPr>
          <p:cNvSpPr>
            <a:spLocks/>
          </p:cNvSpPr>
          <p:nvPr/>
        </p:nvSpPr>
        <p:spPr>
          <a:xfrm>
            <a:off x="6239970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99" name="표 180">
            <a:extLst>
              <a:ext uri="{FF2B5EF4-FFF2-40B4-BE49-F238E27FC236}">
                <a16:creationId xmlns:a16="http://schemas.microsoft.com/office/drawing/2014/main" id="{95BCC886-E517-9DAA-786F-763E6F27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148101"/>
              </p:ext>
            </p:extLst>
          </p:nvPr>
        </p:nvGraphicFramePr>
        <p:xfrm>
          <a:off x="6239481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B5FE615A-C9C3-8575-5D9F-89F220A49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738776"/>
              </p:ext>
            </p:extLst>
          </p:nvPr>
        </p:nvGraphicFramePr>
        <p:xfrm>
          <a:off x="6232710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C096251-6540-4FC2-22FB-9408E81F59DC}"/>
              </a:ext>
            </a:extLst>
          </p:cNvPr>
          <p:cNvSpPr/>
          <p:nvPr/>
        </p:nvSpPr>
        <p:spPr>
          <a:xfrm>
            <a:off x="6239970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24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02" name="표 180">
            <a:extLst>
              <a:ext uri="{FF2B5EF4-FFF2-40B4-BE49-F238E27FC236}">
                <a16:creationId xmlns:a16="http://schemas.microsoft.com/office/drawing/2014/main" id="{6A99B80C-F2B4-E1C0-6490-99EF33881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325794"/>
              </p:ext>
            </p:extLst>
          </p:nvPr>
        </p:nvGraphicFramePr>
        <p:xfrm>
          <a:off x="6232710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1030A23A-5A80-4EA0-5778-EC8867FCC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758711"/>
              </p:ext>
            </p:extLst>
          </p:nvPr>
        </p:nvGraphicFramePr>
        <p:xfrm>
          <a:off x="6232710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696368D-018E-7603-7B40-37CE739D17C0}"/>
              </a:ext>
            </a:extLst>
          </p:cNvPr>
          <p:cNvSpPr>
            <a:spLocks/>
          </p:cNvSpPr>
          <p:nvPr/>
        </p:nvSpPr>
        <p:spPr>
          <a:xfrm>
            <a:off x="7479991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05" name="표 180">
            <a:extLst>
              <a:ext uri="{FF2B5EF4-FFF2-40B4-BE49-F238E27FC236}">
                <a16:creationId xmlns:a16="http://schemas.microsoft.com/office/drawing/2014/main" id="{8224A26A-9750-CD97-F831-7C24C345C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238595"/>
              </p:ext>
            </p:extLst>
          </p:nvPr>
        </p:nvGraphicFramePr>
        <p:xfrm>
          <a:off x="7479215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45ACACA4-F961-B708-4683-C169F6948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607566"/>
              </p:ext>
            </p:extLst>
          </p:nvPr>
        </p:nvGraphicFramePr>
        <p:xfrm>
          <a:off x="7484192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0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84F3EFBB-28BE-A25B-0EF3-D8E0F34A23B4}"/>
              </a:ext>
            </a:extLst>
          </p:cNvPr>
          <p:cNvSpPr>
            <a:spLocks/>
          </p:cNvSpPr>
          <p:nvPr/>
        </p:nvSpPr>
        <p:spPr>
          <a:xfrm>
            <a:off x="7479991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</a:t>
            </a:r>
            <a:r>
              <a:rPr lang="en-US" altLang="ko-KR" dirty="0"/>
              <a:t>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08" name="표 180">
            <a:extLst>
              <a:ext uri="{FF2B5EF4-FFF2-40B4-BE49-F238E27FC236}">
                <a16:creationId xmlns:a16="http://schemas.microsoft.com/office/drawing/2014/main" id="{F48A3DD8-E9F4-8F91-7053-1C1A043E1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160558"/>
              </p:ext>
            </p:extLst>
          </p:nvPr>
        </p:nvGraphicFramePr>
        <p:xfrm>
          <a:off x="7479502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108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2DD30574-0029-8672-A7E6-AE7CEF701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64636"/>
              </p:ext>
            </p:extLst>
          </p:nvPr>
        </p:nvGraphicFramePr>
        <p:xfrm>
          <a:off x="7472731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69348EAF-4290-CC0D-3908-B430D31F765F}"/>
              </a:ext>
            </a:extLst>
          </p:cNvPr>
          <p:cNvSpPr/>
          <p:nvPr/>
        </p:nvSpPr>
        <p:spPr>
          <a:xfrm>
            <a:off x="7479991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25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111" name="표 180">
            <a:extLst>
              <a:ext uri="{FF2B5EF4-FFF2-40B4-BE49-F238E27FC236}">
                <a16:creationId xmlns:a16="http://schemas.microsoft.com/office/drawing/2014/main" id="{EF4C1102-B0D7-48D2-EF18-155EF01A9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599781"/>
              </p:ext>
            </p:extLst>
          </p:nvPr>
        </p:nvGraphicFramePr>
        <p:xfrm>
          <a:off x="7472731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A368189A-693E-5C98-535F-6B4FEA16E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28768"/>
              </p:ext>
            </p:extLst>
          </p:nvPr>
        </p:nvGraphicFramePr>
        <p:xfrm>
          <a:off x="7472731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FC46062-E55F-CD49-EE72-8AF5A1DECEFD}"/>
              </a:ext>
            </a:extLst>
          </p:cNvPr>
          <p:cNvSpPr>
            <a:spLocks/>
          </p:cNvSpPr>
          <p:nvPr/>
        </p:nvSpPr>
        <p:spPr>
          <a:xfrm>
            <a:off x="8725617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12" name="표 180">
            <a:extLst>
              <a:ext uri="{FF2B5EF4-FFF2-40B4-BE49-F238E27FC236}">
                <a16:creationId xmlns:a16="http://schemas.microsoft.com/office/drawing/2014/main" id="{D237B06D-A28D-A798-8547-E92C006B3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822144"/>
              </p:ext>
            </p:extLst>
          </p:nvPr>
        </p:nvGraphicFramePr>
        <p:xfrm>
          <a:off x="8724841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108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13" name="표 312">
            <a:extLst>
              <a:ext uri="{FF2B5EF4-FFF2-40B4-BE49-F238E27FC236}">
                <a16:creationId xmlns:a16="http://schemas.microsoft.com/office/drawing/2014/main" id="{AE52C5B5-98AE-BAF4-DEA6-954D1FAED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523107"/>
              </p:ext>
            </p:extLst>
          </p:nvPr>
        </p:nvGraphicFramePr>
        <p:xfrm>
          <a:off x="8729818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314" name="직사각형 313">
            <a:extLst>
              <a:ext uri="{FF2B5EF4-FFF2-40B4-BE49-F238E27FC236}">
                <a16:creationId xmlns:a16="http://schemas.microsoft.com/office/drawing/2014/main" id="{B70A88E2-F6EC-4765-9597-7F6B8231A9B9}"/>
              </a:ext>
            </a:extLst>
          </p:cNvPr>
          <p:cNvSpPr>
            <a:spLocks/>
          </p:cNvSpPr>
          <p:nvPr/>
        </p:nvSpPr>
        <p:spPr>
          <a:xfrm>
            <a:off x="8725617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PE16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22" name="표 180">
            <a:extLst>
              <a:ext uri="{FF2B5EF4-FFF2-40B4-BE49-F238E27FC236}">
                <a16:creationId xmlns:a16="http://schemas.microsoft.com/office/drawing/2014/main" id="{657314C4-08D9-AF88-0756-0AF1F0377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689951"/>
              </p:ext>
            </p:extLst>
          </p:nvPr>
        </p:nvGraphicFramePr>
        <p:xfrm>
          <a:off x="8725128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126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23" name="표 322">
            <a:extLst>
              <a:ext uri="{FF2B5EF4-FFF2-40B4-BE49-F238E27FC236}">
                <a16:creationId xmlns:a16="http://schemas.microsoft.com/office/drawing/2014/main" id="{B552481E-4ABE-22F1-7EAB-CA9C51505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011668"/>
              </p:ext>
            </p:extLst>
          </p:nvPr>
        </p:nvGraphicFramePr>
        <p:xfrm>
          <a:off x="8718357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332" name="직사각형 331">
            <a:extLst>
              <a:ext uri="{FF2B5EF4-FFF2-40B4-BE49-F238E27FC236}">
                <a16:creationId xmlns:a16="http://schemas.microsoft.com/office/drawing/2014/main" id="{1EB58520-311E-E417-9A58-BC90ACBF7A27}"/>
              </a:ext>
            </a:extLst>
          </p:cNvPr>
          <p:cNvSpPr/>
          <p:nvPr/>
        </p:nvSpPr>
        <p:spPr>
          <a:xfrm>
            <a:off x="8725617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26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33" name="표 180">
            <a:extLst>
              <a:ext uri="{FF2B5EF4-FFF2-40B4-BE49-F238E27FC236}">
                <a16:creationId xmlns:a16="http://schemas.microsoft.com/office/drawing/2014/main" id="{9F9EC978-C2D4-83D6-F2B8-0B9D67FEE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510418"/>
              </p:ext>
            </p:extLst>
          </p:nvPr>
        </p:nvGraphicFramePr>
        <p:xfrm>
          <a:off x="8718357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144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34" name="표 333">
            <a:extLst>
              <a:ext uri="{FF2B5EF4-FFF2-40B4-BE49-F238E27FC236}">
                <a16:creationId xmlns:a16="http://schemas.microsoft.com/office/drawing/2014/main" id="{5E7B00EF-47AB-192A-5B72-6309C5116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667338"/>
              </p:ext>
            </p:extLst>
          </p:nvPr>
        </p:nvGraphicFramePr>
        <p:xfrm>
          <a:off x="8718357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C67DCDC6-F53E-A0A2-5C5A-C6026F1468B0}"/>
              </a:ext>
            </a:extLst>
          </p:cNvPr>
          <p:cNvSpPr>
            <a:spLocks/>
          </p:cNvSpPr>
          <p:nvPr/>
        </p:nvSpPr>
        <p:spPr>
          <a:xfrm>
            <a:off x="9981076" y="3423618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PE0</a:t>
            </a:r>
            <a:r>
              <a:rPr lang="en-US" altLang="ko-KR" dirty="0"/>
              <a:t>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36" name="표 180">
            <a:extLst>
              <a:ext uri="{FF2B5EF4-FFF2-40B4-BE49-F238E27FC236}">
                <a16:creationId xmlns:a16="http://schemas.microsoft.com/office/drawing/2014/main" id="{19D4E38C-76AB-4F74-4209-343FE62F4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500804"/>
              </p:ext>
            </p:extLst>
          </p:nvPr>
        </p:nvGraphicFramePr>
        <p:xfrm>
          <a:off x="9980300" y="3690882"/>
          <a:ext cx="103155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85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385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126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37" name="표 336">
            <a:extLst>
              <a:ext uri="{FF2B5EF4-FFF2-40B4-BE49-F238E27FC236}">
                <a16:creationId xmlns:a16="http://schemas.microsoft.com/office/drawing/2014/main" id="{94AE012B-874E-43E3-2C8E-D4D4346B1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865606"/>
              </p:ext>
            </p:extLst>
          </p:nvPr>
        </p:nvGraphicFramePr>
        <p:xfrm>
          <a:off x="9985277" y="3932027"/>
          <a:ext cx="1026573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191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2191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0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5EBD2BAB-7DED-7265-B8A0-FF5997C121F8}"/>
              </a:ext>
            </a:extLst>
          </p:cNvPr>
          <p:cNvSpPr>
            <a:spLocks/>
          </p:cNvSpPr>
          <p:nvPr/>
        </p:nvSpPr>
        <p:spPr>
          <a:xfrm>
            <a:off x="9981076" y="424185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17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39" name="표 180">
            <a:extLst>
              <a:ext uri="{FF2B5EF4-FFF2-40B4-BE49-F238E27FC236}">
                <a16:creationId xmlns:a16="http://schemas.microsoft.com/office/drawing/2014/main" id="{D62C39BA-F47B-C12E-417B-2DEEAB95C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367745"/>
              </p:ext>
            </p:extLst>
          </p:nvPr>
        </p:nvGraphicFramePr>
        <p:xfrm>
          <a:off x="9980587" y="4507558"/>
          <a:ext cx="104109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032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032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144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40" name="표 339">
            <a:extLst>
              <a:ext uri="{FF2B5EF4-FFF2-40B4-BE49-F238E27FC236}">
                <a16:creationId xmlns:a16="http://schemas.microsoft.com/office/drawing/2014/main" id="{FDA31250-237F-B051-FCB7-3A94B7BD7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225673"/>
              </p:ext>
            </p:extLst>
          </p:nvPr>
        </p:nvGraphicFramePr>
        <p:xfrm>
          <a:off x="9973816" y="474870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A062801D-681A-E5C9-DCF1-D7BCF87B2D8C}"/>
              </a:ext>
            </a:extLst>
          </p:cNvPr>
          <p:cNvSpPr/>
          <p:nvPr/>
        </p:nvSpPr>
        <p:spPr>
          <a:xfrm>
            <a:off x="9981076" y="5059105"/>
            <a:ext cx="1039061" cy="733285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PE</a:t>
            </a:r>
            <a:r>
              <a:rPr lang="en-US" altLang="ko-KR" dirty="0"/>
              <a:t>27</a:t>
            </a:r>
            <a:endParaRPr kumimoji="0" lang="ko-KR" altLang="en-US" sz="18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42" name="표 180">
            <a:extLst>
              <a:ext uri="{FF2B5EF4-FFF2-40B4-BE49-F238E27FC236}">
                <a16:creationId xmlns:a16="http://schemas.microsoft.com/office/drawing/2014/main" id="{2BC2BED6-2164-8383-ED29-A8821B9CE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29546"/>
              </p:ext>
            </p:extLst>
          </p:nvPr>
        </p:nvGraphicFramePr>
        <p:xfrm>
          <a:off x="9973816" y="5324808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162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graphicFrame>
        <p:nvGraphicFramePr>
          <p:cNvPr id="343" name="표 342">
            <a:extLst>
              <a:ext uri="{FF2B5EF4-FFF2-40B4-BE49-F238E27FC236}">
                <a16:creationId xmlns:a16="http://schemas.microsoft.com/office/drawing/2014/main" id="{11D34BFB-61FC-623A-A0DD-FDDE3CB7B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592518"/>
              </p:ext>
            </p:extLst>
          </p:nvPr>
        </p:nvGraphicFramePr>
        <p:xfrm>
          <a:off x="9973816" y="5565953"/>
          <a:ext cx="1043820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7940">
                  <a:extLst>
                    <a:ext uri="{9D8B030D-6E8A-4147-A177-3AD203B41FA5}">
                      <a16:colId xmlns:a16="http://schemas.microsoft.com/office/drawing/2014/main" val="4030071498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581611626"/>
                    </a:ext>
                  </a:extLst>
                </a:gridCol>
                <a:gridCol w="347940">
                  <a:extLst>
                    <a:ext uri="{9D8B030D-6E8A-4147-A177-3AD203B41FA5}">
                      <a16:colId xmlns:a16="http://schemas.microsoft.com/office/drawing/2014/main" val="1397213214"/>
                    </a:ext>
                  </a:extLst>
                </a:gridCol>
              </a:tblGrid>
              <a:tr h="118091"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1" dirty="0"/>
                        <a:t>6</a:t>
                      </a:r>
                      <a:endParaRPr lang="ko-KR" altLang="en-US" sz="700" b="1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35944"/>
                  </a:ext>
                </a:extLst>
              </a:tr>
            </a:tbl>
          </a:graphicData>
        </a:graphic>
      </p:graphicFrame>
      <p:sp>
        <p:nvSpPr>
          <p:cNvPr id="344" name="TextBox 343">
            <a:extLst>
              <a:ext uri="{FF2B5EF4-FFF2-40B4-BE49-F238E27FC236}">
                <a16:creationId xmlns:a16="http://schemas.microsoft.com/office/drawing/2014/main" id="{89B190D8-4A40-6384-4226-8E899171734F}"/>
              </a:ext>
            </a:extLst>
          </p:cNvPr>
          <p:cNvSpPr txBox="1"/>
          <p:nvPr/>
        </p:nvSpPr>
        <p:spPr>
          <a:xfrm>
            <a:off x="6032134" y="3054386"/>
            <a:ext cx="969265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314738745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9D319-0EC9-96F7-A304-9D60FB31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VGG-16 structure</a:t>
            </a:r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0D9DF6-106C-9545-4A35-F772BF7E8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918" y="1905901"/>
            <a:ext cx="6564333" cy="3697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860978A-4F6B-00C8-C8D4-95F5DE2F0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591" y="950026"/>
            <a:ext cx="1739872" cy="495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796724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39" name="텍스트 개체 틀 2">
                <a:extLst>
                  <a:ext uri="{FF2B5EF4-FFF2-40B4-BE49-F238E27FC236}">
                    <a16:creationId xmlns:a16="http://schemas.microsoft.com/office/drawing/2014/main" id="{04ACB65D-F57C-763E-6711-F127D7545B7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2" y="1147313"/>
                <a:ext cx="10515601" cy="5029650"/>
              </a:xfrm>
            </p:spPr>
            <p:txBody>
              <a:bodyPr/>
              <a:lstStyle/>
              <a:p>
                <a:r>
                  <a:rPr lang="en-US" altLang="ko-KR" sz="1800" dirty="0"/>
                  <a:t>In the previous setting, the order of the data was manipulated before the operation to deliver the sequential data</a:t>
                </a:r>
              </a:p>
              <a:p>
                <a:r>
                  <a:rPr lang="en-US" altLang="ko-KR" sz="1800" dirty="0"/>
                  <a:t>The following address control is required to deliver a tiled feature map without rearranging software feature map</a:t>
                </a:r>
              </a:p>
              <a:p>
                <a:r>
                  <a:rPr lang="en-US" altLang="ko-KR" sz="1800" dirty="0"/>
                  <a:t>Using A * B = C  </a:t>
                </a:r>
                <a:r>
                  <a:rPr lang="en-US" altLang="ko-KR" sz="1800" dirty="0">
                    <a:sym typeface="Wingdings" panose="05000000000000000000" pitchFamily="2" charset="2"/>
                  </a:rPr>
                  <a:t>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1800" dirty="0"/>
                  <a:t>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18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ko-KR" sz="1800" dirty="0"/>
                  <a:t>, Calculated based on matrix product of transpose matrix</a:t>
                </a:r>
                <a:endParaRPr lang="ko-KR" altLang="en-US" sz="180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039" name="텍스트 개체 틀 2">
                <a:extLst>
                  <a:ext uri="{FF2B5EF4-FFF2-40B4-BE49-F238E27FC236}">
                    <a16:creationId xmlns:a16="http://schemas.microsoft.com/office/drawing/2014/main" id="{04ACB65D-F57C-763E-6711-F127D7545B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2" y="1147313"/>
                <a:ext cx="10515601" cy="5029650"/>
              </a:xfrm>
              <a:blipFill>
                <a:blip r:embed="rId2"/>
                <a:stretch>
                  <a:fillRect l="-812" t="-1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9E2EA3-BFA1-3338-4B98-88D54DD128C1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Address Control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E81C36-D324-1C2C-1559-C9A7C324F0D1}"/>
                  </a:ext>
                </a:extLst>
              </p:cNvPr>
              <p:cNvSpPr txBox="1"/>
              <p:nvPr/>
            </p:nvSpPr>
            <p:spPr>
              <a:xfrm>
                <a:off x="7452674" y="2808404"/>
                <a:ext cx="3709155" cy="3416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Feature map = array[1,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𝐶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]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ko-KR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  <a:p>
                <a:r>
                  <a:rPr lang="en-US" altLang="ko-KR" dirty="0"/>
                  <a:t>margin</a:t>
                </a:r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= </a:t>
                </a:r>
                <a:r>
                  <a:rPr kumimoji="0" lang="en-US" altLang="ko-KR" sz="1800" b="0" i="0" u="none" strike="noStrike" cap="none" spc="0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kernel_size</a:t>
                </a:r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- 1= 2</a:t>
                </a:r>
              </a:p>
              <a:p>
                <a:endParaRPr kumimoji="0" lang="en-US" altLang="ko-KR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  <a:p>
                <a:r>
                  <a:rPr lang="en-US" altLang="ko-KR" dirty="0" err="1"/>
                  <a:t>Tile_length</a:t>
                </a:r>
                <a:r>
                  <a:rPr lang="en-US" altLang="ko-KR" dirty="0"/>
                  <a:t> = 16</a:t>
                </a:r>
              </a:p>
              <a:p>
                <a:r>
                  <a:rPr kumimoji="0" lang="en-US" altLang="ko-KR" sz="1800" b="0" i="0" u="none" strike="noStrike" cap="none" spc="0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Pe_array</a:t>
                </a:r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row = 8</a:t>
                </a:r>
              </a:p>
              <a:p>
                <a:endParaRPr lang="en-US" altLang="ko-KR" dirty="0"/>
              </a:p>
              <a:p>
                <a:endParaRPr kumimoji="0" lang="en-US" altLang="ko-KR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𝑇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𝑊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= </a:t>
                </a:r>
                <a:r>
                  <a:rPr kumimoji="0" lang="en-US" altLang="ko-KR" sz="1800" b="0" i="0" u="none" strike="noStrike" cap="none" spc="0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tile_length</a:t>
                </a:r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+ margin= 18</a:t>
                </a:r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𝑇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𝐻</m:t>
                        </m:r>
                      </m:sub>
                    </m:sSub>
                    <m:r>
                      <a:rPr kumimoji="0" lang="en-US" altLang="ko-KR" sz="1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  <a:sym typeface="맑은 고딕"/>
                      </a:rPr>
                      <m:t> </m:t>
                    </m:r>
                  </m:oMath>
                </a14:m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= </a:t>
                </a:r>
                <a:r>
                  <a:rPr kumimoji="0" lang="en-US" altLang="ko-KR" sz="1800" b="0" i="0" u="none" strike="noStrike" cap="none" spc="0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pe_array</a:t>
                </a:r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row + margin = 10</a:t>
                </a:r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  <a:p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E81C36-D324-1C2C-1559-C9A7C324F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674" y="2808404"/>
                <a:ext cx="3709155" cy="3416318"/>
              </a:xfrm>
              <a:prstGeom prst="rect">
                <a:avLst/>
              </a:prstGeom>
              <a:blipFill>
                <a:blip r:embed="rId3"/>
                <a:stretch>
                  <a:fillRect l="-2632" t="-1071" r="-197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정육면체 5">
            <a:extLst>
              <a:ext uri="{FF2B5EF4-FFF2-40B4-BE49-F238E27FC236}">
                <a16:creationId xmlns:a16="http://schemas.microsoft.com/office/drawing/2014/main" id="{727CD91A-D9B5-E176-6232-0C877EBACD65}"/>
              </a:ext>
            </a:extLst>
          </p:cNvPr>
          <p:cNvSpPr/>
          <p:nvPr/>
        </p:nvSpPr>
        <p:spPr>
          <a:xfrm>
            <a:off x="4568724" y="3271495"/>
            <a:ext cx="2301317" cy="1484428"/>
          </a:xfrm>
          <a:prstGeom prst="cube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E103B6D-CA14-9DCB-463D-E33990D497BC}"/>
              </a:ext>
            </a:extLst>
          </p:cNvPr>
          <p:cNvCxnSpPr>
            <a:cxnSpLocks/>
          </p:cNvCxnSpPr>
          <p:nvPr/>
        </p:nvCxnSpPr>
        <p:spPr>
          <a:xfrm>
            <a:off x="4749825" y="3794439"/>
            <a:ext cx="147474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95D5815-74E0-9676-FB74-9C3B90FCE2E8}"/>
              </a:ext>
            </a:extLst>
          </p:cNvPr>
          <p:cNvCxnSpPr>
            <a:cxnSpLocks/>
          </p:cNvCxnSpPr>
          <p:nvPr/>
        </p:nvCxnSpPr>
        <p:spPr>
          <a:xfrm flipH="1">
            <a:off x="4785504" y="3784237"/>
            <a:ext cx="1439066" cy="831484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3251957-0CCC-12BF-0792-9B7686B167DB}"/>
              </a:ext>
            </a:extLst>
          </p:cNvPr>
          <p:cNvCxnSpPr>
            <a:cxnSpLocks/>
          </p:cNvCxnSpPr>
          <p:nvPr/>
        </p:nvCxnSpPr>
        <p:spPr>
          <a:xfrm>
            <a:off x="4785504" y="4615721"/>
            <a:ext cx="137960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D769509-0316-7D25-6FF9-5CB723015BF2}"/>
              </a:ext>
            </a:extLst>
          </p:cNvPr>
          <p:cNvCxnSpPr>
            <a:cxnSpLocks/>
          </p:cNvCxnSpPr>
          <p:nvPr/>
        </p:nvCxnSpPr>
        <p:spPr>
          <a:xfrm flipV="1">
            <a:off x="6165105" y="4207631"/>
            <a:ext cx="553029" cy="40809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143FE7-A632-7784-DF7D-5A173A65FADA}"/>
                  </a:ext>
                </a:extLst>
              </p:cNvPr>
              <p:cNvSpPr txBox="1"/>
              <p:nvPr/>
            </p:nvSpPr>
            <p:spPr>
              <a:xfrm>
                <a:off x="5631664" y="2823419"/>
                <a:ext cx="318832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𝐼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143FE7-A632-7784-DF7D-5A173A65F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664" y="2823419"/>
                <a:ext cx="318832" cy="369330"/>
              </a:xfrm>
              <a:prstGeom prst="rect">
                <a:avLst/>
              </a:prstGeom>
              <a:blipFill>
                <a:blip r:embed="rId4"/>
                <a:stretch>
                  <a:fillRect l="-11538" r="-7692" b="-16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DF4DD3-79DF-EB13-F0D2-02AF425E4329}"/>
                  </a:ext>
                </a:extLst>
              </p:cNvPr>
              <p:cNvSpPr txBox="1"/>
              <p:nvPr/>
            </p:nvSpPr>
            <p:spPr>
              <a:xfrm>
                <a:off x="4132524" y="3988282"/>
                <a:ext cx="28190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DF4DD3-79DF-EB13-F0D2-02AF425E4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524" y="3988282"/>
                <a:ext cx="281907" cy="369330"/>
              </a:xfrm>
              <a:prstGeom prst="rect">
                <a:avLst/>
              </a:prstGeom>
              <a:blipFill>
                <a:blip r:embed="rId5"/>
                <a:stretch>
                  <a:fillRect l="-13043" r="-8696" b="-16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5E5D1-554A-0E1F-797D-DC74D9AB467E}"/>
                  </a:ext>
                </a:extLst>
              </p:cNvPr>
              <p:cNvSpPr txBox="1"/>
              <p:nvPr/>
            </p:nvSpPr>
            <p:spPr>
              <a:xfrm>
                <a:off x="6718134" y="4411675"/>
                <a:ext cx="25782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𝐼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5E5D1-554A-0E1F-797D-DC74D9AB4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134" y="4411675"/>
                <a:ext cx="257827" cy="369330"/>
              </a:xfrm>
              <a:prstGeom prst="rect">
                <a:avLst/>
              </a:prstGeom>
              <a:blipFill>
                <a:blip r:embed="rId6"/>
                <a:stretch>
                  <a:fillRect l="-14286" r="-9524" b="-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정육면체 21">
            <a:extLst>
              <a:ext uri="{FF2B5EF4-FFF2-40B4-BE49-F238E27FC236}">
                <a16:creationId xmlns:a16="http://schemas.microsoft.com/office/drawing/2014/main" id="{DAD24F34-2414-DBE9-D235-53DEB238EFA0}"/>
              </a:ext>
            </a:extLst>
          </p:cNvPr>
          <p:cNvSpPr/>
          <p:nvPr/>
        </p:nvSpPr>
        <p:spPr>
          <a:xfrm>
            <a:off x="1067780" y="3246068"/>
            <a:ext cx="2301317" cy="1484428"/>
          </a:xfrm>
          <a:prstGeom prst="cube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AEC98B3-B37D-766E-347F-C06957DEFF4B}"/>
              </a:ext>
            </a:extLst>
          </p:cNvPr>
          <p:cNvCxnSpPr>
            <a:cxnSpLocks/>
          </p:cNvCxnSpPr>
          <p:nvPr/>
        </p:nvCxnSpPr>
        <p:spPr>
          <a:xfrm>
            <a:off x="1252125" y="3761578"/>
            <a:ext cx="147474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7B774BA-E131-6A61-4926-60D8D741D44B}"/>
              </a:ext>
            </a:extLst>
          </p:cNvPr>
          <p:cNvCxnSpPr>
            <a:cxnSpLocks/>
          </p:cNvCxnSpPr>
          <p:nvPr/>
        </p:nvCxnSpPr>
        <p:spPr>
          <a:xfrm flipH="1">
            <a:off x="1287804" y="3784237"/>
            <a:ext cx="1439066" cy="831484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EFB3B23-2024-E241-3E64-AC06F64DF363}"/>
              </a:ext>
            </a:extLst>
          </p:cNvPr>
          <p:cNvCxnSpPr>
            <a:cxnSpLocks/>
          </p:cNvCxnSpPr>
          <p:nvPr/>
        </p:nvCxnSpPr>
        <p:spPr>
          <a:xfrm>
            <a:off x="1287804" y="4615721"/>
            <a:ext cx="137960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98BBA2D-6F50-6CC1-0F16-D9E84ACA5BC5}"/>
              </a:ext>
            </a:extLst>
          </p:cNvPr>
          <p:cNvCxnSpPr>
            <a:cxnSpLocks/>
          </p:cNvCxnSpPr>
          <p:nvPr/>
        </p:nvCxnSpPr>
        <p:spPr>
          <a:xfrm flipV="1">
            <a:off x="2667405" y="4207631"/>
            <a:ext cx="553029" cy="40809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BAE3ED-38EE-6E73-DE4D-778C7D342379}"/>
                  </a:ext>
                </a:extLst>
              </p:cNvPr>
              <p:cNvSpPr txBox="1"/>
              <p:nvPr/>
            </p:nvSpPr>
            <p:spPr>
              <a:xfrm>
                <a:off x="1899606" y="3246067"/>
                <a:ext cx="318832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𝐼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BAE3ED-38EE-6E73-DE4D-778C7D342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606" y="3246067"/>
                <a:ext cx="318832" cy="369330"/>
              </a:xfrm>
              <a:prstGeom prst="rect">
                <a:avLst/>
              </a:prstGeom>
              <a:blipFill>
                <a:blip r:embed="rId7"/>
                <a:stretch>
                  <a:fillRect l="-11538" r="-7692" b="-16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6CAC32-0E86-DBF1-F991-01CE0365DB18}"/>
                  </a:ext>
                </a:extLst>
              </p:cNvPr>
              <p:cNvSpPr txBox="1"/>
              <p:nvPr/>
            </p:nvSpPr>
            <p:spPr>
              <a:xfrm>
                <a:off x="767858" y="3988282"/>
                <a:ext cx="28190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6CAC32-0E86-DBF1-F991-01CE0365D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58" y="3988282"/>
                <a:ext cx="281907" cy="369330"/>
              </a:xfrm>
              <a:prstGeom prst="rect">
                <a:avLst/>
              </a:prstGeom>
              <a:blipFill>
                <a:blip r:embed="rId8"/>
                <a:stretch>
                  <a:fillRect l="-13043" r="-8696" b="-16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45F40B5-16B9-0EA9-AB91-52DB468DD508}"/>
                  </a:ext>
                </a:extLst>
              </p:cNvPr>
              <p:cNvSpPr txBox="1"/>
              <p:nvPr/>
            </p:nvSpPr>
            <p:spPr>
              <a:xfrm>
                <a:off x="3220434" y="4411676"/>
                <a:ext cx="25782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𝐼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45F40B5-16B9-0EA9-AB91-52DB468DD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434" y="4411676"/>
                <a:ext cx="257827" cy="369330"/>
              </a:xfrm>
              <a:prstGeom prst="rect">
                <a:avLst/>
              </a:prstGeom>
              <a:blipFill>
                <a:blip r:embed="rId9"/>
                <a:stretch>
                  <a:fillRect l="-13953" r="-6977" b="-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7F44401-0D8D-9473-1CE1-61AD0FDC762D}"/>
              </a:ext>
            </a:extLst>
          </p:cNvPr>
          <p:cNvCxnSpPr>
            <a:stCxn id="6" idx="1"/>
          </p:cNvCxnSpPr>
          <p:nvPr/>
        </p:nvCxnSpPr>
        <p:spPr>
          <a:xfrm flipH="1">
            <a:off x="5496389" y="3642602"/>
            <a:ext cx="6689" cy="559909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8CC7FB0-0EBE-9C15-589D-8C1A2C11D2C6}"/>
              </a:ext>
            </a:extLst>
          </p:cNvPr>
          <p:cNvCxnSpPr>
            <a:stCxn id="6" idx="2"/>
          </p:cNvCxnSpPr>
          <p:nvPr/>
        </p:nvCxnSpPr>
        <p:spPr>
          <a:xfrm>
            <a:off x="4568724" y="4199263"/>
            <a:ext cx="927664" cy="3247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158B829-7E53-61CB-FE0F-51621E986896}"/>
              </a:ext>
            </a:extLst>
          </p:cNvPr>
          <p:cNvCxnSpPr>
            <a:cxnSpLocks/>
          </p:cNvCxnSpPr>
          <p:nvPr/>
        </p:nvCxnSpPr>
        <p:spPr>
          <a:xfrm flipV="1">
            <a:off x="5493145" y="3764826"/>
            <a:ext cx="439301" cy="409009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CAE05F7-96BE-1D5E-1D7B-AB22F4587EF4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5935690" y="3271495"/>
            <a:ext cx="0" cy="51551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2BF0FC4-A346-2254-C101-71D834882E97}"/>
              </a:ext>
            </a:extLst>
          </p:cNvPr>
          <p:cNvCxnSpPr>
            <a:cxnSpLocks/>
            <a:endCxn id="6" idx="0"/>
          </p:cNvCxnSpPr>
          <p:nvPr/>
        </p:nvCxnSpPr>
        <p:spPr>
          <a:xfrm flipV="1">
            <a:off x="5499733" y="3271495"/>
            <a:ext cx="435957" cy="386624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39A4508-5AF6-4656-828B-2139D43C85C5}"/>
                  </a:ext>
                </a:extLst>
              </p:cNvPr>
              <p:cNvSpPr txBox="1"/>
              <p:nvPr/>
            </p:nvSpPr>
            <p:spPr>
              <a:xfrm>
                <a:off x="5235195" y="3230505"/>
                <a:ext cx="484188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39A4508-5AF6-4656-828B-2139D43C8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195" y="3230505"/>
                <a:ext cx="484188" cy="369330"/>
              </a:xfrm>
              <a:prstGeom prst="rect">
                <a:avLst/>
              </a:prstGeom>
              <a:blipFill>
                <a:blip r:embed="rId10"/>
                <a:stretch>
                  <a:fillRect b="-16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46D796-BFA3-170F-9F17-78E371E86001}"/>
                  </a:ext>
                </a:extLst>
              </p:cNvPr>
              <p:cNvSpPr txBox="1"/>
              <p:nvPr/>
            </p:nvSpPr>
            <p:spPr>
              <a:xfrm>
                <a:off x="5139609" y="3723464"/>
                <a:ext cx="353968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𝑇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46D796-BFA3-170F-9F17-78E371E86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609" y="3723464"/>
                <a:ext cx="353968" cy="369330"/>
              </a:xfrm>
              <a:prstGeom prst="rect">
                <a:avLst/>
              </a:prstGeom>
              <a:blipFill>
                <a:blip r:embed="rId11"/>
                <a:stretch>
                  <a:fillRect l="-8621" b="-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0" name="TextBox 1039">
            <a:extLst>
              <a:ext uri="{FF2B5EF4-FFF2-40B4-BE49-F238E27FC236}">
                <a16:creationId xmlns:a16="http://schemas.microsoft.com/office/drawing/2014/main" id="{2C9CABEC-0F7B-C857-F79E-274C1FB31D2C}"/>
              </a:ext>
            </a:extLst>
          </p:cNvPr>
          <p:cNvSpPr txBox="1"/>
          <p:nvPr/>
        </p:nvSpPr>
        <p:spPr>
          <a:xfrm>
            <a:off x="2816153" y="5664239"/>
            <a:ext cx="234455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Not rearranged Array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1042" name="직선 화살표 연결선 1041">
            <a:extLst>
              <a:ext uri="{FF2B5EF4-FFF2-40B4-BE49-F238E27FC236}">
                <a16:creationId xmlns:a16="http://schemas.microsoft.com/office/drawing/2014/main" id="{62577B6D-0A23-8029-A508-A13286E4B291}"/>
              </a:ext>
            </a:extLst>
          </p:cNvPr>
          <p:cNvCxnSpPr/>
          <p:nvPr/>
        </p:nvCxnSpPr>
        <p:spPr>
          <a:xfrm>
            <a:off x="3556660" y="3847605"/>
            <a:ext cx="748145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AEDAC9D5-E746-CCFC-4DC4-C1AD527E8874}"/>
              </a:ext>
            </a:extLst>
          </p:cNvPr>
          <p:cNvSpPr txBox="1"/>
          <p:nvPr/>
        </p:nvSpPr>
        <p:spPr>
          <a:xfrm>
            <a:off x="3638646" y="3423813"/>
            <a:ext cx="72704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tiling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4391522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텍스트 개체 틀 2">
                <a:extLst>
                  <a:ext uri="{FF2B5EF4-FFF2-40B4-BE49-F238E27FC236}">
                    <a16:creationId xmlns:a16="http://schemas.microsoft.com/office/drawing/2014/main" id="{3B075E0E-1AB1-8E02-EEB2-77BE5ECAA4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2" y="1147313"/>
                <a:ext cx="10515601" cy="5029650"/>
              </a:xfrm>
            </p:spPr>
            <p:txBody>
              <a:bodyPr/>
              <a:lstStyle/>
              <a:p>
                <a:r>
                  <a:rPr lang="en-US" altLang="ko-KR" dirty="0"/>
                  <a:t>The first layer should calculate </a:t>
                </a:r>
                <a:r>
                  <a:rPr lang="en-US" altLang="ko-KR" b="1" dirty="0"/>
                  <a:t>224x224x64</a:t>
                </a:r>
                <a:r>
                  <a:rPr lang="en-US" altLang="ko-KR" dirty="0"/>
                  <a:t> input (zero padding 256 x 256)</a:t>
                </a:r>
              </a:p>
              <a:p>
                <a:r>
                  <a:rPr lang="en-US" altLang="ko-KR" dirty="0"/>
                  <a:t>Operate a sequential read to deliver one Tiled channel</a:t>
                </a:r>
              </a:p>
              <a:p>
                <a:r>
                  <a:rPr lang="en-US" altLang="ko-KR" dirty="0"/>
                  <a:t>With 2 transfers (maximum: </a:t>
                </a:r>
                <a:r>
                  <a:rPr lang="en-US" altLang="ko-KR" b="1" dirty="0"/>
                  <a:t>4096</a:t>
                </a:r>
                <a:r>
                  <a:rPr lang="en-US" altLang="ko-KR" dirty="0"/>
                  <a:t> Byte) can deliver input feature map as much as </a:t>
                </a:r>
                <a:endParaRPr kumimoji="0" lang="en-US" altLang="ko-KR" sz="2000" b="0" i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Cambria Math" panose="02040503050406030204" pitchFamily="18" charset="0"/>
                  <a:ea typeface="+mj-ea"/>
                  <a:cs typeface="+mj-cs"/>
                  <a:sym typeface="맑은 고딕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kumimoji="0" lang="en-US" altLang="ko-KR" sz="20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  <a:sym typeface="맑은 고딕"/>
                      </a:rPr>
                      <m:t>    </m:t>
                    </m:r>
                    <m:sSub>
                      <m:sSubPr>
                        <m:ctrlPr>
                          <a:rPr kumimoji="0" lang="en-US" altLang="ko-KR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𝑇</m:t>
                        </m:r>
                      </m:e>
                      <m:sub>
                        <m:r>
                          <a:rPr kumimoji="0" lang="en-US" altLang="ko-KR" sz="20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altLang="ko-KR" dirty="0"/>
                  <a:t> (Tile width) (</a:t>
                </a:r>
                <a:r>
                  <a:rPr lang="en-US" altLang="ko-KR" b="1" dirty="0"/>
                  <a:t>4608</a:t>
                </a:r>
                <a:r>
                  <a:rPr lang="en-US" altLang="ko-KR" dirty="0"/>
                  <a:t> Byte)</a:t>
                </a:r>
              </a:p>
              <a:p>
                <a:r>
                  <a:rPr lang="en-US" altLang="ko-KR" dirty="0"/>
                  <a:t>Buffer needed that minimum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256 (zero padding) x 18 x 64 = </a:t>
                </a:r>
                <a:r>
                  <a:rPr lang="en-US" altLang="ko-KR" b="1" dirty="0"/>
                  <a:t>288kB</a:t>
                </a:r>
              </a:p>
              <a:p>
                <a:r>
                  <a:rPr lang="en-US" altLang="ko-KR" dirty="0"/>
                  <a:t>Read </a:t>
                </a:r>
                <a:r>
                  <a:rPr lang="en-US" altLang="ko-KR" b="1" dirty="0"/>
                  <a:t>4608Byte</a:t>
                </a:r>
                <a:r>
                  <a:rPr lang="en-US" altLang="ko-KR" dirty="0"/>
                  <a:t> from offset address by channel</a:t>
                </a:r>
                <a:endParaRPr lang="ko-KR" altLang="en-US" dirty="0"/>
              </a:p>
            </p:txBody>
          </p:sp>
        </mc:Choice>
        <mc:Fallback>
          <p:sp>
            <p:nvSpPr>
              <p:cNvPr id="11" name="텍스트 개체 틀 2">
                <a:extLst>
                  <a:ext uri="{FF2B5EF4-FFF2-40B4-BE49-F238E27FC236}">
                    <a16:creationId xmlns:a16="http://schemas.microsoft.com/office/drawing/2014/main" id="{3B075E0E-1AB1-8E02-EEB2-77BE5ECAA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2" y="1147313"/>
                <a:ext cx="10515601" cy="5029650"/>
              </a:xfrm>
              <a:blipFill>
                <a:blip r:embed="rId2"/>
                <a:stretch>
                  <a:fillRect l="-986" t="-1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9E2EA3-BFA1-3338-4B98-88D54DD128C1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Address Control / Input Feature Map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E81C36-D324-1C2C-1559-C9A7C324F0D1}"/>
                  </a:ext>
                </a:extLst>
              </p:cNvPr>
              <p:cNvSpPr txBox="1"/>
              <p:nvPr/>
            </p:nvSpPr>
            <p:spPr>
              <a:xfrm>
                <a:off x="6958501" y="3037092"/>
                <a:ext cx="4753672" cy="25853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dirty="0"/>
                  <a:t>1</a:t>
                </a:r>
                <a:r>
                  <a:rPr lang="en-US" altLang="ko-KR" baseline="30000" dirty="0"/>
                  <a:t>st</a:t>
                </a:r>
                <a:r>
                  <a:rPr lang="en-US" altLang="ko-KR" dirty="0"/>
                  <a:t> layer width = 224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1</a:t>
                </a:r>
                <a:r>
                  <a:rPr kumimoji="0" lang="en-US" altLang="ko-KR" sz="1800" b="0" i="0" u="none" strike="noStrike" cap="none" spc="0" normalizeH="0" baseline="30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st</a:t>
                </a:r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layer input channel = 64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𝑇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𝑊</m:t>
                        </m:r>
                      </m:sub>
                    </m:sSub>
                    <m:r>
                      <a:rPr kumimoji="0" lang="en-US" altLang="ko-KR" sz="1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  <a:sym typeface="맑은 고딕"/>
                      </a:rPr>
                      <m:t> </m:t>
                    </m:r>
                  </m:oMath>
                </a14:m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= 18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altLang="ko-KR" dirty="0"/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dirty="0" err="1"/>
                  <a:t>Ti_address</a:t>
                </a:r>
                <a:r>
                  <a:rPr lang="en-US" altLang="ko-KR" dirty="0"/>
                  <a:t> offset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altLang="ko-KR" dirty="0"/>
                  <a:t> * </a:t>
                </a:r>
                <a:r>
                  <a:rPr lang="en-US" altLang="ko-KR" dirty="0" err="1"/>
                  <a:t>pe_row</a:t>
                </a:r>
                <a:r>
                  <a:rPr lang="en-US" altLang="ko-KR" dirty="0"/>
                  <a:t> * tile index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dirty="0"/>
                  <a:t>		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altLang="ko-KR" dirty="0"/>
                  <a:t> * 8 * tile index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altLang="ko-KR" dirty="0"/>
              </a:p>
              <a:p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address offset = </a:t>
                </a:r>
                <a:r>
                  <a:rPr kumimoji="0" lang="en-US" altLang="ko-KR" sz="1800" b="0" i="0" u="none" strike="noStrike" cap="none" spc="0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Ti</a:t>
                </a:r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𝑊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맑은 고딕"/>
                  </a:rPr>
                  <a:t> * channel index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altLang="ko-KR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E81C36-D324-1C2C-1559-C9A7C324F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501" y="3037092"/>
                <a:ext cx="4753672" cy="2585321"/>
              </a:xfrm>
              <a:prstGeom prst="rect">
                <a:avLst/>
              </a:prstGeom>
              <a:blipFill>
                <a:blip r:embed="rId3"/>
                <a:stretch>
                  <a:fillRect l="-2051" t="-1179" r="-115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정육면체 21">
            <a:extLst>
              <a:ext uri="{FF2B5EF4-FFF2-40B4-BE49-F238E27FC236}">
                <a16:creationId xmlns:a16="http://schemas.microsoft.com/office/drawing/2014/main" id="{DAD24F34-2414-DBE9-D235-53DEB238EFA0}"/>
              </a:ext>
            </a:extLst>
          </p:cNvPr>
          <p:cNvSpPr/>
          <p:nvPr/>
        </p:nvSpPr>
        <p:spPr>
          <a:xfrm>
            <a:off x="2065623" y="3920051"/>
            <a:ext cx="2297876" cy="1727860"/>
          </a:xfrm>
          <a:prstGeom prst="cube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AEC98B3-B37D-766E-347F-C06957DEFF4B}"/>
              </a:ext>
            </a:extLst>
          </p:cNvPr>
          <p:cNvCxnSpPr>
            <a:cxnSpLocks/>
          </p:cNvCxnSpPr>
          <p:nvPr/>
        </p:nvCxnSpPr>
        <p:spPr>
          <a:xfrm>
            <a:off x="2231879" y="4560124"/>
            <a:ext cx="147254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7B774BA-E131-6A61-4926-60D8D741D44B}"/>
              </a:ext>
            </a:extLst>
          </p:cNvPr>
          <p:cNvCxnSpPr>
            <a:cxnSpLocks/>
          </p:cNvCxnSpPr>
          <p:nvPr/>
        </p:nvCxnSpPr>
        <p:spPr>
          <a:xfrm flipH="1">
            <a:off x="2267505" y="4548249"/>
            <a:ext cx="1436914" cy="326682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98BBA2D-6F50-6CC1-0F16-D9E84ACA5BC5}"/>
              </a:ext>
            </a:extLst>
          </p:cNvPr>
          <p:cNvCxnSpPr>
            <a:cxnSpLocks/>
          </p:cNvCxnSpPr>
          <p:nvPr/>
        </p:nvCxnSpPr>
        <p:spPr>
          <a:xfrm>
            <a:off x="2301369" y="4874931"/>
            <a:ext cx="1447582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3BAE3ED-38EE-6E73-DE4D-778C7D342379}"/>
              </a:ext>
            </a:extLst>
          </p:cNvPr>
          <p:cNvSpPr txBox="1"/>
          <p:nvPr/>
        </p:nvSpPr>
        <p:spPr>
          <a:xfrm>
            <a:off x="2303131" y="3996365"/>
            <a:ext cx="191330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224 + 32 zeros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6CAC32-0E86-DBF1-F991-01CE0365DB18}"/>
              </a:ext>
            </a:extLst>
          </p:cNvPr>
          <p:cNvSpPr txBox="1"/>
          <p:nvPr/>
        </p:nvSpPr>
        <p:spPr>
          <a:xfrm>
            <a:off x="1713360" y="4514418"/>
            <a:ext cx="35893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18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5F40B5-16B9-0EA9-AB91-52DB468DD508}"/>
              </a:ext>
            </a:extLst>
          </p:cNvPr>
          <p:cNvSpPr txBox="1"/>
          <p:nvPr/>
        </p:nvSpPr>
        <p:spPr>
          <a:xfrm>
            <a:off x="4197245" y="5278581"/>
            <a:ext cx="38663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64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8D7C741-107C-CD6A-D859-894E94B3416D}"/>
              </a:ext>
            </a:extLst>
          </p:cNvPr>
          <p:cNvCxnSpPr>
            <a:stCxn id="22" idx="2"/>
            <a:endCxn id="22" idx="4"/>
          </p:cNvCxnSpPr>
          <p:nvPr/>
        </p:nvCxnSpPr>
        <p:spPr>
          <a:xfrm>
            <a:off x="2065623" y="4999964"/>
            <a:ext cx="1865911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64806316-98A3-C671-5DB5-390E246ACDE3}"/>
              </a:ext>
            </a:extLst>
          </p:cNvPr>
          <p:cNvCxnSpPr>
            <a:stCxn id="22" idx="4"/>
            <a:endCxn id="22" idx="5"/>
          </p:cNvCxnSpPr>
          <p:nvPr/>
        </p:nvCxnSpPr>
        <p:spPr>
          <a:xfrm flipV="1">
            <a:off x="3931534" y="4567999"/>
            <a:ext cx="431965" cy="431965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53314F2-A580-B579-8910-93E4EDF9C6BB}"/>
              </a:ext>
            </a:extLst>
          </p:cNvPr>
          <p:cNvSpPr txBox="1"/>
          <p:nvPr/>
        </p:nvSpPr>
        <p:spPr>
          <a:xfrm>
            <a:off x="3470482" y="4329753"/>
            <a:ext cx="51834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Ti1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77762179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3B075E0E-1AB1-8E02-EEB2-77BE5ECAA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</p:spPr>
        <p:txBody>
          <a:bodyPr/>
          <a:lstStyle/>
          <a:p>
            <a:r>
              <a:rPr lang="en-US" altLang="ko-KR" dirty="0"/>
              <a:t>The IFMs stored in the Buffer are in the same order as shown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9E2EA3-BFA1-3338-4B98-88D54DD128C1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Address Control / Input Feature Map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E81C36-D324-1C2C-1559-C9A7C324F0D1}"/>
                  </a:ext>
                </a:extLst>
              </p:cNvPr>
              <p:cNvSpPr txBox="1"/>
              <p:nvPr/>
            </p:nvSpPr>
            <p:spPr>
              <a:xfrm>
                <a:off x="5862637" y="1777992"/>
                <a:ext cx="5726181" cy="12003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dirty="0"/>
                  <a:t>512bit -&gt; 64bit divided into 8 BRAMs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dirty="0" err="1"/>
                  <a:t>Latancy</a:t>
                </a:r>
                <a:r>
                  <a:rPr lang="en-US" altLang="ko-KR" dirty="0"/>
                  <a:t> (1</a:t>
                </a:r>
                <a:r>
                  <a:rPr lang="en-US" altLang="ko-KR" baseline="30000" dirty="0"/>
                  <a:t>st</a:t>
                </a:r>
                <a:r>
                  <a:rPr lang="en-US" altLang="ko-KR" dirty="0"/>
                  <a:t> layer) / Tile = 4068cycle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altLang="ko-KR" dirty="0"/>
                  <a:t> * 18 * ci/64) </a:t>
                </a:r>
              </a:p>
              <a:p>
                <a:endParaRPr lang="en-US" altLang="ko-KR" sz="1800" dirty="0"/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altLang="ko-KR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E81C36-D324-1C2C-1559-C9A7C324F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637" y="1777992"/>
                <a:ext cx="5726181" cy="1200327"/>
              </a:xfrm>
              <a:prstGeom prst="rect">
                <a:avLst/>
              </a:prstGeom>
              <a:blipFill>
                <a:blip r:embed="rId2"/>
                <a:stretch>
                  <a:fillRect l="-1704" t="-3046" r="-74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07F4793-7E94-64FE-6912-5EEB561E7E81}"/>
              </a:ext>
            </a:extLst>
          </p:cNvPr>
          <p:cNvCxnSpPr>
            <a:cxnSpLocks/>
          </p:cNvCxnSpPr>
          <p:nvPr/>
        </p:nvCxnSpPr>
        <p:spPr>
          <a:xfrm>
            <a:off x="-264113" y="2744105"/>
            <a:ext cx="0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414EC29E-D381-F3BD-0D8A-E0C165A042D0}"/>
              </a:ext>
            </a:extLst>
          </p:cNvPr>
          <p:cNvCxnSpPr>
            <a:cxnSpLocks/>
          </p:cNvCxnSpPr>
          <p:nvPr/>
        </p:nvCxnSpPr>
        <p:spPr>
          <a:xfrm>
            <a:off x="1303407" y="5733980"/>
            <a:ext cx="0" cy="284854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E4530083-E7AE-4FAE-58D2-1F3C28ACD195}"/>
              </a:ext>
            </a:extLst>
          </p:cNvPr>
          <p:cNvCxnSpPr/>
          <p:nvPr/>
        </p:nvCxnSpPr>
        <p:spPr>
          <a:xfrm>
            <a:off x="2026590" y="1813618"/>
            <a:ext cx="3035989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430853D-D26E-E654-4399-59527F1EDCE0}"/>
              </a:ext>
            </a:extLst>
          </p:cNvPr>
          <p:cNvSpPr txBox="1"/>
          <p:nvPr/>
        </p:nvSpPr>
        <p:spPr>
          <a:xfrm>
            <a:off x="3171791" y="1554645"/>
            <a:ext cx="745589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/>
              <a:t>2048 bit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6CAC32-0E86-DBF1-F991-01CE0365DB18}"/>
              </a:ext>
            </a:extLst>
          </p:cNvPr>
          <p:cNvSpPr txBox="1"/>
          <p:nvPr/>
        </p:nvSpPr>
        <p:spPr>
          <a:xfrm>
            <a:off x="573210" y="2536545"/>
            <a:ext cx="352177" cy="3231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5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18</a:t>
            </a:r>
            <a:endParaRPr kumimoji="0" lang="ko-KR" altLang="en-US" sz="15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C283124-E6DF-978C-D28D-8F2DCEA3B541}"/>
              </a:ext>
            </a:extLst>
          </p:cNvPr>
          <p:cNvGrpSpPr/>
          <p:nvPr/>
        </p:nvGrpSpPr>
        <p:grpSpPr>
          <a:xfrm>
            <a:off x="920573" y="2054218"/>
            <a:ext cx="1259817" cy="1064015"/>
            <a:chOff x="219158" y="3668468"/>
            <a:chExt cx="3758928" cy="1064015"/>
          </a:xfrm>
        </p:grpSpPr>
        <p:sp>
          <p:nvSpPr>
            <p:cNvPr id="21" name="정육면체 20">
              <a:extLst>
                <a:ext uri="{FF2B5EF4-FFF2-40B4-BE49-F238E27FC236}">
                  <a16:creationId xmlns:a16="http://schemas.microsoft.com/office/drawing/2014/main" id="{C73235C6-7E6F-D798-235D-E30C42DFDA24}"/>
                </a:ext>
              </a:extLst>
            </p:cNvPr>
            <p:cNvSpPr/>
            <p:nvPr/>
          </p:nvSpPr>
          <p:spPr>
            <a:xfrm>
              <a:off x="219158" y="3672252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23" name="정육면체 22">
              <a:extLst>
                <a:ext uri="{FF2B5EF4-FFF2-40B4-BE49-F238E27FC236}">
                  <a16:creationId xmlns:a16="http://schemas.microsoft.com/office/drawing/2014/main" id="{3957E200-9133-AFF2-F339-0E3341217CC7}"/>
                </a:ext>
              </a:extLst>
            </p:cNvPr>
            <p:cNvSpPr/>
            <p:nvPr/>
          </p:nvSpPr>
          <p:spPr>
            <a:xfrm>
              <a:off x="1091731" y="3670420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24" name="정육면체 23">
              <a:extLst>
                <a:ext uri="{FF2B5EF4-FFF2-40B4-BE49-F238E27FC236}">
                  <a16:creationId xmlns:a16="http://schemas.microsoft.com/office/drawing/2014/main" id="{D051DB5C-0A77-FAF6-EA89-19819099927F}"/>
                </a:ext>
              </a:extLst>
            </p:cNvPr>
            <p:cNvSpPr/>
            <p:nvPr/>
          </p:nvSpPr>
          <p:spPr>
            <a:xfrm>
              <a:off x="1963247" y="3670300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26" name="정육면체 25">
              <a:extLst>
                <a:ext uri="{FF2B5EF4-FFF2-40B4-BE49-F238E27FC236}">
                  <a16:creationId xmlns:a16="http://schemas.microsoft.com/office/drawing/2014/main" id="{B7C841CE-7FAC-6472-F670-78E12BFFF133}"/>
                </a:ext>
              </a:extLst>
            </p:cNvPr>
            <p:cNvSpPr/>
            <p:nvPr/>
          </p:nvSpPr>
          <p:spPr>
            <a:xfrm>
              <a:off x="2835821" y="3668468"/>
              <a:ext cx="1142265" cy="1060232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  <p:graphicFrame>
        <p:nvGraphicFramePr>
          <p:cNvPr id="31" name="표 34">
            <a:extLst>
              <a:ext uri="{FF2B5EF4-FFF2-40B4-BE49-F238E27FC236}">
                <a16:creationId xmlns:a16="http://schemas.microsoft.com/office/drawing/2014/main" id="{1ACA9571-3C29-947A-0AEB-AEA3DB1E6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456517"/>
              </p:ext>
            </p:extLst>
          </p:nvPr>
        </p:nvGraphicFramePr>
        <p:xfrm>
          <a:off x="920572" y="2147701"/>
          <a:ext cx="116887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19">
                  <a:extLst>
                    <a:ext uri="{9D8B030D-6E8A-4147-A177-3AD203B41FA5}">
                      <a16:colId xmlns:a16="http://schemas.microsoft.com/office/drawing/2014/main" val="3242005725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1494502553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2278459442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3607661854"/>
                    </a:ext>
                  </a:extLst>
                </a:gridCol>
              </a:tblGrid>
              <a:tr h="189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</a:t>
                      </a:r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2434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79B0BE28-361A-0A1C-DEE5-CDAA99142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001"/>
              </p:ext>
            </p:extLst>
          </p:nvPr>
        </p:nvGraphicFramePr>
        <p:xfrm>
          <a:off x="920572" y="2345821"/>
          <a:ext cx="116887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19">
                  <a:extLst>
                    <a:ext uri="{9D8B030D-6E8A-4147-A177-3AD203B41FA5}">
                      <a16:colId xmlns:a16="http://schemas.microsoft.com/office/drawing/2014/main" val="3242005725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1494502553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2278459442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3607661854"/>
                    </a:ext>
                  </a:extLst>
                </a:gridCol>
              </a:tblGrid>
              <a:tr h="189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33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34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35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36</a:t>
                      </a:r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2434"/>
                  </a:ext>
                </a:extLst>
              </a:tr>
            </a:tbl>
          </a:graphicData>
        </a:graphic>
      </p:graphicFrame>
      <p:grpSp>
        <p:nvGrpSpPr>
          <p:cNvPr id="98" name="그룹 97">
            <a:extLst>
              <a:ext uri="{FF2B5EF4-FFF2-40B4-BE49-F238E27FC236}">
                <a16:creationId xmlns:a16="http://schemas.microsoft.com/office/drawing/2014/main" id="{B26673BB-D048-DCD9-3220-144F5AF64A9A}"/>
              </a:ext>
            </a:extLst>
          </p:cNvPr>
          <p:cNvGrpSpPr/>
          <p:nvPr/>
        </p:nvGrpSpPr>
        <p:grpSpPr>
          <a:xfrm>
            <a:off x="2089448" y="2050112"/>
            <a:ext cx="1259817" cy="1070496"/>
            <a:chOff x="219158" y="3668468"/>
            <a:chExt cx="3758928" cy="1070496"/>
          </a:xfrm>
        </p:grpSpPr>
        <p:sp>
          <p:nvSpPr>
            <p:cNvPr id="100" name="정육면체 99">
              <a:extLst>
                <a:ext uri="{FF2B5EF4-FFF2-40B4-BE49-F238E27FC236}">
                  <a16:creationId xmlns:a16="http://schemas.microsoft.com/office/drawing/2014/main" id="{AC3DFFE4-1AD9-6CCD-F61B-1CDF41362648}"/>
                </a:ext>
              </a:extLst>
            </p:cNvPr>
            <p:cNvSpPr/>
            <p:nvPr/>
          </p:nvSpPr>
          <p:spPr>
            <a:xfrm>
              <a:off x="219158" y="3672252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01" name="정육면체 100">
              <a:extLst>
                <a:ext uri="{FF2B5EF4-FFF2-40B4-BE49-F238E27FC236}">
                  <a16:creationId xmlns:a16="http://schemas.microsoft.com/office/drawing/2014/main" id="{1320B604-8BBC-69B6-A4F9-130FFC6A7769}"/>
                </a:ext>
              </a:extLst>
            </p:cNvPr>
            <p:cNvSpPr/>
            <p:nvPr/>
          </p:nvSpPr>
          <p:spPr>
            <a:xfrm>
              <a:off x="1091732" y="3678733"/>
              <a:ext cx="1142265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03" name="정육면체 102">
              <a:extLst>
                <a:ext uri="{FF2B5EF4-FFF2-40B4-BE49-F238E27FC236}">
                  <a16:creationId xmlns:a16="http://schemas.microsoft.com/office/drawing/2014/main" id="{860CAC8B-171F-047D-9989-4B2DCF4E0C1C}"/>
                </a:ext>
              </a:extLst>
            </p:cNvPr>
            <p:cNvSpPr/>
            <p:nvPr/>
          </p:nvSpPr>
          <p:spPr>
            <a:xfrm>
              <a:off x="1963247" y="3678613"/>
              <a:ext cx="1142265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04" name="정육면체 103">
              <a:extLst>
                <a:ext uri="{FF2B5EF4-FFF2-40B4-BE49-F238E27FC236}">
                  <a16:creationId xmlns:a16="http://schemas.microsoft.com/office/drawing/2014/main" id="{F1EB9787-6D73-B0D2-052E-FBC0732BBA8F}"/>
                </a:ext>
              </a:extLst>
            </p:cNvPr>
            <p:cNvSpPr/>
            <p:nvPr/>
          </p:nvSpPr>
          <p:spPr>
            <a:xfrm>
              <a:off x="2835821" y="3668468"/>
              <a:ext cx="1142265" cy="1060232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  <p:graphicFrame>
        <p:nvGraphicFramePr>
          <p:cNvPr id="105" name="표 34">
            <a:extLst>
              <a:ext uri="{FF2B5EF4-FFF2-40B4-BE49-F238E27FC236}">
                <a16:creationId xmlns:a16="http://schemas.microsoft.com/office/drawing/2014/main" id="{6C094E0D-05E6-D0DB-8214-EE8F96BF2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54921"/>
              </p:ext>
            </p:extLst>
          </p:nvPr>
        </p:nvGraphicFramePr>
        <p:xfrm>
          <a:off x="2089447" y="2143595"/>
          <a:ext cx="116887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19">
                  <a:extLst>
                    <a:ext uri="{9D8B030D-6E8A-4147-A177-3AD203B41FA5}">
                      <a16:colId xmlns:a16="http://schemas.microsoft.com/office/drawing/2014/main" val="3242005725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1494502553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2278459442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3607661854"/>
                    </a:ext>
                  </a:extLst>
                </a:gridCol>
              </a:tblGrid>
              <a:tr h="189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5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7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8</a:t>
                      </a:r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2434"/>
                  </a:ext>
                </a:extLst>
              </a:tr>
            </a:tbl>
          </a:graphicData>
        </a:graphic>
      </p:graphicFrame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DBFE762-800E-5BC9-E3E7-323DDF693AE9}"/>
              </a:ext>
            </a:extLst>
          </p:cNvPr>
          <p:cNvGrpSpPr/>
          <p:nvPr/>
        </p:nvGrpSpPr>
        <p:grpSpPr>
          <a:xfrm>
            <a:off x="3254515" y="2050370"/>
            <a:ext cx="1259817" cy="1064015"/>
            <a:chOff x="219158" y="3668468"/>
            <a:chExt cx="3758928" cy="1064015"/>
          </a:xfrm>
        </p:grpSpPr>
        <p:sp>
          <p:nvSpPr>
            <p:cNvPr id="110" name="정육면체 109">
              <a:extLst>
                <a:ext uri="{FF2B5EF4-FFF2-40B4-BE49-F238E27FC236}">
                  <a16:creationId xmlns:a16="http://schemas.microsoft.com/office/drawing/2014/main" id="{9CC3884F-5F02-91C0-F0A3-4701B47D8633}"/>
                </a:ext>
              </a:extLst>
            </p:cNvPr>
            <p:cNvSpPr/>
            <p:nvPr/>
          </p:nvSpPr>
          <p:spPr>
            <a:xfrm>
              <a:off x="219158" y="3672252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11" name="정육면체 110">
              <a:extLst>
                <a:ext uri="{FF2B5EF4-FFF2-40B4-BE49-F238E27FC236}">
                  <a16:creationId xmlns:a16="http://schemas.microsoft.com/office/drawing/2014/main" id="{4B5F5253-1D0D-AC0F-3B84-CB25C211D3D5}"/>
                </a:ext>
              </a:extLst>
            </p:cNvPr>
            <p:cNvSpPr/>
            <p:nvPr/>
          </p:nvSpPr>
          <p:spPr>
            <a:xfrm>
              <a:off x="1091731" y="3670420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14" name="정육면체 113">
              <a:extLst>
                <a:ext uri="{FF2B5EF4-FFF2-40B4-BE49-F238E27FC236}">
                  <a16:creationId xmlns:a16="http://schemas.microsoft.com/office/drawing/2014/main" id="{B6E603BC-D39A-D4CE-03B2-64FA883CA187}"/>
                </a:ext>
              </a:extLst>
            </p:cNvPr>
            <p:cNvSpPr/>
            <p:nvPr/>
          </p:nvSpPr>
          <p:spPr>
            <a:xfrm>
              <a:off x="1963247" y="3670300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15" name="정육면체 114">
              <a:extLst>
                <a:ext uri="{FF2B5EF4-FFF2-40B4-BE49-F238E27FC236}">
                  <a16:creationId xmlns:a16="http://schemas.microsoft.com/office/drawing/2014/main" id="{8E88E56E-E869-1CD1-BCC5-A6C6EB3548B1}"/>
                </a:ext>
              </a:extLst>
            </p:cNvPr>
            <p:cNvSpPr/>
            <p:nvPr/>
          </p:nvSpPr>
          <p:spPr>
            <a:xfrm>
              <a:off x="2835821" y="3668468"/>
              <a:ext cx="1142265" cy="1060232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  <p:graphicFrame>
        <p:nvGraphicFramePr>
          <p:cNvPr id="117" name="표 34">
            <a:extLst>
              <a:ext uri="{FF2B5EF4-FFF2-40B4-BE49-F238E27FC236}">
                <a16:creationId xmlns:a16="http://schemas.microsoft.com/office/drawing/2014/main" id="{875F4430-35A7-8906-F65F-29E885167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98354"/>
              </p:ext>
            </p:extLst>
          </p:nvPr>
        </p:nvGraphicFramePr>
        <p:xfrm>
          <a:off x="3254514" y="2143853"/>
          <a:ext cx="116887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19">
                  <a:extLst>
                    <a:ext uri="{9D8B030D-6E8A-4147-A177-3AD203B41FA5}">
                      <a16:colId xmlns:a16="http://schemas.microsoft.com/office/drawing/2014/main" val="3242005725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1494502553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2278459442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3607661854"/>
                    </a:ext>
                  </a:extLst>
                </a:gridCol>
              </a:tblGrid>
              <a:tr h="189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9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10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2434"/>
                  </a:ext>
                </a:extLst>
              </a:tr>
            </a:tbl>
          </a:graphicData>
        </a:graphic>
      </p:graphicFrame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FDA0586-7B34-1166-81B8-A21B3DC5836A}"/>
              </a:ext>
            </a:extLst>
          </p:cNvPr>
          <p:cNvGrpSpPr/>
          <p:nvPr/>
        </p:nvGrpSpPr>
        <p:grpSpPr>
          <a:xfrm>
            <a:off x="4419130" y="2050025"/>
            <a:ext cx="1259817" cy="1064015"/>
            <a:chOff x="219158" y="3668468"/>
            <a:chExt cx="3758928" cy="1064015"/>
          </a:xfrm>
        </p:grpSpPr>
        <p:sp>
          <p:nvSpPr>
            <p:cNvPr id="126" name="정육면체 125">
              <a:extLst>
                <a:ext uri="{FF2B5EF4-FFF2-40B4-BE49-F238E27FC236}">
                  <a16:creationId xmlns:a16="http://schemas.microsoft.com/office/drawing/2014/main" id="{4BEEE834-31D0-6EF8-C0A0-F3D4B11759B6}"/>
                </a:ext>
              </a:extLst>
            </p:cNvPr>
            <p:cNvSpPr/>
            <p:nvPr/>
          </p:nvSpPr>
          <p:spPr>
            <a:xfrm>
              <a:off x="219158" y="3672252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28" name="정육면체 127">
              <a:extLst>
                <a:ext uri="{FF2B5EF4-FFF2-40B4-BE49-F238E27FC236}">
                  <a16:creationId xmlns:a16="http://schemas.microsoft.com/office/drawing/2014/main" id="{FD2E20B7-8251-4541-CB95-3C64B9E4C3E7}"/>
                </a:ext>
              </a:extLst>
            </p:cNvPr>
            <p:cNvSpPr/>
            <p:nvPr/>
          </p:nvSpPr>
          <p:spPr>
            <a:xfrm>
              <a:off x="1091731" y="3670420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29" name="정육면체 128">
              <a:extLst>
                <a:ext uri="{FF2B5EF4-FFF2-40B4-BE49-F238E27FC236}">
                  <a16:creationId xmlns:a16="http://schemas.microsoft.com/office/drawing/2014/main" id="{6919CE53-83B2-C130-ADC5-EAC1B5378A70}"/>
                </a:ext>
              </a:extLst>
            </p:cNvPr>
            <p:cNvSpPr/>
            <p:nvPr/>
          </p:nvSpPr>
          <p:spPr>
            <a:xfrm>
              <a:off x="1963247" y="3670300"/>
              <a:ext cx="1142266" cy="1060231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sp>
          <p:nvSpPr>
            <p:cNvPr id="131" name="정육면체 130">
              <a:extLst>
                <a:ext uri="{FF2B5EF4-FFF2-40B4-BE49-F238E27FC236}">
                  <a16:creationId xmlns:a16="http://schemas.microsoft.com/office/drawing/2014/main" id="{7D19905A-0827-87E0-E0DB-83ED0CAA235C}"/>
                </a:ext>
              </a:extLst>
            </p:cNvPr>
            <p:cNvSpPr/>
            <p:nvPr/>
          </p:nvSpPr>
          <p:spPr>
            <a:xfrm>
              <a:off x="2835821" y="3668468"/>
              <a:ext cx="1142265" cy="1060232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  <p:graphicFrame>
        <p:nvGraphicFramePr>
          <p:cNvPr id="132" name="표 34">
            <a:extLst>
              <a:ext uri="{FF2B5EF4-FFF2-40B4-BE49-F238E27FC236}">
                <a16:creationId xmlns:a16="http://schemas.microsoft.com/office/drawing/2014/main" id="{8F03AD55-799D-F61C-8355-B2A792571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894860"/>
              </p:ext>
            </p:extLst>
          </p:nvPr>
        </p:nvGraphicFramePr>
        <p:xfrm>
          <a:off x="4419129" y="2143508"/>
          <a:ext cx="116887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19">
                  <a:extLst>
                    <a:ext uri="{9D8B030D-6E8A-4147-A177-3AD203B41FA5}">
                      <a16:colId xmlns:a16="http://schemas.microsoft.com/office/drawing/2014/main" val="3242005725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1494502553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2278459442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3607661854"/>
                    </a:ext>
                  </a:extLst>
                </a:gridCol>
              </a:tblGrid>
              <a:tr h="189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29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30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31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32</a:t>
                      </a:r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2434"/>
                  </a:ext>
                </a:extLst>
              </a:tr>
            </a:tbl>
          </a:graphicData>
        </a:graphic>
      </p:graphicFrame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2DF91B95-EFDE-1A67-DFDA-B07842C7B4F2}"/>
              </a:ext>
            </a:extLst>
          </p:cNvPr>
          <p:cNvCxnSpPr>
            <a:cxnSpLocks/>
          </p:cNvCxnSpPr>
          <p:nvPr/>
        </p:nvCxnSpPr>
        <p:spPr>
          <a:xfrm>
            <a:off x="871453" y="3248553"/>
            <a:ext cx="374817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C1A7F07D-512A-99B6-022E-46CC956BAB3E}"/>
              </a:ext>
            </a:extLst>
          </p:cNvPr>
          <p:cNvSpPr txBox="1"/>
          <p:nvPr/>
        </p:nvSpPr>
        <p:spPr>
          <a:xfrm>
            <a:off x="866469" y="3274445"/>
            <a:ext cx="554172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64bit</a:t>
            </a:r>
          </a:p>
        </p:txBody>
      </p:sp>
      <p:graphicFrame>
        <p:nvGraphicFramePr>
          <p:cNvPr id="162" name="표 162">
            <a:extLst>
              <a:ext uri="{FF2B5EF4-FFF2-40B4-BE49-F238E27FC236}">
                <a16:creationId xmlns:a16="http://schemas.microsoft.com/office/drawing/2014/main" id="{DB53001D-BDFF-B742-5FAA-9115E9F77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074662"/>
              </p:ext>
            </p:extLst>
          </p:nvPr>
        </p:nvGraphicFramePr>
        <p:xfrm>
          <a:off x="1011821" y="3806901"/>
          <a:ext cx="4046400" cy="18768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5800">
                  <a:extLst>
                    <a:ext uri="{9D8B030D-6E8A-4147-A177-3AD203B41FA5}">
                      <a16:colId xmlns:a16="http://schemas.microsoft.com/office/drawing/2014/main" val="589369675"/>
                    </a:ext>
                  </a:extLst>
                </a:gridCol>
                <a:gridCol w="505800">
                  <a:extLst>
                    <a:ext uri="{9D8B030D-6E8A-4147-A177-3AD203B41FA5}">
                      <a16:colId xmlns:a16="http://schemas.microsoft.com/office/drawing/2014/main" val="3023913565"/>
                    </a:ext>
                  </a:extLst>
                </a:gridCol>
                <a:gridCol w="505800">
                  <a:extLst>
                    <a:ext uri="{9D8B030D-6E8A-4147-A177-3AD203B41FA5}">
                      <a16:colId xmlns:a16="http://schemas.microsoft.com/office/drawing/2014/main" val="223433787"/>
                    </a:ext>
                  </a:extLst>
                </a:gridCol>
                <a:gridCol w="505800">
                  <a:extLst>
                    <a:ext uri="{9D8B030D-6E8A-4147-A177-3AD203B41FA5}">
                      <a16:colId xmlns:a16="http://schemas.microsoft.com/office/drawing/2014/main" val="2038407918"/>
                    </a:ext>
                  </a:extLst>
                </a:gridCol>
                <a:gridCol w="505800">
                  <a:extLst>
                    <a:ext uri="{9D8B030D-6E8A-4147-A177-3AD203B41FA5}">
                      <a16:colId xmlns:a16="http://schemas.microsoft.com/office/drawing/2014/main" val="1919096319"/>
                    </a:ext>
                  </a:extLst>
                </a:gridCol>
                <a:gridCol w="505800">
                  <a:extLst>
                    <a:ext uri="{9D8B030D-6E8A-4147-A177-3AD203B41FA5}">
                      <a16:colId xmlns:a16="http://schemas.microsoft.com/office/drawing/2014/main" val="2586532152"/>
                    </a:ext>
                  </a:extLst>
                </a:gridCol>
                <a:gridCol w="505800">
                  <a:extLst>
                    <a:ext uri="{9D8B030D-6E8A-4147-A177-3AD203B41FA5}">
                      <a16:colId xmlns:a16="http://schemas.microsoft.com/office/drawing/2014/main" val="2791186441"/>
                    </a:ext>
                  </a:extLst>
                </a:gridCol>
                <a:gridCol w="505800">
                  <a:extLst>
                    <a:ext uri="{9D8B030D-6E8A-4147-A177-3AD203B41FA5}">
                      <a16:colId xmlns:a16="http://schemas.microsoft.com/office/drawing/2014/main" val="998656458"/>
                    </a:ext>
                  </a:extLst>
                </a:gridCol>
              </a:tblGrid>
              <a:tr h="3753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2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624015"/>
                  </a:ext>
                </a:extLst>
              </a:tr>
              <a:tr h="3753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6726697"/>
                  </a:ext>
                </a:extLst>
              </a:tr>
              <a:tr h="3753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84478"/>
                  </a:ext>
                </a:extLst>
              </a:tr>
              <a:tr h="3753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019712"/>
                  </a:ext>
                </a:extLst>
              </a:tr>
              <a:tr h="3753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33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34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054053"/>
                  </a:ext>
                </a:extLst>
              </a:tr>
            </a:tbl>
          </a:graphicData>
        </a:graphic>
      </p:graphicFrame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63DF1E8C-20EA-0EA5-D789-5F1F9CC11E27}"/>
              </a:ext>
            </a:extLst>
          </p:cNvPr>
          <p:cNvCxnSpPr>
            <a:cxnSpLocks/>
          </p:cNvCxnSpPr>
          <p:nvPr/>
        </p:nvCxnSpPr>
        <p:spPr>
          <a:xfrm>
            <a:off x="838237" y="3892757"/>
            <a:ext cx="6035" cy="1705091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03070BD8-C7FA-BED4-57A4-54B38CD5ACBC}"/>
              </a:ext>
            </a:extLst>
          </p:cNvPr>
          <p:cNvSpPr txBox="1"/>
          <p:nvPr/>
        </p:nvSpPr>
        <p:spPr>
          <a:xfrm>
            <a:off x="319685" y="4593125"/>
            <a:ext cx="449269" cy="2000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700" dirty="0"/>
              <a:t>256 x 18</a:t>
            </a:r>
            <a:endParaRPr kumimoji="0" lang="ko-KR" altLang="en-US" sz="7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D47431DF-6E04-1B8F-FDFC-4031C515725F}"/>
              </a:ext>
            </a:extLst>
          </p:cNvPr>
          <p:cNvCxnSpPr>
            <a:cxnSpLocks/>
          </p:cNvCxnSpPr>
          <p:nvPr/>
        </p:nvCxnSpPr>
        <p:spPr>
          <a:xfrm>
            <a:off x="1839121" y="5740655"/>
            <a:ext cx="0" cy="284854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700A856-EBD8-A458-2D2E-F6A2332E5E41}"/>
              </a:ext>
            </a:extLst>
          </p:cNvPr>
          <p:cNvSpPr txBox="1"/>
          <p:nvPr/>
        </p:nvSpPr>
        <p:spPr>
          <a:xfrm>
            <a:off x="991418" y="5745351"/>
            <a:ext cx="449269" cy="2000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700" dirty="0"/>
              <a:t>64bit</a:t>
            </a:r>
            <a:endParaRPr kumimoji="0" lang="ko-KR" altLang="en-US" sz="7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84CBC19-CB5B-803C-9FF9-ED4F6EBDF636}"/>
              </a:ext>
            </a:extLst>
          </p:cNvPr>
          <p:cNvSpPr txBox="1"/>
          <p:nvPr/>
        </p:nvSpPr>
        <p:spPr>
          <a:xfrm>
            <a:off x="1537836" y="5775209"/>
            <a:ext cx="449269" cy="2000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700" dirty="0"/>
              <a:t>18bit</a:t>
            </a:r>
            <a:endParaRPr kumimoji="0" lang="ko-KR" altLang="en-US" sz="7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170" name="직선 화살표 연결선 169">
            <a:extLst>
              <a:ext uri="{FF2B5EF4-FFF2-40B4-BE49-F238E27FC236}">
                <a16:creationId xmlns:a16="http://schemas.microsoft.com/office/drawing/2014/main" id="{BE85CB96-5BD0-2231-A799-AE8EC11ABDD5}"/>
              </a:ext>
            </a:extLst>
          </p:cNvPr>
          <p:cNvCxnSpPr>
            <a:cxnSpLocks/>
          </p:cNvCxnSpPr>
          <p:nvPr/>
        </p:nvCxnSpPr>
        <p:spPr>
          <a:xfrm flipV="1">
            <a:off x="1404436" y="5975262"/>
            <a:ext cx="2232913" cy="1647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2A4BC2F0-2119-F74D-BE42-9CA51437EBBE}"/>
              </a:ext>
            </a:extLst>
          </p:cNvPr>
          <p:cNvSpPr txBox="1"/>
          <p:nvPr/>
        </p:nvSpPr>
        <p:spPr>
          <a:xfrm>
            <a:off x="3734498" y="5869130"/>
            <a:ext cx="449269" cy="2000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700" dirty="0"/>
              <a:t>80bit</a:t>
            </a:r>
            <a:endParaRPr kumimoji="0" lang="ko-KR" altLang="en-US" sz="7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784C2047-BBF4-11BB-F95A-E82C4781030C}"/>
              </a:ext>
            </a:extLst>
          </p:cNvPr>
          <p:cNvCxnSpPr>
            <a:cxnSpLocks/>
          </p:cNvCxnSpPr>
          <p:nvPr/>
        </p:nvCxnSpPr>
        <p:spPr>
          <a:xfrm>
            <a:off x="1455807" y="5886380"/>
            <a:ext cx="0" cy="284854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B8027B0-63CC-C61E-742F-2BF5383C0F67}"/>
                  </a:ext>
                </a:extLst>
              </p:cNvPr>
              <p:cNvSpPr txBox="1"/>
              <p:nvPr/>
            </p:nvSpPr>
            <p:spPr>
              <a:xfrm>
                <a:off x="5840647" y="3956363"/>
                <a:ext cx="5134673" cy="92332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dirty="0"/>
                  <a:t>BRAM bank index = Tile index</a:t>
                </a: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altLang="ko-KR" dirty="0"/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ko-KR" dirty="0"/>
                  <a:t>BRAM address step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𝑊</m:t>
                        </m:r>
                      </m:sub>
                    </m:sSub>
                    <m:r>
                      <a:rPr kumimoji="0" lang="en-US" altLang="ko-KR" sz="18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  <a:sym typeface="맑은 고딕"/>
                      </a:rPr>
                      <m:t> </m:t>
                    </m:r>
                  </m:oMath>
                </a14:m>
                <a:r>
                  <a:rPr lang="en-US" altLang="ko-KR" dirty="0"/>
                  <a:t>/8 (1</a:t>
                </a:r>
                <a:r>
                  <a:rPr lang="en-US" altLang="ko-KR" baseline="30000" dirty="0"/>
                  <a:t>st</a:t>
                </a:r>
                <a:r>
                  <a:rPr lang="en-US" altLang="ko-KR" dirty="0"/>
                  <a:t> layer step = 32)</a:t>
                </a:r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AB8027B0-63CC-C61E-742F-2BF5383C0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647" y="3956363"/>
                <a:ext cx="5134673" cy="923328"/>
              </a:xfrm>
              <a:prstGeom prst="rect">
                <a:avLst/>
              </a:prstGeom>
              <a:blipFill>
                <a:blip r:embed="rId3"/>
                <a:stretch>
                  <a:fillRect l="-1900" t="-3311" r="-1069" b="-993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표 34">
            <a:extLst>
              <a:ext uri="{FF2B5EF4-FFF2-40B4-BE49-F238E27FC236}">
                <a16:creationId xmlns:a16="http://schemas.microsoft.com/office/drawing/2014/main" id="{B6A0166D-5680-3181-942B-55C8155FF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595639"/>
              </p:ext>
            </p:extLst>
          </p:nvPr>
        </p:nvGraphicFramePr>
        <p:xfrm>
          <a:off x="2083905" y="2345873"/>
          <a:ext cx="116887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19">
                  <a:extLst>
                    <a:ext uri="{9D8B030D-6E8A-4147-A177-3AD203B41FA5}">
                      <a16:colId xmlns:a16="http://schemas.microsoft.com/office/drawing/2014/main" val="3242005725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1494502553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2278459442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3607661854"/>
                    </a:ext>
                  </a:extLst>
                </a:gridCol>
              </a:tblGrid>
              <a:tr h="189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37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38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39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40</a:t>
                      </a:r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2434"/>
                  </a:ext>
                </a:extLst>
              </a:tr>
            </a:tbl>
          </a:graphicData>
        </a:graphic>
      </p:graphicFrame>
      <p:graphicFrame>
        <p:nvGraphicFramePr>
          <p:cNvPr id="3" name="표 34">
            <a:extLst>
              <a:ext uri="{FF2B5EF4-FFF2-40B4-BE49-F238E27FC236}">
                <a16:creationId xmlns:a16="http://schemas.microsoft.com/office/drawing/2014/main" id="{F73FAE82-F0ED-5FCC-C3DC-2501A1597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17993"/>
              </p:ext>
            </p:extLst>
          </p:nvPr>
        </p:nvGraphicFramePr>
        <p:xfrm>
          <a:off x="3249155" y="2345821"/>
          <a:ext cx="116887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19">
                  <a:extLst>
                    <a:ext uri="{9D8B030D-6E8A-4147-A177-3AD203B41FA5}">
                      <a16:colId xmlns:a16="http://schemas.microsoft.com/office/drawing/2014/main" val="3242005725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1494502553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2278459442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3607661854"/>
                    </a:ext>
                  </a:extLst>
                </a:gridCol>
              </a:tblGrid>
              <a:tr h="189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41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42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…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2434"/>
                  </a:ext>
                </a:extLst>
              </a:tr>
            </a:tbl>
          </a:graphicData>
        </a:graphic>
      </p:graphicFrame>
      <p:graphicFrame>
        <p:nvGraphicFramePr>
          <p:cNvPr id="5" name="표 34">
            <a:extLst>
              <a:ext uri="{FF2B5EF4-FFF2-40B4-BE49-F238E27FC236}">
                <a16:creationId xmlns:a16="http://schemas.microsoft.com/office/drawing/2014/main" id="{B72BD6CA-0D27-CD76-80AC-98A7AFDCD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54017"/>
              </p:ext>
            </p:extLst>
          </p:nvPr>
        </p:nvGraphicFramePr>
        <p:xfrm>
          <a:off x="4421900" y="2345786"/>
          <a:ext cx="1168876" cy="198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219">
                  <a:extLst>
                    <a:ext uri="{9D8B030D-6E8A-4147-A177-3AD203B41FA5}">
                      <a16:colId xmlns:a16="http://schemas.microsoft.com/office/drawing/2014/main" val="3242005725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1494502553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2278459442"/>
                    </a:ext>
                  </a:extLst>
                </a:gridCol>
                <a:gridCol w="292219">
                  <a:extLst>
                    <a:ext uri="{9D8B030D-6E8A-4147-A177-3AD203B41FA5}">
                      <a16:colId xmlns:a16="http://schemas.microsoft.com/office/drawing/2014/main" val="3607661854"/>
                    </a:ext>
                  </a:extLst>
                </a:gridCol>
              </a:tblGrid>
              <a:tr h="189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61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62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63</a:t>
                      </a:r>
                      <a:endParaRPr lang="ko-KR" alt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64</a:t>
                      </a:r>
                      <a:endParaRPr lang="ko-KR" altLang="en-US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92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52892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5FC0606A-A605-DF22-4036-8F68C78AD32C}"/>
              </a:ext>
            </a:extLst>
          </p:cNvPr>
          <p:cNvGrpSpPr/>
          <p:nvPr/>
        </p:nvGrpSpPr>
        <p:grpSpPr>
          <a:xfrm>
            <a:off x="2646268" y="2227941"/>
            <a:ext cx="2297876" cy="1727860"/>
            <a:chOff x="1068277" y="3685515"/>
            <a:chExt cx="2297876" cy="1727860"/>
          </a:xfrm>
        </p:grpSpPr>
        <p:sp>
          <p:nvSpPr>
            <p:cNvPr id="16" name="정육면체 15">
              <a:extLst>
                <a:ext uri="{FF2B5EF4-FFF2-40B4-BE49-F238E27FC236}">
                  <a16:creationId xmlns:a16="http://schemas.microsoft.com/office/drawing/2014/main" id="{1CCC65E3-1715-D83D-04E8-D8B701BCBDE8}"/>
                </a:ext>
              </a:extLst>
            </p:cNvPr>
            <p:cNvSpPr/>
            <p:nvPr/>
          </p:nvSpPr>
          <p:spPr>
            <a:xfrm>
              <a:off x="1068277" y="3685515"/>
              <a:ext cx="2297876" cy="1727860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8DBFA53-2043-AB5A-B4FC-22E62B6159C9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6" y="4323814"/>
              <a:ext cx="147254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9011490B-F9D4-7275-7D60-937BB72014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7972" y="4311939"/>
              <a:ext cx="1436914" cy="96783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3F5AF31-4257-F173-B45A-AB660F9B4214}"/>
                </a:ext>
              </a:extLst>
            </p:cNvPr>
            <p:cNvCxnSpPr>
              <a:cxnSpLocks/>
            </p:cNvCxnSpPr>
            <p:nvPr/>
          </p:nvCxnSpPr>
          <p:spPr>
            <a:xfrm>
              <a:off x="1287972" y="5279778"/>
              <a:ext cx="13775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001F118-46BC-48C0-E9B4-7DC381344A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510" y="4804765"/>
              <a:ext cx="552202" cy="47501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692EC51-12C3-1FC1-FAC4-196BF9D65A5C}"/>
              </a:ext>
            </a:extLst>
          </p:cNvPr>
          <p:cNvGrpSpPr/>
          <p:nvPr/>
        </p:nvGrpSpPr>
        <p:grpSpPr>
          <a:xfrm>
            <a:off x="1514606" y="3273201"/>
            <a:ext cx="2297876" cy="1727860"/>
            <a:chOff x="1068277" y="3685515"/>
            <a:chExt cx="2297876" cy="1727860"/>
          </a:xfrm>
        </p:grpSpPr>
        <p:sp>
          <p:nvSpPr>
            <p:cNvPr id="35" name="정육면체 34">
              <a:extLst>
                <a:ext uri="{FF2B5EF4-FFF2-40B4-BE49-F238E27FC236}">
                  <a16:creationId xmlns:a16="http://schemas.microsoft.com/office/drawing/2014/main" id="{54D32554-98B5-1690-A367-7A68621C4D8B}"/>
                </a:ext>
              </a:extLst>
            </p:cNvPr>
            <p:cNvSpPr/>
            <p:nvPr/>
          </p:nvSpPr>
          <p:spPr>
            <a:xfrm>
              <a:off x="1068277" y="3685515"/>
              <a:ext cx="2297876" cy="1727860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C7E83BF-8B65-BC75-8BBC-DED6E992AAC3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6" y="4323814"/>
              <a:ext cx="147254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9061CA7B-1EC0-909E-53BA-A4602C7A3E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7972" y="4311939"/>
              <a:ext cx="1436914" cy="96783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6E16C81B-B9A5-4700-544F-89563D5879B1}"/>
                </a:ext>
              </a:extLst>
            </p:cNvPr>
            <p:cNvCxnSpPr>
              <a:cxnSpLocks/>
            </p:cNvCxnSpPr>
            <p:nvPr/>
          </p:nvCxnSpPr>
          <p:spPr>
            <a:xfrm>
              <a:off x="1287972" y="5279778"/>
              <a:ext cx="13775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DAD0B303-030C-C892-7359-1FCCEE9527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510" y="4804765"/>
              <a:ext cx="552202" cy="47501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F392D304-1D43-185F-BB9F-9BF9CAC23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</p:spPr>
        <p:txBody>
          <a:bodyPr/>
          <a:lstStyle/>
          <a:p>
            <a:r>
              <a:rPr lang="en-US" altLang="ko-KR" dirty="0"/>
              <a:t>Weight is used repeatedly according to output channel index until all </a:t>
            </a:r>
            <a:r>
              <a:rPr lang="en-US" altLang="ko-KR" dirty="0" err="1"/>
              <a:t>ifm</a:t>
            </a:r>
            <a:r>
              <a:rPr lang="en-US" altLang="ko-KR" dirty="0"/>
              <a:t> are computed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9E2EA3-BFA1-3338-4B98-88D54DD128C1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Address Control / Weight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E81C36-D324-1C2C-1559-C9A7C324F0D1}"/>
                  </a:ext>
                </a:extLst>
              </p:cNvPr>
              <p:cNvSpPr txBox="1"/>
              <p:nvPr/>
            </p:nvSpPr>
            <p:spPr>
              <a:xfrm>
                <a:off x="6280745" y="2156507"/>
                <a:ext cx="5457774" cy="34163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45719" tIns="45719" rIns="45719" bIns="45719" numCol="1" spcCol="38100" rtlCol="0" anchor="t">
                <a:spAutoFit/>
              </a:bodyPr>
              <a:lstStyle/>
              <a:p>
                <a:r>
                  <a:rPr lang="en-US" altLang="ko-KR" dirty="0"/>
                  <a:t>Weight = array[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dirty="0"/>
                  <a:t>, kk, kk]</a:t>
                </a:r>
              </a:p>
              <a:p>
                <a:r>
                  <a:rPr lang="en-US" altLang="ko-KR" dirty="0"/>
                  <a:t>kk = kernel size = 3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Buffer size = kk*kk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𝐶</m:t>
                        </m:r>
                      </m:sub>
                    </m:sSub>
                    <m:r>
                      <a:rPr kumimoji="0" lang="en-US" altLang="ko-KR" sz="1800" b="0" i="1" u="none" strike="noStrike" cap="none" spc="0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  <a:sym typeface="맑은 고딕"/>
                      </a:rPr>
                      <m:t> </m:t>
                    </m:r>
                  </m:oMath>
                </a14:m>
                <a:r>
                  <a:rPr lang="en-US" altLang="ko-KR" dirty="0" err="1"/>
                  <a:t>_max</a:t>
                </a:r>
                <a:r>
                  <a:rPr lang="en-US" altLang="ko-KR" dirty="0"/>
                  <a:t>  * 2 * 2 = 18432 Byte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Using the original FIFO + parser scheme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Address offset = kk * kk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</m:ctrlPr>
                      </m:sSubPr>
                      <m:e>
                        <m: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𝐼</m:t>
                        </m:r>
                      </m:e>
                      <m:sub>
                        <m:r>
                          <a:rPr kumimoji="0" lang="en-US" altLang="ko-KR" sz="1800" b="0" i="1" u="none" strike="noStrike" cap="none" spc="0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맑은 고딕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ko-KR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endParaRPr kumimoji="0" lang="en-US" altLang="ko-KR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  <a:p>
                <a:endParaRPr lang="en-US" altLang="ko-KR" dirty="0"/>
              </a:p>
              <a:p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E81C36-D324-1C2C-1559-C9A7C324F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745" y="2156507"/>
                <a:ext cx="5457774" cy="3416318"/>
              </a:xfrm>
              <a:prstGeom prst="rect">
                <a:avLst/>
              </a:prstGeom>
              <a:blipFill>
                <a:blip r:embed="rId2"/>
                <a:stretch>
                  <a:fillRect l="-1786" t="-1071" r="-78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9C4FAEDA-DF87-1A99-3531-EAD9C51015D7}"/>
              </a:ext>
            </a:extLst>
          </p:cNvPr>
          <p:cNvGrpSpPr/>
          <p:nvPr/>
        </p:nvGrpSpPr>
        <p:grpSpPr>
          <a:xfrm>
            <a:off x="1086287" y="3698587"/>
            <a:ext cx="2297876" cy="1727860"/>
            <a:chOff x="1068277" y="3685515"/>
            <a:chExt cx="2297876" cy="1727860"/>
          </a:xfrm>
        </p:grpSpPr>
        <p:sp>
          <p:nvSpPr>
            <p:cNvPr id="22" name="정육면체 21">
              <a:extLst>
                <a:ext uri="{FF2B5EF4-FFF2-40B4-BE49-F238E27FC236}">
                  <a16:creationId xmlns:a16="http://schemas.microsoft.com/office/drawing/2014/main" id="{DAD24F34-2414-DBE9-D235-53DEB238EFA0}"/>
                </a:ext>
              </a:extLst>
            </p:cNvPr>
            <p:cNvSpPr/>
            <p:nvPr/>
          </p:nvSpPr>
          <p:spPr>
            <a:xfrm>
              <a:off x="1068277" y="3685515"/>
              <a:ext cx="2297876" cy="1727860"/>
            </a:xfrm>
            <a:prstGeom prst="cube">
              <a:avLst/>
            </a:prstGeom>
            <a:solidFill>
              <a:srgbClr val="FFFFFF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4AEC98B3-B37D-766E-347F-C06957DE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6" y="4323814"/>
              <a:ext cx="147254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37B774BA-E131-6A61-4926-60D8D741D4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7972" y="4311939"/>
              <a:ext cx="1436914" cy="96783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4EFB3B23-2024-E241-3E64-AC06F64DF363}"/>
                </a:ext>
              </a:extLst>
            </p:cNvPr>
            <p:cNvCxnSpPr>
              <a:cxnSpLocks/>
            </p:cNvCxnSpPr>
            <p:nvPr/>
          </p:nvCxnSpPr>
          <p:spPr>
            <a:xfrm>
              <a:off x="1287972" y="5279778"/>
              <a:ext cx="13775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E98BBA2D-6F50-6CC1-0F16-D9E84ACA5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5510" y="4804765"/>
              <a:ext cx="552202" cy="475013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3BAE3ED-38EE-6E73-DE4D-778C7D342379}"/>
              </a:ext>
            </a:extLst>
          </p:cNvPr>
          <p:cNvSpPr txBox="1"/>
          <p:nvPr/>
        </p:nvSpPr>
        <p:spPr>
          <a:xfrm>
            <a:off x="1898860" y="3743641"/>
            <a:ext cx="43323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kk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6CAC32-0E86-DBF1-F991-01CE0365DB18}"/>
              </a:ext>
            </a:extLst>
          </p:cNvPr>
          <p:cNvSpPr txBox="1"/>
          <p:nvPr/>
        </p:nvSpPr>
        <p:spPr>
          <a:xfrm>
            <a:off x="635968" y="4549445"/>
            <a:ext cx="32330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kk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45F40B5-16B9-0EA9-AB91-52DB468DD508}"/>
                  </a:ext>
                </a:extLst>
              </p:cNvPr>
              <p:cNvSpPr txBox="1"/>
              <p:nvPr/>
            </p:nvSpPr>
            <p:spPr>
              <a:xfrm>
                <a:off x="3126722" y="5081823"/>
                <a:ext cx="257441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𝐼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45F40B5-16B9-0EA9-AB91-52DB468DD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722" y="5081823"/>
                <a:ext cx="257441" cy="369330"/>
              </a:xfrm>
              <a:prstGeom prst="rect">
                <a:avLst/>
              </a:prstGeom>
              <a:blipFill>
                <a:blip r:embed="rId3"/>
                <a:stretch>
                  <a:fillRect l="-14286" r="-9524" b="-333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FBC451B-1924-EAF1-0A40-1D982B6EB5B3}"/>
              </a:ext>
            </a:extLst>
          </p:cNvPr>
          <p:cNvCxnSpPr>
            <a:cxnSpLocks/>
          </p:cNvCxnSpPr>
          <p:nvPr/>
        </p:nvCxnSpPr>
        <p:spPr>
          <a:xfrm flipV="1">
            <a:off x="3419300" y="3584697"/>
            <a:ext cx="1893787" cy="1894121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55A4BC-DB9A-3A53-6D16-DCD1E2342B43}"/>
                  </a:ext>
                </a:extLst>
              </p:cNvPr>
              <p:cNvSpPr txBox="1"/>
              <p:nvPr/>
            </p:nvSpPr>
            <p:spPr>
              <a:xfrm>
                <a:off x="4726994" y="4282304"/>
                <a:ext cx="339193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𝑂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55A4BC-DB9A-3A53-6D16-DCD1E2342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994" y="4282304"/>
                <a:ext cx="339193" cy="369330"/>
              </a:xfrm>
              <a:prstGeom prst="rect">
                <a:avLst/>
              </a:prstGeom>
              <a:blipFill>
                <a:blip r:embed="rId4"/>
                <a:stretch>
                  <a:fillRect l="-10714" r="-3571" b="-16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32CDC52-46D6-169B-7CDE-5EF54ECDF5E7}"/>
              </a:ext>
            </a:extLst>
          </p:cNvPr>
          <p:cNvSpPr txBox="1"/>
          <p:nvPr/>
        </p:nvSpPr>
        <p:spPr>
          <a:xfrm>
            <a:off x="3664041" y="1901438"/>
            <a:ext cx="43323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kk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26805-EEBE-BE3E-FEE3-F476FDF2040D}"/>
              </a:ext>
            </a:extLst>
          </p:cNvPr>
          <p:cNvSpPr txBox="1"/>
          <p:nvPr/>
        </p:nvSpPr>
        <p:spPr>
          <a:xfrm>
            <a:off x="2319592" y="2904612"/>
            <a:ext cx="32330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kk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C9146A-1BE5-3375-630C-CD656DB35FDB}"/>
                  </a:ext>
                </a:extLst>
              </p:cNvPr>
              <p:cNvSpPr txBox="1"/>
              <p:nvPr/>
            </p:nvSpPr>
            <p:spPr>
              <a:xfrm>
                <a:off x="4733896" y="3547425"/>
                <a:ext cx="257441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</m:ctrlPr>
                        </m:sSubPr>
                        <m:e>
                          <m: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𝐼</m:t>
                          </m:r>
                        </m:e>
                        <m:sub>
                          <m:r>
                            <a:rPr kumimoji="0" lang="en-US" altLang="ko-KR" sz="1800" b="0" i="1" u="none" strike="noStrike" cap="none" spc="0" normalizeH="0" baseline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맑은 고딕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kumimoji="0" lang="ko-KR" alt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j-lt"/>
                  <a:ea typeface="+mj-ea"/>
                  <a:cs typeface="+mj-cs"/>
                  <a:sym typeface="맑은 고딕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C9146A-1BE5-3375-630C-CD656DB35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896" y="3547425"/>
                <a:ext cx="257441" cy="369330"/>
              </a:xfrm>
              <a:prstGeom prst="rect">
                <a:avLst/>
              </a:prstGeom>
              <a:blipFill>
                <a:blip r:embed="rId5"/>
                <a:stretch>
                  <a:fillRect l="-14286" r="-9524" b="-163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87099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1">
            <a:extLst>
              <a:ext uri="{FF2B5EF4-FFF2-40B4-BE49-F238E27FC236}">
                <a16:creationId xmlns:a16="http://schemas.microsoft.com/office/drawing/2014/main" id="{F4C1A769-0748-DEAF-E2A9-1AC538599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234566"/>
              </p:ext>
            </p:extLst>
          </p:nvPr>
        </p:nvGraphicFramePr>
        <p:xfrm>
          <a:off x="6231128" y="4180347"/>
          <a:ext cx="2657296" cy="17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2162">
                  <a:extLst>
                    <a:ext uri="{9D8B030D-6E8A-4147-A177-3AD203B41FA5}">
                      <a16:colId xmlns:a16="http://schemas.microsoft.com/office/drawing/2014/main" val="2707676480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1836553962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3642476671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2788047727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3443266359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3610994278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2100261667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815070192"/>
                    </a:ext>
                  </a:extLst>
                </a:gridCol>
              </a:tblGrid>
              <a:tr h="17285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2</a:t>
                      </a:r>
                      <a:endParaRPr lang="ko-KR" altLang="en-US" b="1" dirty="0"/>
                    </a:p>
                  </a:txBody>
                  <a:tcPr>
                    <a:solidFill>
                      <a:srgbClr val="008D4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4</a:t>
                      </a:r>
                      <a:endParaRPr lang="ko-KR" altLang="en-US" b="1" dirty="0"/>
                    </a:p>
                  </a:txBody>
                  <a:tcPr>
                    <a:solidFill>
                      <a:srgbClr val="008D4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6</a:t>
                      </a:r>
                      <a:endParaRPr lang="ko-KR" altLang="en-US" b="1" dirty="0"/>
                    </a:p>
                  </a:txBody>
                  <a:tcPr>
                    <a:solidFill>
                      <a:srgbClr val="008D4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8</a:t>
                      </a:r>
                      <a:endParaRPr lang="ko-KR" altLang="en-US" b="1" dirty="0"/>
                    </a:p>
                  </a:txBody>
                  <a:tcPr>
                    <a:solidFill>
                      <a:srgbClr val="008D4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10</a:t>
                      </a:r>
                      <a:endParaRPr lang="ko-KR" altLang="en-US" b="1" dirty="0"/>
                    </a:p>
                  </a:txBody>
                  <a:tcPr>
                    <a:solidFill>
                      <a:srgbClr val="008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…</a:t>
                      </a:r>
                      <a:endParaRPr lang="ko-KR" altLang="en-US" b="1" dirty="0"/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8D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…</a:t>
                      </a:r>
                      <a:endParaRPr lang="ko-KR" altLang="en-US" b="1" dirty="0"/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008D4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32</a:t>
                      </a:r>
                      <a:endParaRPr lang="ko-KR" altLang="en-US" b="1" dirty="0"/>
                    </a:p>
                  </a:txBody>
                  <a:tcPr>
                    <a:solidFill>
                      <a:srgbClr val="008D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04046"/>
                  </a:ext>
                </a:extLst>
              </a:tr>
            </a:tbl>
          </a:graphicData>
        </a:graphic>
      </p:graphicFrame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F392D304-1D43-185F-BB9F-9BF9CAC23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</p:spPr>
        <p:txBody>
          <a:bodyPr/>
          <a:lstStyle/>
          <a:p>
            <a:r>
              <a:rPr lang="en-US" altLang="ko-KR" dirty="0"/>
              <a:t>4Kb x 2 register buffer is required to rearrange and send </a:t>
            </a:r>
            <a:r>
              <a:rPr lang="en-US" altLang="ko-KR" dirty="0" err="1"/>
              <a:t>ofm</a:t>
            </a:r>
            <a:r>
              <a:rPr lang="en-US" altLang="ko-KR" dirty="0"/>
              <a:t> to buffer for sequential write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9E2EA3-BFA1-3338-4B98-88D54DD128C1}"/>
              </a:ext>
            </a:extLst>
          </p:cNvPr>
          <p:cNvSpPr txBox="1">
            <a:spLocks/>
          </p:cNvSpPr>
          <p:nvPr/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0" marR="0" indent="0" algn="l" defTabSz="742932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Address Control / Output Feature Map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E81C36-D324-1C2C-1559-C9A7C324F0D1}"/>
              </a:ext>
            </a:extLst>
          </p:cNvPr>
          <p:cNvSpPr txBox="1"/>
          <p:nvPr/>
        </p:nvSpPr>
        <p:spPr>
          <a:xfrm>
            <a:off x="5773642" y="1835476"/>
            <a:ext cx="5128966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W</a:t>
            </a: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hen rearranged </a:t>
            </a:r>
            <a:r>
              <a:rPr lang="en-US" altLang="ko-KR" dirty="0"/>
              <a:t>by software </a:t>
            </a: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from one group,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overhead = 77%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5673AF-FD86-C7C3-1E3E-1A4D1F0962E7}"/>
              </a:ext>
            </a:extLst>
          </p:cNvPr>
          <p:cNvSpPr txBox="1"/>
          <p:nvPr/>
        </p:nvSpPr>
        <p:spPr>
          <a:xfrm>
            <a:off x="3289504" y="4025886"/>
            <a:ext cx="124957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16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9D4CF-F6BD-51C9-28D7-C8ABCDA5C643}"/>
              </a:ext>
            </a:extLst>
          </p:cNvPr>
          <p:cNvSpPr txBox="1"/>
          <p:nvPr/>
        </p:nvSpPr>
        <p:spPr>
          <a:xfrm>
            <a:off x="423257" y="5086244"/>
            <a:ext cx="97456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8</a:t>
            </a:r>
            <a:r>
              <a:rPr lang="en-US" altLang="ko-KR" dirty="0"/>
              <a:t>x</a:t>
            </a: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4byte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981DBB24-EEFE-0DDC-9C18-1EC174946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716" y="2203685"/>
            <a:ext cx="2314898" cy="43821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EB4050A9-5ED4-1868-C2E5-5A6AD8977552}"/>
              </a:ext>
            </a:extLst>
          </p:cNvPr>
          <p:cNvGrpSpPr/>
          <p:nvPr/>
        </p:nvGrpSpPr>
        <p:grpSpPr>
          <a:xfrm>
            <a:off x="1600180" y="3711444"/>
            <a:ext cx="3627910" cy="2129714"/>
            <a:chOff x="3384966" y="996268"/>
            <a:chExt cx="3627910" cy="2129714"/>
          </a:xfrm>
        </p:grpSpPr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124A261A-AD74-AE50-F15C-668AC6DEA4C0}"/>
                </a:ext>
              </a:extLst>
            </p:cNvPr>
            <p:cNvCxnSpPr>
              <a:cxnSpLocks/>
            </p:cNvCxnSpPr>
            <p:nvPr/>
          </p:nvCxnSpPr>
          <p:spPr>
            <a:xfrm>
              <a:off x="5222952" y="996268"/>
              <a:ext cx="0" cy="239969"/>
            </a:xfrm>
            <a:prstGeom prst="straightConnector1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" name="정육면체 1">
              <a:extLst>
                <a:ext uri="{FF2B5EF4-FFF2-40B4-BE49-F238E27FC236}">
                  <a16:creationId xmlns:a16="http://schemas.microsoft.com/office/drawing/2014/main" id="{D424F89A-845E-0975-F527-8BCF27786814}"/>
                </a:ext>
              </a:extLst>
            </p:cNvPr>
            <p:cNvSpPr/>
            <p:nvPr/>
          </p:nvSpPr>
          <p:spPr>
            <a:xfrm>
              <a:off x="3384966" y="1704499"/>
              <a:ext cx="3627910" cy="1421483"/>
            </a:xfrm>
            <a:prstGeom prst="cub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ko-KR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endParaRPr>
            </a:p>
          </p:txBody>
        </p:sp>
      </p:grpSp>
      <p:graphicFrame>
        <p:nvGraphicFramePr>
          <p:cNvPr id="20" name="표 21">
            <a:extLst>
              <a:ext uri="{FF2B5EF4-FFF2-40B4-BE49-F238E27FC236}">
                <a16:creationId xmlns:a16="http://schemas.microsoft.com/office/drawing/2014/main" id="{E98C1087-B16F-6026-71E8-11168B832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763987"/>
              </p:ext>
            </p:extLst>
          </p:nvPr>
        </p:nvGraphicFramePr>
        <p:xfrm>
          <a:off x="1815037" y="2411349"/>
          <a:ext cx="3414816" cy="11585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7408">
                  <a:extLst>
                    <a:ext uri="{9D8B030D-6E8A-4147-A177-3AD203B41FA5}">
                      <a16:colId xmlns:a16="http://schemas.microsoft.com/office/drawing/2014/main" val="2939091884"/>
                    </a:ext>
                  </a:extLst>
                </a:gridCol>
                <a:gridCol w="1707408">
                  <a:extLst>
                    <a:ext uri="{9D8B030D-6E8A-4147-A177-3AD203B41FA5}">
                      <a16:colId xmlns:a16="http://schemas.microsoft.com/office/drawing/2014/main" val="3233614869"/>
                    </a:ext>
                  </a:extLst>
                </a:gridCol>
              </a:tblGrid>
              <a:tr h="2441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218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33969"/>
                  </a:ext>
                </a:extLst>
              </a:tr>
              <a:tr h="16756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34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020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45085"/>
                  </a:ext>
                </a:extLst>
              </a:tr>
            </a:tbl>
          </a:graphicData>
        </a:graphic>
      </p:graphicFrame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6C6933F-5D6F-93BF-6B66-23E9B93EB873}"/>
              </a:ext>
            </a:extLst>
          </p:cNvPr>
          <p:cNvCxnSpPr/>
          <p:nvPr/>
        </p:nvCxnSpPr>
        <p:spPr>
          <a:xfrm>
            <a:off x="1882760" y="2239877"/>
            <a:ext cx="3328171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03D5B14-44D6-C129-1D7A-7C07339007D6}"/>
              </a:ext>
            </a:extLst>
          </p:cNvPr>
          <p:cNvSpPr txBox="1"/>
          <p:nvPr/>
        </p:nvSpPr>
        <p:spPr>
          <a:xfrm>
            <a:off x="3321073" y="1827870"/>
            <a:ext cx="43323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64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3DBD409-5956-CFFF-D1FE-9392D0787732}"/>
              </a:ext>
            </a:extLst>
          </p:cNvPr>
          <p:cNvCxnSpPr>
            <a:cxnSpLocks/>
          </p:cNvCxnSpPr>
          <p:nvPr/>
        </p:nvCxnSpPr>
        <p:spPr>
          <a:xfrm flipH="1">
            <a:off x="1600180" y="2411349"/>
            <a:ext cx="3510" cy="120029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6C997C8-6E1D-6BCE-4F10-79EE8E8C274B}"/>
              </a:ext>
            </a:extLst>
          </p:cNvPr>
          <p:cNvSpPr txBox="1"/>
          <p:nvPr/>
        </p:nvSpPr>
        <p:spPr>
          <a:xfrm>
            <a:off x="1170458" y="2767371"/>
            <a:ext cx="43323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16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B8D810C-241A-80E9-7823-F94BAE77C7B1}"/>
              </a:ext>
            </a:extLst>
          </p:cNvPr>
          <p:cNvCxnSpPr>
            <a:cxnSpLocks/>
          </p:cNvCxnSpPr>
          <p:nvPr/>
        </p:nvCxnSpPr>
        <p:spPr>
          <a:xfrm>
            <a:off x="4197576" y="2567220"/>
            <a:ext cx="0" cy="744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DE8EC68-7313-EF15-073E-E1FDC67135E9}"/>
              </a:ext>
            </a:extLst>
          </p:cNvPr>
          <p:cNvCxnSpPr/>
          <p:nvPr/>
        </p:nvCxnSpPr>
        <p:spPr>
          <a:xfrm>
            <a:off x="1932333" y="4312456"/>
            <a:ext cx="3328171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6" name="정육면체 65">
            <a:extLst>
              <a:ext uri="{FF2B5EF4-FFF2-40B4-BE49-F238E27FC236}">
                <a16:creationId xmlns:a16="http://schemas.microsoft.com/office/drawing/2014/main" id="{42F211FF-D779-3053-46BB-901B8665A5A0}"/>
              </a:ext>
            </a:extLst>
          </p:cNvPr>
          <p:cNvSpPr/>
          <p:nvPr/>
        </p:nvSpPr>
        <p:spPr>
          <a:xfrm>
            <a:off x="1685005" y="4605303"/>
            <a:ext cx="285860" cy="1158534"/>
          </a:xfrm>
          <a:prstGeom prst="cube">
            <a:avLst/>
          </a:prstGeom>
          <a:solidFill>
            <a:srgbClr val="00B05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7" name="정육면체 66">
            <a:extLst>
              <a:ext uri="{FF2B5EF4-FFF2-40B4-BE49-F238E27FC236}">
                <a16:creationId xmlns:a16="http://schemas.microsoft.com/office/drawing/2014/main" id="{5B0FA6C0-5972-2D7B-AE8B-282D6761D1FD}"/>
              </a:ext>
            </a:extLst>
          </p:cNvPr>
          <p:cNvSpPr/>
          <p:nvPr/>
        </p:nvSpPr>
        <p:spPr>
          <a:xfrm>
            <a:off x="1897291" y="4605858"/>
            <a:ext cx="285860" cy="1158534"/>
          </a:xfrm>
          <a:prstGeom prst="cube">
            <a:avLst/>
          </a:prstGeom>
          <a:solidFill>
            <a:srgbClr val="008D4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8" name="정육면체 67">
            <a:extLst>
              <a:ext uri="{FF2B5EF4-FFF2-40B4-BE49-F238E27FC236}">
                <a16:creationId xmlns:a16="http://schemas.microsoft.com/office/drawing/2014/main" id="{146A2777-26EE-DAE3-8173-2B51C8474A74}"/>
              </a:ext>
            </a:extLst>
          </p:cNvPr>
          <p:cNvSpPr/>
          <p:nvPr/>
        </p:nvSpPr>
        <p:spPr>
          <a:xfrm>
            <a:off x="1604888" y="4691642"/>
            <a:ext cx="285860" cy="1158534"/>
          </a:xfrm>
          <a:prstGeom prst="cube">
            <a:avLst/>
          </a:prstGeom>
          <a:solidFill>
            <a:srgbClr val="B88C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69" name="정육면체 68">
            <a:extLst>
              <a:ext uri="{FF2B5EF4-FFF2-40B4-BE49-F238E27FC236}">
                <a16:creationId xmlns:a16="http://schemas.microsoft.com/office/drawing/2014/main" id="{76DE9E95-0E24-9693-FA46-E60E3A814C2B}"/>
              </a:ext>
            </a:extLst>
          </p:cNvPr>
          <p:cNvSpPr/>
          <p:nvPr/>
        </p:nvSpPr>
        <p:spPr>
          <a:xfrm>
            <a:off x="1817174" y="4692197"/>
            <a:ext cx="285860" cy="1158534"/>
          </a:xfrm>
          <a:prstGeom prst="cube">
            <a:avLst/>
          </a:prstGeom>
          <a:solidFill>
            <a:srgbClr val="B88C00"/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0A5287-0F53-6B64-3993-C32458385DAF}"/>
              </a:ext>
            </a:extLst>
          </p:cNvPr>
          <p:cNvSpPr txBox="1"/>
          <p:nvPr/>
        </p:nvSpPr>
        <p:spPr>
          <a:xfrm>
            <a:off x="1612350" y="4710126"/>
            <a:ext cx="124957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1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2C185B-CBEE-595F-D817-A5DFCC0FFCA9}"/>
              </a:ext>
            </a:extLst>
          </p:cNvPr>
          <p:cNvSpPr txBox="1"/>
          <p:nvPr/>
        </p:nvSpPr>
        <p:spPr>
          <a:xfrm>
            <a:off x="1849203" y="4716179"/>
            <a:ext cx="124957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3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051299-E401-1DFB-0675-86A95C8C1008}"/>
              </a:ext>
            </a:extLst>
          </p:cNvPr>
          <p:cNvSpPr txBox="1"/>
          <p:nvPr/>
        </p:nvSpPr>
        <p:spPr>
          <a:xfrm>
            <a:off x="1763312" y="4466527"/>
            <a:ext cx="124957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2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DECAB52-5648-B222-C8F5-C3AB80ED43AC}"/>
              </a:ext>
            </a:extLst>
          </p:cNvPr>
          <p:cNvSpPr txBox="1"/>
          <p:nvPr/>
        </p:nvSpPr>
        <p:spPr>
          <a:xfrm>
            <a:off x="1980773" y="4468830"/>
            <a:ext cx="124957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4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C53A832-2880-912C-0A76-171DBE5CA53F}"/>
              </a:ext>
            </a:extLst>
          </p:cNvPr>
          <p:cNvCxnSpPr>
            <a:cxnSpLocks/>
          </p:cNvCxnSpPr>
          <p:nvPr/>
        </p:nvCxnSpPr>
        <p:spPr>
          <a:xfrm>
            <a:off x="1490233" y="4743524"/>
            <a:ext cx="0" cy="108137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4AABE9B2-987B-55F1-CBF7-76A62F25303C}"/>
              </a:ext>
            </a:extLst>
          </p:cNvPr>
          <p:cNvCxnSpPr>
            <a:cxnSpLocks/>
          </p:cNvCxnSpPr>
          <p:nvPr/>
        </p:nvCxnSpPr>
        <p:spPr>
          <a:xfrm>
            <a:off x="1170458" y="2361190"/>
            <a:ext cx="0" cy="1181691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8120045-3443-CEFA-C493-E22DB1F98381}"/>
              </a:ext>
            </a:extLst>
          </p:cNvPr>
          <p:cNvSpPr txBox="1"/>
          <p:nvPr/>
        </p:nvSpPr>
        <p:spPr>
          <a:xfrm>
            <a:off x="524658" y="2774180"/>
            <a:ext cx="70881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cycle</a:t>
            </a:r>
            <a:endParaRPr kumimoji="0" lang="ko-KR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24F6616-782A-CF4E-493D-9EBA1F91F97E}"/>
              </a:ext>
            </a:extLst>
          </p:cNvPr>
          <p:cNvCxnSpPr>
            <a:cxnSpLocks/>
          </p:cNvCxnSpPr>
          <p:nvPr/>
        </p:nvCxnSpPr>
        <p:spPr>
          <a:xfrm>
            <a:off x="2901481" y="2567220"/>
            <a:ext cx="0" cy="744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B0A78461-2908-9D81-DF19-64091226C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931005"/>
              </p:ext>
            </p:extLst>
          </p:nvPr>
        </p:nvGraphicFramePr>
        <p:xfrm>
          <a:off x="6111988" y="4330908"/>
          <a:ext cx="2657296" cy="17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2162">
                  <a:extLst>
                    <a:ext uri="{9D8B030D-6E8A-4147-A177-3AD203B41FA5}">
                      <a16:colId xmlns:a16="http://schemas.microsoft.com/office/drawing/2014/main" val="2707676480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1836553962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3642476671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2788047727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3443266359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3610994278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2100261667"/>
                    </a:ext>
                  </a:extLst>
                </a:gridCol>
                <a:gridCol w="332162">
                  <a:extLst>
                    <a:ext uri="{9D8B030D-6E8A-4147-A177-3AD203B41FA5}">
                      <a16:colId xmlns:a16="http://schemas.microsoft.com/office/drawing/2014/main" val="815070192"/>
                    </a:ext>
                  </a:extLst>
                </a:gridCol>
              </a:tblGrid>
              <a:tr h="17285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</a:t>
                      </a:r>
                      <a:endParaRPr lang="ko-KR" altLang="en-US" b="1" dirty="0"/>
                    </a:p>
                  </a:txBody>
                  <a:tcPr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3</a:t>
                      </a:r>
                      <a:endParaRPr lang="ko-KR" altLang="en-US" b="1" dirty="0"/>
                    </a:p>
                  </a:txBody>
                  <a:tcPr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5</a:t>
                      </a:r>
                      <a:endParaRPr lang="ko-KR" altLang="en-US" b="1" dirty="0"/>
                    </a:p>
                  </a:txBody>
                  <a:tcPr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7</a:t>
                      </a:r>
                      <a:endParaRPr lang="ko-KR" altLang="en-US" b="1" dirty="0"/>
                    </a:p>
                  </a:txBody>
                  <a:tcPr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9</a:t>
                      </a:r>
                      <a:endParaRPr lang="ko-KR" altLang="en-US" b="1" dirty="0"/>
                    </a:p>
                  </a:txBody>
                  <a:tcPr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…</a:t>
                      </a:r>
                      <a:endParaRPr lang="ko-KR" altLang="en-US" b="1" dirty="0"/>
                    </a:p>
                  </a:txBody>
                  <a:tcPr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…</a:t>
                      </a:r>
                      <a:endParaRPr lang="ko-KR" altLang="en-US" b="1" dirty="0"/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B88C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31</a:t>
                      </a:r>
                      <a:endParaRPr lang="ko-KR" altLang="en-US" b="1" dirty="0"/>
                    </a:p>
                  </a:txBody>
                  <a:tcPr>
                    <a:solidFill>
                      <a:srgbClr val="B88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04046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7C38473-283E-803C-0EC0-B423D59A4D18}"/>
              </a:ext>
            </a:extLst>
          </p:cNvPr>
          <p:cNvCxnSpPr>
            <a:cxnSpLocks/>
          </p:cNvCxnSpPr>
          <p:nvPr/>
        </p:nvCxnSpPr>
        <p:spPr>
          <a:xfrm>
            <a:off x="5413708" y="5000872"/>
            <a:ext cx="349140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D72D374-9C3E-E580-70AC-F6F97F446F4B}"/>
              </a:ext>
            </a:extLst>
          </p:cNvPr>
          <p:cNvCxnSpPr/>
          <p:nvPr/>
        </p:nvCxnSpPr>
        <p:spPr>
          <a:xfrm>
            <a:off x="5848818" y="4735155"/>
            <a:ext cx="3214255" cy="0"/>
          </a:xfrm>
          <a:prstGeom prst="line">
            <a:avLst/>
          </a:prstGeom>
          <a:noFill/>
          <a:ln w="28575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46317FB2-5141-FB04-B2C3-C807A8B0FF43}"/>
              </a:ext>
            </a:extLst>
          </p:cNvPr>
          <p:cNvCxnSpPr>
            <a:cxnSpLocks/>
          </p:cNvCxnSpPr>
          <p:nvPr/>
        </p:nvCxnSpPr>
        <p:spPr>
          <a:xfrm flipV="1">
            <a:off x="7440636" y="3968761"/>
            <a:ext cx="1794979" cy="236521"/>
          </a:xfrm>
          <a:prstGeom prst="bentConnector3">
            <a:avLst>
              <a:gd name="adj1" fmla="val -281"/>
            </a:avLst>
          </a:prstGeom>
          <a:noFill/>
          <a:ln w="1905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6275EB-9D9E-1E5C-07A5-6D05D33E8CB7}"/>
              </a:ext>
            </a:extLst>
          </p:cNvPr>
          <p:cNvSpPr txBox="1"/>
          <p:nvPr/>
        </p:nvSpPr>
        <p:spPr>
          <a:xfrm>
            <a:off x="6867353" y="6136708"/>
            <a:ext cx="1427812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Register (4Kb) x2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graphicFrame>
        <p:nvGraphicFramePr>
          <p:cNvPr id="31" name="표 31">
            <a:extLst>
              <a:ext uri="{FF2B5EF4-FFF2-40B4-BE49-F238E27FC236}">
                <a16:creationId xmlns:a16="http://schemas.microsoft.com/office/drawing/2014/main" id="{26DB9A7C-7ED9-CCCC-0481-ECA5AD5B8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099635"/>
              </p:ext>
            </p:extLst>
          </p:nvPr>
        </p:nvGraphicFramePr>
        <p:xfrm>
          <a:off x="9476365" y="3721280"/>
          <a:ext cx="1636688" cy="23975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6688">
                  <a:extLst>
                    <a:ext uri="{9D8B030D-6E8A-4147-A177-3AD203B41FA5}">
                      <a16:colId xmlns:a16="http://schemas.microsoft.com/office/drawing/2014/main" val="133653436"/>
                    </a:ext>
                  </a:extLst>
                </a:gridCol>
              </a:tblGrid>
              <a:tr h="23975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Global memory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39288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9DF2D1F-4584-F29B-50F7-BEEDDA14E989}"/>
              </a:ext>
            </a:extLst>
          </p:cNvPr>
          <p:cNvSpPr txBox="1"/>
          <p:nvPr/>
        </p:nvSpPr>
        <p:spPr>
          <a:xfrm>
            <a:off x="7455945" y="3703537"/>
            <a:ext cx="1636687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16*4 byte / transfer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48AB745F-DDD7-E785-8C15-A8FC92B80478}"/>
              </a:ext>
            </a:extLst>
          </p:cNvPr>
          <p:cNvCxnSpPr>
            <a:cxnSpLocks/>
          </p:cNvCxnSpPr>
          <p:nvPr/>
        </p:nvCxnSpPr>
        <p:spPr>
          <a:xfrm>
            <a:off x="6040913" y="4340389"/>
            <a:ext cx="0" cy="1719107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E376090-ADE8-0BA5-008A-9F0D2CD36945}"/>
              </a:ext>
            </a:extLst>
          </p:cNvPr>
          <p:cNvSpPr txBox="1"/>
          <p:nvPr/>
        </p:nvSpPr>
        <p:spPr>
          <a:xfrm>
            <a:off x="5683558" y="4314031"/>
            <a:ext cx="530189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맑은 고딕"/>
              </a:rPr>
              <a:t>0bit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AF29E2-5C11-39FB-7BC4-AA1DC0D9608B}"/>
              </a:ext>
            </a:extLst>
          </p:cNvPr>
          <p:cNvSpPr txBox="1"/>
          <p:nvPr/>
        </p:nvSpPr>
        <p:spPr>
          <a:xfrm>
            <a:off x="5674362" y="5750346"/>
            <a:ext cx="345505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255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FCCBA66D-E3BE-2696-AD01-4946E4D6F5FD}"/>
              </a:ext>
            </a:extLst>
          </p:cNvPr>
          <p:cNvCxnSpPr>
            <a:cxnSpLocks/>
          </p:cNvCxnSpPr>
          <p:nvPr/>
        </p:nvCxnSpPr>
        <p:spPr>
          <a:xfrm>
            <a:off x="8833770" y="4348702"/>
            <a:ext cx="0" cy="356314"/>
          </a:xfrm>
          <a:prstGeom prst="straightConnector1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55BB2FB-2315-824A-1C58-C2D9672E21E2}"/>
              </a:ext>
            </a:extLst>
          </p:cNvPr>
          <p:cNvSpPr txBox="1"/>
          <p:nvPr/>
        </p:nvSpPr>
        <p:spPr>
          <a:xfrm>
            <a:off x="8934300" y="4409840"/>
            <a:ext cx="530189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200" dirty="0"/>
              <a:t>4byte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734329F-F655-7DA8-7610-C803F8ABBF79}"/>
                  </a:ext>
                </a:extLst>
              </p:cNvPr>
              <p:cNvSpPr txBox="1"/>
              <p:nvPr/>
            </p:nvSpPr>
            <p:spPr>
              <a:xfrm>
                <a:off x="5748839" y="2688311"/>
                <a:ext cx="6095010" cy="923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hangingPunct="1"/>
                <a:r>
                  <a:rPr lang="en-US" altLang="ko-KR" dirty="0"/>
                  <a:t>Address_offset = (</a:t>
                </a:r>
                <a:r>
                  <a:rPr lang="en-US" altLang="ko-KR" dirty="0" err="1"/>
                  <a:t>ch_index</a:t>
                </a:r>
                <a:r>
                  <a:rPr lang="en-US" altLang="ko-KR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altLang="ko-KR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ko-KR" dirty="0"/>
                  <a:t> * 4) + </a:t>
                </a:r>
                <a:r>
                  <a:rPr lang="en-US" altLang="ko-KR" dirty="0" err="1"/>
                  <a:t>Tile_index_col</a:t>
                </a:r>
                <a:r>
                  <a:rPr lang="en-US" altLang="ko-KR" dirty="0"/>
                  <a:t> * </a:t>
                </a:r>
                <a:r>
                  <a:rPr lang="en-US" altLang="ko-KR" dirty="0" err="1"/>
                  <a:t>Tile_length</a:t>
                </a:r>
                <a:r>
                  <a:rPr lang="en-US" altLang="ko-KR" dirty="0"/>
                  <a:t> * 4 + </a:t>
                </a:r>
                <a:r>
                  <a:rPr lang="en-US" altLang="ko-KR" dirty="0" err="1"/>
                  <a:t>Tile_index_row</a:t>
                </a:r>
                <a:r>
                  <a:rPr lang="en-US" altLang="ko-KR" dirty="0"/>
                  <a:t>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altLang="ko-KR" dirty="0"/>
                  <a:t> * 4 * 8 + index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altLang="ko-KR" dirty="0"/>
                  <a:t> * 4 			index = [0,8)</a:t>
                </a: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734329F-F655-7DA8-7610-C803F8ABB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8839" y="2688311"/>
                <a:ext cx="6095010" cy="923330"/>
              </a:xfrm>
              <a:prstGeom prst="rect">
                <a:avLst/>
              </a:prstGeom>
              <a:blipFill>
                <a:blip r:embed="rId3"/>
                <a:stretch>
                  <a:fillRect l="-800" t="-3974" r="-700" b="-993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D678D99-07C8-13EC-9787-D05ABE7DC5DC}"/>
              </a:ext>
            </a:extLst>
          </p:cNvPr>
          <p:cNvCxnSpPr>
            <a:cxnSpLocks/>
          </p:cNvCxnSpPr>
          <p:nvPr/>
        </p:nvCxnSpPr>
        <p:spPr>
          <a:xfrm>
            <a:off x="9166142" y="2394723"/>
            <a:ext cx="692753" cy="0"/>
          </a:xfrm>
          <a:prstGeom prst="line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D0BD6B3-DB35-5B6F-BE5E-775883750085}"/>
              </a:ext>
            </a:extLst>
          </p:cNvPr>
          <p:cNvCxnSpPr>
            <a:cxnSpLocks/>
          </p:cNvCxnSpPr>
          <p:nvPr/>
        </p:nvCxnSpPr>
        <p:spPr>
          <a:xfrm>
            <a:off x="9235615" y="2612212"/>
            <a:ext cx="692753" cy="0"/>
          </a:xfrm>
          <a:prstGeom prst="line">
            <a:avLst/>
          </a:prstGeom>
          <a:noFill/>
          <a:ln w="12700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54108910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6584</TotalTime>
  <Words>2857</Words>
  <Application>Microsoft Office PowerPoint</Application>
  <PresentationFormat>와이드스크린</PresentationFormat>
  <Paragraphs>1904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Arial,Sans-Serif</vt:lpstr>
      <vt:lpstr>나눔스퀘어 ExtraBold</vt:lpstr>
      <vt:lpstr>맑은 고딕</vt:lpstr>
      <vt:lpstr>맑은 고딕</vt:lpstr>
      <vt:lpstr>Arial</vt:lpstr>
      <vt:lpstr>Cambria Math</vt:lpstr>
      <vt:lpstr>Helvetica</vt:lpstr>
      <vt:lpstr>Office 테마</vt:lpstr>
      <vt:lpstr>CNN Accelerator Configuration</vt:lpstr>
      <vt:lpstr>Table of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 X 8 PE array– Timestamp</vt:lpstr>
      <vt:lpstr>3 X 8 PE array– Timestamp</vt:lpstr>
      <vt:lpstr>3 X 8 PE array– Timestamp</vt:lpstr>
      <vt:lpstr>3 X 8 PE array– Timestamp</vt:lpstr>
      <vt:lpstr>3 X 8 PE array– Timestamp</vt:lpstr>
      <vt:lpstr>VGG-16 structure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서원빈</cp:lastModifiedBy>
  <cp:revision>25</cp:revision>
  <dcterms:created xsi:type="dcterms:W3CDTF">2020-05-23T05:02:16Z</dcterms:created>
  <dcterms:modified xsi:type="dcterms:W3CDTF">2023-09-18T20:23:29Z</dcterms:modified>
</cp:coreProperties>
</file>