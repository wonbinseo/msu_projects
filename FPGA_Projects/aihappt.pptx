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750" r:id="rId2"/>
    <p:sldId id="753" r:id="rId3"/>
    <p:sldId id="752" r:id="rId4"/>
    <p:sldId id="754" r:id="rId5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ngwook Choi" initials="JC" lastIdx="3" clrIdx="0">
    <p:extLst>
      <p:ext uri="{19B8F6BF-5375-455C-9EA6-DF929625EA0E}">
        <p15:presenceInfo xmlns:p15="http://schemas.microsoft.com/office/powerpoint/2012/main" userId="c4e6a04d4233cab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80AFF"/>
    <a:srgbClr val="34805D"/>
    <a:srgbClr val="9804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608340-DA6C-BA40-9153-EC33926D1B22}" v="1486" dt="2023-09-16T11:43:45.889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600" autoAdjust="0"/>
    <p:restoredTop sz="92941" autoAdjust="0"/>
  </p:normalViewPr>
  <p:slideViewPr>
    <p:cSldViewPr snapToGrid="0">
      <p:cViewPr varScale="1">
        <p:scale>
          <a:sx n="107" d="100"/>
          <a:sy n="107" d="100"/>
        </p:scale>
        <p:origin x="978" y="10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3786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129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30" name="Shape 13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34649871"/>
      </p:ext>
    </p:extLst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맑은 고딕"/>
      </a:defRPr>
    </a:lvl1pPr>
    <a:lvl2pPr indent="228600" latinLnBrk="0">
      <a:defRPr sz="1200">
        <a:latin typeface="+mj-lt"/>
        <a:ea typeface="+mj-ea"/>
        <a:cs typeface="+mj-cs"/>
        <a:sym typeface="맑은 고딕"/>
      </a:defRPr>
    </a:lvl2pPr>
    <a:lvl3pPr indent="457200" latinLnBrk="0">
      <a:defRPr sz="1200">
        <a:latin typeface="+mj-lt"/>
        <a:ea typeface="+mj-ea"/>
        <a:cs typeface="+mj-cs"/>
        <a:sym typeface="맑은 고딕"/>
      </a:defRPr>
    </a:lvl3pPr>
    <a:lvl4pPr indent="685800" latinLnBrk="0">
      <a:defRPr sz="1200">
        <a:latin typeface="+mj-lt"/>
        <a:ea typeface="+mj-ea"/>
        <a:cs typeface="+mj-cs"/>
        <a:sym typeface="맑은 고딕"/>
      </a:defRPr>
    </a:lvl4pPr>
    <a:lvl5pPr indent="914400" latinLnBrk="0">
      <a:defRPr sz="1200">
        <a:latin typeface="+mj-lt"/>
        <a:ea typeface="+mj-ea"/>
        <a:cs typeface="+mj-cs"/>
        <a:sym typeface="맑은 고딕"/>
      </a:defRPr>
    </a:lvl5pPr>
    <a:lvl6pPr indent="1143000" latinLnBrk="0">
      <a:defRPr sz="1200">
        <a:latin typeface="+mj-lt"/>
        <a:ea typeface="+mj-ea"/>
        <a:cs typeface="+mj-cs"/>
        <a:sym typeface="맑은 고딕"/>
      </a:defRPr>
    </a:lvl6pPr>
    <a:lvl7pPr indent="1371600" latinLnBrk="0">
      <a:defRPr sz="1200">
        <a:latin typeface="+mj-lt"/>
        <a:ea typeface="+mj-ea"/>
        <a:cs typeface="+mj-cs"/>
        <a:sym typeface="맑은 고딕"/>
      </a:defRPr>
    </a:lvl7pPr>
    <a:lvl8pPr indent="1600200" latinLnBrk="0">
      <a:defRPr sz="1200">
        <a:latin typeface="+mj-lt"/>
        <a:ea typeface="+mj-ea"/>
        <a:cs typeface="+mj-cs"/>
        <a:sym typeface="맑은 고딕"/>
      </a:defRPr>
    </a:lvl8pPr>
    <a:lvl9pPr indent="1828800" latinLnBrk="0">
      <a:defRPr sz="1200">
        <a:latin typeface="+mj-lt"/>
        <a:ea typeface="+mj-ea"/>
        <a:cs typeface="+mj-cs"/>
        <a:sym typeface="맑은 고딕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텍스트"/>
          <p:cNvSpPr txBox="1">
            <a:spLocks noGrp="1"/>
          </p:cNvSpPr>
          <p:nvPr>
            <p:ph type="title" hasCustomPrompt="1"/>
          </p:nvPr>
        </p:nvSpPr>
        <p:spPr>
          <a:xfrm>
            <a:off x="1524000" y="1104645"/>
            <a:ext cx="9144000" cy="145693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4400" b="1"/>
            </a:lvl1pPr>
          </a:lstStyle>
          <a:p>
            <a:r>
              <a:rPr lang="en-US" dirty="0"/>
              <a:t>Main Title</a:t>
            </a:r>
            <a:endParaRPr dirty="0"/>
          </a:p>
        </p:txBody>
      </p:sp>
      <p:sp>
        <p:nvSpPr>
          <p:cNvPr id="12" name="본문 첫 번째 줄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524000" y="3661918"/>
            <a:ext cx="9144000" cy="182879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SzTx/>
              <a:buFontTx/>
              <a:buNone/>
              <a:defRPr sz="2400" b="1"/>
            </a:lvl1pPr>
            <a:lvl2pPr marL="0" indent="371465" algn="ctr">
              <a:buSzTx/>
              <a:buFontTx/>
              <a:buNone/>
              <a:defRPr sz="1900"/>
            </a:lvl2pPr>
            <a:lvl3pPr marL="0" indent="742932" algn="ctr">
              <a:buSzTx/>
              <a:buFontTx/>
              <a:buNone/>
              <a:defRPr sz="1900"/>
            </a:lvl3pPr>
            <a:lvl4pPr marL="0" indent="1114397" algn="ctr">
              <a:buSzTx/>
              <a:buFontTx/>
              <a:buNone/>
              <a:defRPr sz="1900"/>
            </a:lvl4pPr>
            <a:lvl5pPr marL="0" indent="1485863" algn="ctr">
              <a:buSzTx/>
              <a:buFontTx/>
              <a:buNone/>
              <a:defRPr sz="1900"/>
            </a:lvl5pPr>
          </a:lstStyle>
          <a:p>
            <a:r>
              <a:rPr lang="ko-KR" altLang="en-US" dirty="0"/>
              <a:t>이름</a:t>
            </a:r>
            <a:endParaRPr dirty="0"/>
          </a:p>
        </p:txBody>
      </p:sp>
      <p:sp>
        <p:nvSpPr>
          <p:cNvPr id="13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6001726" y="6559962"/>
            <a:ext cx="236601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  <p:sp>
        <p:nvSpPr>
          <p:cNvPr id="5" name="본문 첫 번째 줄…">
            <a:extLst>
              <a:ext uri="{FF2B5EF4-FFF2-40B4-BE49-F238E27FC236}">
                <a16:creationId xmlns:a16="http://schemas.microsoft.com/office/drawing/2014/main" id="{73BC6E9D-21D3-4B95-B362-AC4B8C825FA0}"/>
              </a:ext>
            </a:extLst>
          </p:cNvPr>
          <p:cNvSpPr txBox="1">
            <a:spLocks noGrp="1"/>
          </p:cNvSpPr>
          <p:nvPr>
            <p:ph type="body" sz="quarter" idx="10" hasCustomPrompt="1"/>
          </p:nvPr>
        </p:nvSpPr>
        <p:spPr>
          <a:xfrm>
            <a:off x="1524000" y="2561581"/>
            <a:ext cx="9144000" cy="884208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SzTx/>
              <a:buFontTx/>
              <a:buNone/>
              <a:defRPr sz="3200" b="1"/>
            </a:lvl1pPr>
            <a:lvl2pPr marL="0" indent="371465" algn="ctr">
              <a:buSzTx/>
              <a:buFontTx/>
              <a:buNone/>
              <a:defRPr sz="1900"/>
            </a:lvl2pPr>
            <a:lvl3pPr marL="0" indent="742932" algn="ctr">
              <a:buSzTx/>
              <a:buFontTx/>
              <a:buNone/>
              <a:defRPr sz="1900"/>
            </a:lvl3pPr>
            <a:lvl4pPr marL="0" indent="1114397" algn="ctr">
              <a:buSzTx/>
              <a:buFontTx/>
              <a:buNone/>
              <a:defRPr sz="1900"/>
            </a:lvl4pPr>
            <a:lvl5pPr marL="0" indent="1485863" algn="ctr">
              <a:buSzTx/>
              <a:buFontTx/>
              <a:buNone/>
              <a:defRPr sz="1900"/>
            </a:lvl5pPr>
          </a:lstStyle>
          <a:p>
            <a:r>
              <a:rPr lang="en-US" altLang="ko-KR" dirty="0"/>
              <a:t>Sub title</a:t>
            </a:r>
            <a:endParaRPr dirty="0"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제목 텍스트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 err="1"/>
              <a:t>제목</a:t>
            </a:r>
            <a:r>
              <a:rPr dirty="0"/>
              <a:t> </a:t>
            </a:r>
            <a:r>
              <a:rPr dirty="0" err="1"/>
              <a:t>텍스트</a:t>
            </a:r>
            <a:endParaRPr dirty="0"/>
          </a:p>
        </p:txBody>
      </p:sp>
      <p:sp>
        <p:nvSpPr>
          <p:cNvPr id="21" name="본문 첫 번째 줄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 err="1"/>
              <a:t>본문</a:t>
            </a:r>
            <a:r>
              <a:rPr dirty="0"/>
              <a:t> 첫 </a:t>
            </a:r>
            <a:r>
              <a:rPr dirty="0" err="1"/>
              <a:t>번째</a:t>
            </a:r>
            <a:r>
              <a:rPr dirty="0"/>
              <a:t> 줄</a:t>
            </a:r>
          </a:p>
          <a:p>
            <a:pPr lvl="1"/>
            <a:r>
              <a:rPr dirty="0" err="1"/>
              <a:t>본문</a:t>
            </a:r>
            <a:r>
              <a:rPr dirty="0"/>
              <a:t> 두 </a:t>
            </a:r>
            <a:r>
              <a:rPr dirty="0" err="1"/>
              <a:t>번째</a:t>
            </a:r>
            <a:r>
              <a:rPr dirty="0"/>
              <a:t> 줄</a:t>
            </a:r>
          </a:p>
          <a:p>
            <a:pPr lvl="2"/>
            <a:r>
              <a:rPr dirty="0" err="1"/>
              <a:t>본문</a:t>
            </a:r>
            <a:r>
              <a:rPr dirty="0"/>
              <a:t> 세 </a:t>
            </a:r>
            <a:r>
              <a:rPr dirty="0" err="1"/>
              <a:t>번째</a:t>
            </a:r>
            <a:r>
              <a:rPr dirty="0"/>
              <a:t> 줄</a:t>
            </a:r>
          </a:p>
          <a:p>
            <a:pPr lvl="3"/>
            <a:r>
              <a:rPr dirty="0" err="1"/>
              <a:t>본문</a:t>
            </a:r>
            <a:r>
              <a:rPr dirty="0"/>
              <a:t> 네 </a:t>
            </a:r>
            <a:r>
              <a:rPr dirty="0" err="1"/>
              <a:t>번째</a:t>
            </a:r>
            <a:r>
              <a:rPr dirty="0"/>
              <a:t> 줄</a:t>
            </a:r>
          </a:p>
          <a:p>
            <a:pPr lvl="4"/>
            <a:r>
              <a:rPr dirty="0" err="1"/>
              <a:t>본문</a:t>
            </a:r>
            <a:r>
              <a:rPr dirty="0"/>
              <a:t> </a:t>
            </a:r>
            <a:r>
              <a:rPr dirty="0" err="1"/>
              <a:t>다섯</a:t>
            </a:r>
            <a:r>
              <a:rPr dirty="0"/>
              <a:t> </a:t>
            </a:r>
            <a:r>
              <a:rPr dirty="0" err="1"/>
              <a:t>번째</a:t>
            </a:r>
            <a:r>
              <a:rPr dirty="0"/>
              <a:t> 줄</a:t>
            </a:r>
          </a:p>
        </p:txBody>
      </p:sp>
      <p:sp>
        <p:nvSpPr>
          <p:cNvPr id="22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1874635" y="6423497"/>
            <a:ext cx="236601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altLang="ko-KR" smtClean="0"/>
              <a:t>‹#›</a:t>
            </a:fld>
            <a:endParaRPr dirty="0"/>
          </a:p>
        </p:txBody>
      </p:sp>
    </p:spTree>
  </p:cSld>
  <p:clrMapOvr>
    <a:masterClrMapping/>
  </p:clrMapOvr>
  <p:transition spd="med"/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제목 텍스트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제목 텍스트</a:t>
            </a:r>
          </a:p>
        </p:txBody>
      </p:sp>
      <p:sp>
        <p:nvSpPr>
          <p:cNvPr id="39" name="본문 첫 번째 줄…"/>
          <p:cNvSpPr txBox="1">
            <a:spLocks noGrp="1"/>
          </p:cNvSpPr>
          <p:nvPr>
            <p:ph type="body" sz="half" idx="1"/>
          </p:nvPr>
        </p:nvSpPr>
        <p:spPr>
          <a:xfrm>
            <a:off x="838202" y="1825625"/>
            <a:ext cx="5181601" cy="4351338"/>
          </a:xfrm>
          <a:prstGeom prst="rect">
            <a:avLst/>
          </a:prstGeom>
        </p:spPr>
        <p:txBody>
          <a:bodyPr/>
          <a:lstStyle/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0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1117205" y="6423499"/>
            <a:ext cx="236601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제목 텍스트"/>
          <p:cNvSpPr txBox="1">
            <a:spLocks noGrp="1"/>
          </p:cNvSpPr>
          <p:nvPr>
            <p:ph type="title"/>
          </p:nvPr>
        </p:nvSpPr>
        <p:spPr>
          <a:xfrm>
            <a:off x="839790" y="365125"/>
            <a:ext cx="10515601" cy="1325564"/>
          </a:xfrm>
          <a:prstGeom prst="rect">
            <a:avLst/>
          </a:prstGeom>
        </p:spPr>
        <p:txBody>
          <a:bodyPr/>
          <a:lstStyle/>
          <a:p>
            <a:r>
              <a:t>제목 텍스트</a:t>
            </a:r>
          </a:p>
        </p:txBody>
      </p:sp>
      <p:sp>
        <p:nvSpPr>
          <p:cNvPr id="48" name="본문 첫 번째 줄…"/>
          <p:cNvSpPr txBox="1">
            <a:spLocks noGrp="1"/>
          </p:cNvSpPr>
          <p:nvPr>
            <p:ph type="body" sz="quarter" idx="1"/>
          </p:nvPr>
        </p:nvSpPr>
        <p:spPr>
          <a:xfrm>
            <a:off x="839789" y="1681166"/>
            <a:ext cx="5157787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1900" b="1"/>
            </a:lvl1pPr>
            <a:lvl2pPr marL="0" indent="371465">
              <a:buSzTx/>
              <a:buFontTx/>
              <a:buNone/>
              <a:defRPr sz="1900" b="1"/>
            </a:lvl2pPr>
            <a:lvl3pPr marL="0" indent="742932">
              <a:buSzTx/>
              <a:buFontTx/>
              <a:buNone/>
              <a:defRPr sz="1900" b="1"/>
            </a:lvl3pPr>
            <a:lvl4pPr marL="0" indent="1114397">
              <a:buSzTx/>
              <a:buFontTx/>
              <a:buNone/>
              <a:defRPr sz="1900" b="1"/>
            </a:lvl4pPr>
            <a:lvl5pPr marL="0" indent="1485863">
              <a:buSzTx/>
              <a:buFontTx/>
              <a:buNone/>
              <a:defRPr sz="1900" b="1"/>
            </a:lvl5pPr>
          </a:lstStyle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9" name="텍스트 개체 틀 4"/>
          <p:cNvSpPr>
            <a:spLocks noGrp="1"/>
          </p:cNvSpPr>
          <p:nvPr>
            <p:ph type="body" sz="quarter" idx="13"/>
          </p:nvPr>
        </p:nvSpPr>
        <p:spPr>
          <a:xfrm>
            <a:off x="6172200" y="1681166"/>
            <a:ext cx="51831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1900" b="1"/>
            </a:lvl1pPr>
          </a:lstStyle>
          <a:p>
            <a:pPr marL="0" indent="0">
              <a:buSzTx/>
              <a:buFontTx/>
              <a:buNone/>
              <a:defRPr sz="1900" b="1"/>
            </a:pPr>
            <a:endParaRPr/>
          </a:p>
        </p:txBody>
      </p:sp>
      <p:sp>
        <p:nvSpPr>
          <p:cNvPr id="50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1117205" y="6423499"/>
            <a:ext cx="236601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제목 텍스트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제목 텍스트</a:t>
            </a:r>
          </a:p>
        </p:txBody>
      </p:sp>
      <p:sp>
        <p:nvSpPr>
          <p:cNvPr id="58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1117205" y="6423499"/>
            <a:ext cx="236601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1117205" y="6423499"/>
            <a:ext cx="236601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제목 텍스트"/>
          <p:cNvSpPr txBox="1">
            <a:spLocks noGrp="1"/>
          </p:cNvSpPr>
          <p:nvPr>
            <p:ph type="title"/>
          </p:nvPr>
        </p:nvSpPr>
        <p:spPr>
          <a:xfrm>
            <a:off x="839791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2600"/>
            </a:lvl1pPr>
          </a:lstStyle>
          <a:p>
            <a:r>
              <a:t>제목 텍스트</a:t>
            </a:r>
          </a:p>
        </p:txBody>
      </p:sp>
      <p:sp>
        <p:nvSpPr>
          <p:cNvPr id="73" name="본문 첫 번째 줄…"/>
          <p:cNvSpPr txBox="1">
            <a:spLocks noGrp="1"/>
          </p:cNvSpPr>
          <p:nvPr>
            <p:ph type="body" sz="half" idx="1"/>
          </p:nvPr>
        </p:nvSpPr>
        <p:spPr>
          <a:xfrm>
            <a:off x="5183185" y="987425"/>
            <a:ext cx="6172203" cy="4873626"/>
          </a:xfrm>
          <a:prstGeom prst="rect">
            <a:avLst/>
          </a:prstGeom>
        </p:spPr>
        <p:txBody>
          <a:bodyPr/>
          <a:lstStyle>
            <a:lvl1pPr marL="185733" indent="-185733">
              <a:defRPr sz="2600"/>
            </a:lvl1pPr>
            <a:lvl2pPr marL="590968" indent="-219503">
              <a:defRPr sz="2600"/>
            </a:lvl2pPr>
            <a:lvl3pPr marL="997092" indent="-254160">
              <a:defRPr sz="2600"/>
            </a:lvl3pPr>
            <a:lvl4pPr marL="1416214" indent="-301816">
              <a:defRPr sz="2600"/>
            </a:lvl4pPr>
            <a:lvl5pPr marL="1787679" indent="-301816">
              <a:defRPr sz="2600"/>
            </a:lvl5pPr>
          </a:lstStyle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74" name="텍스트 개체 틀 3"/>
          <p:cNvSpPr>
            <a:spLocks noGrp="1"/>
          </p:cNvSpPr>
          <p:nvPr>
            <p:ph type="body" sz="quarter" idx="13"/>
          </p:nvPr>
        </p:nvSpPr>
        <p:spPr>
          <a:xfrm>
            <a:off x="839791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300"/>
            </a:lvl1pPr>
          </a:lstStyle>
          <a:p>
            <a:pPr marL="0" indent="0">
              <a:buSzTx/>
              <a:buFontTx/>
              <a:buNone/>
              <a:defRPr sz="1300"/>
            </a:pPr>
            <a:endParaRPr/>
          </a:p>
        </p:txBody>
      </p:sp>
      <p:sp>
        <p:nvSpPr>
          <p:cNvPr id="75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1117205" y="6423499"/>
            <a:ext cx="236601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본문 첫 번째 줄…"/>
          <p:cNvSpPr txBox="1">
            <a:spLocks noGrp="1"/>
          </p:cNvSpPr>
          <p:nvPr>
            <p:ph type="body" sz="quarter" idx="1"/>
          </p:nvPr>
        </p:nvSpPr>
        <p:spPr>
          <a:xfrm>
            <a:off x="532016" y="2969549"/>
            <a:ext cx="2132133" cy="273514"/>
          </a:xfrm>
          <a:prstGeom prst="rect">
            <a:avLst/>
          </a:prstGeom>
        </p:spPr>
        <p:txBody>
          <a:bodyPr/>
          <a:lstStyle>
            <a:lvl1pPr marL="0" indent="0" defTabSz="914377">
              <a:lnSpc>
                <a:spcPct val="100000"/>
              </a:lnSpc>
              <a:spcBef>
                <a:spcPts val="300"/>
              </a:spcBef>
              <a:buSzTx/>
              <a:buFontTx/>
              <a:buNone/>
              <a:defRPr sz="1300">
                <a:solidFill>
                  <a:srgbClr val="004C86"/>
                </a:solidFill>
              </a:defRPr>
            </a:lvl1pPr>
            <a:lvl2pPr marL="498546" indent="-127079" defTabSz="914377">
              <a:lnSpc>
                <a:spcPct val="100000"/>
              </a:lnSpc>
              <a:spcBef>
                <a:spcPts val="300"/>
              </a:spcBef>
              <a:buFontTx/>
              <a:defRPr sz="1300">
                <a:solidFill>
                  <a:srgbClr val="004C86"/>
                </a:solidFill>
              </a:defRPr>
            </a:lvl2pPr>
            <a:lvl3pPr marL="893840" indent="-150908" defTabSz="914377">
              <a:lnSpc>
                <a:spcPct val="100000"/>
              </a:lnSpc>
              <a:spcBef>
                <a:spcPts val="300"/>
              </a:spcBef>
              <a:buFontTx/>
              <a:defRPr sz="1300">
                <a:solidFill>
                  <a:srgbClr val="004C86"/>
                </a:solidFill>
              </a:defRPr>
            </a:lvl3pPr>
            <a:lvl4pPr marL="1286862" indent="-172466" defTabSz="914377">
              <a:lnSpc>
                <a:spcPct val="100000"/>
              </a:lnSpc>
              <a:spcBef>
                <a:spcPts val="300"/>
              </a:spcBef>
              <a:buFontTx/>
              <a:defRPr sz="1300">
                <a:solidFill>
                  <a:srgbClr val="004C86"/>
                </a:solidFill>
              </a:defRPr>
            </a:lvl4pPr>
            <a:lvl5pPr marL="1658329" indent="-172466" defTabSz="914377">
              <a:lnSpc>
                <a:spcPct val="100000"/>
              </a:lnSpc>
              <a:spcBef>
                <a:spcPts val="300"/>
              </a:spcBef>
              <a:buFontTx/>
              <a:defRPr sz="1300">
                <a:solidFill>
                  <a:srgbClr val="004C86"/>
                </a:solidFill>
              </a:defRPr>
            </a:lvl5pPr>
          </a:lstStyle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93" name="제목 텍스트"/>
          <p:cNvSpPr txBox="1">
            <a:spLocks noGrp="1"/>
          </p:cNvSpPr>
          <p:nvPr>
            <p:ph type="title"/>
          </p:nvPr>
        </p:nvSpPr>
        <p:spPr>
          <a:xfrm>
            <a:off x="534630" y="1799999"/>
            <a:ext cx="6522097" cy="1169552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004C86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t>제목 텍스트</a:t>
            </a:r>
          </a:p>
        </p:txBody>
      </p:sp>
      <p:sp>
        <p:nvSpPr>
          <p:cNvPr id="94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1117205" y="6423499"/>
            <a:ext cx="236601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95" name="직사각형 5"/>
          <p:cNvSpPr/>
          <p:nvPr/>
        </p:nvSpPr>
        <p:spPr>
          <a:xfrm>
            <a:off x="532019" y="6237313"/>
            <a:ext cx="1435527" cy="48416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800"/>
          </a:p>
        </p:txBody>
      </p:sp>
      <p:sp>
        <p:nvSpPr>
          <p:cNvPr id="96" name="직사각형 8"/>
          <p:cNvSpPr txBox="1"/>
          <p:nvPr/>
        </p:nvSpPr>
        <p:spPr>
          <a:xfrm>
            <a:off x="448273" y="6381333"/>
            <a:ext cx="1674495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 spc="-50">
                <a:solidFill>
                  <a:srgbClr val="004C86"/>
                </a:solidFill>
                <a:latin typeface="나눔스퀘어 ExtraBold"/>
                <a:ea typeface="나눔스퀘어 ExtraBold"/>
                <a:cs typeface="나눔스퀘어 ExtraBold"/>
                <a:sym typeface="나눔스퀘어 ExtraBold"/>
              </a:defRPr>
            </a:lvl1pPr>
          </a:lstStyle>
          <a:p>
            <a:r>
              <a:rPr sz="1200"/>
              <a:t>http://esoc.hanyang.ac.kr</a:t>
            </a:r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본문 첫 번째 줄…"/>
          <p:cNvSpPr txBox="1">
            <a:spLocks noGrp="1"/>
          </p:cNvSpPr>
          <p:nvPr>
            <p:ph type="body" sz="quarter" idx="1"/>
          </p:nvPr>
        </p:nvSpPr>
        <p:spPr>
          <a:xfrm>
            <a:off x="532801" y="1232102"/>
            <a:ext cx="8251499" cy="536720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800" b="1" spc="-60">
                <a:solidFill>
                  <a:srgbClr val="FFFFFF"/>
                </a:solidFill>
              </a:defRPr>
            </a:lvl1pPr>
            <a:lvl2pPr marL="645179" indent="-273712">
              <a:buFontTx/>
              <a:defRPr sz="2800" b="1" spc="-60">
                <a:solidFill>
                  <a:srgbClr val="FFFFFF"/>
                </a:solidFill>
              </a:defRPr>
            </a:lvl2pPr>
            <a:lvl3pPr marL="1067964" indent="-325033">
              <a:buFontTx/>
              <a:defRPr sz="2800" b="1" spc="-60">
                <a:solidFill>
                  <a:srgbClr val="FFFFFF"/>
                </a:solidFill>
              </a:defRPr>
            </a:lvl3pPr>
            <a:lvl4pPr marL="1485863" indent="-371465">
              <a:buFontTx/>
              <a:defRPr sz="2800" b="1" spc="-60">
                <a:solidFill>
                  <a:srgbClr val="FFFFFF"/>
                </a:solidFill>
              </a:defRPr>
            </a:lvl4pPr>
            <a:lvl5pPr marL="1857330" indent="-371467">
              <a:buFontTx/>
              <a:defRPr sz="2800" b="1" spc="-60">
                <a:solidFill>
                  <a:srgbClr val="FFFFFF"/>
                </a:solidFill>
              </a:defRPr>
            </a:lvl5pPr>
          </a:lstStyle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104" name="TextBox 8"/>
          <p:cNvSpPr txBox="1"/>
          <p:nvPr/>
        </p:nvSpPr>
        <p:spPr>
          <a:xfrm>
            <a:off x="487641" y="6309326"/>
            <a:ext cx="2479749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000" spc="-50">
                <a:solidFill>
                  <a:srgbClr val="95A1AB"/>
                </a:solidFill>
                <a:latin typeface="나눔스퀘어 ExtraBold"/>
                <a:ea typeface="나눔스퀘어 ExtraBold"/>
                <a:cs typeface="나눔스퀘어 ExtraBold"/>
                <a:sym typeface="나눔스퀘어 ExtraBold"/>
              </a:defRPr>
            </a:lvl1pPr>
          </a:lstStyle>
          <a:p>
            <a:r>
              <a:rPr sz="1000"/>
              <a:t>Embedded System on Chip Lab</a:t>
            </a:r>
          </a:p>
        </p:txBody>
      </p:sp>
      <p:sp>
        <p:nvSpPr>
          <p:cNvPr id="105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8501001" y="6240935"/>
            <a:ext cx="236601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제목 텍스트"/>
          <p:cNvSpPr txBox="1">
            <a:spLocks noGrp="1"/>
          </p:cNvSpPr>
          <p:nvPr>
            <p:ph type="title"/>
          </p:nvPr>
        </p:nvSpPr>
        <p:spPr>
          <a:xfrm>
            <a:off x="838202" y="365125"/>
            <a:ext cx="10515601" cy="1325564"/>
          </a:xfrm>
          <a:prstGeom prst="rect">
            <a:avLst/>
          </a:prstGeom>
        </p:spPr>
        <p:txBody>
          <a:bodyPr lIns="45718" tIns="45718" rIns="45718" bIns="45718"/>
          <a:lstStyle/>
          <a:p>
            <a:r>
              <a:t>제목 텍스트</a:t>
            </a:r>
          </a:p>
        </p:txBody>
      </p:sp>
      <p:sp>
        <p:nvSpPr>
          <p:cNvPr id="113" name="본문 첫 번째 줄…"/>
          <p:cNvSpPr txBox="1">
            <a:spLocks noGrp="1"/>
          </p:cNvSpPr>
          <p:nvPr>
            <p:ph type="body" idx="1"/>
          </p:nvPr>
        </p:nvSpPr>
        <p:spPr>
          <a:xfrm>
            <a:off x="838202" y="1825625"/>
            <a:ext cx="10515601" cy="4351338"/>
          </a:xfrm>
          <a:prstGeom prst="rect">
            <a:avLst/>
          </a:prstGeom>
        </p:spPr>
        <p:txBody>
          <a:bodyPr lIns="45718" tIns="45718" rIns="45718" bIns="45718"/>
          <a:lstStyle>
            <a:lvl1pPr marL="185733" indent="-185733"/>
            <a:lvl2pPr marL="586525" indent="-215059"/>
            <a:lvl3pPr marL="998312" indent="-255380"/>
            <a:lvl4pPr marL="1406262" indent="-291865"/>
            <a:lvl5pPr indent="-291865"/>
          </a:lstStyle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114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6493012" y="6560022"/>
            <a:ext cx="236599" cy="230828"/>
          </a:xfrm>
          <a:prstGeom prst="rect">
            <a:avLst/>
          </a:prstGeom>
        </p:spPr>
        <p:txBody>
          <a:bodyPr lIns="45718" tIns="45718" rIns="45718" bIns="45718"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텍스트"/>
          <p:cNvSpPr txBox="1">
            <a:spLocks noGrp="1"/>
          </p:cNvSpPr>
          <p:nvPr>
            <p:ph type="title"/>
          </p:nvPr>
        </p:nvSpPr>
        <p:spPr>
          <a:xfrm>
            <a:off x="838202" y="365125"/>
            <a:ext cx="10515601" cy="644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/>
          </a:bodyPr>
          <a:lstStyle/>
          <a:p>
            <a:r>
              <a:rPr dirty="0" err="1"/>
              <a:t>제목</a:t>
            </a:r>
            <a:r>
              <a:rPr dirty="0"/>
              <a:t> </a:t>
            </a:r>
            <a:r>
              <a:rPr dirty="0" err="1"/>
              <a:t>텍스트</a:t>
            </a:r>
            <a:endParaRPr dirty="0"/>
          </a:p>
        </p:txBody>
      </p:sp>
      <p:sp>
        <p:nvSpPr>
          <p:cNvPr id="3" name="본문 첫 번째 줄…"/>
          <p:cNvSpPr txBox="1">
            <a:spLocks noGrp="1"/>
          </p:cNvSpPr>
          <p:nvPr>
            <p:ph type="body" idx="1"/>
          </p:nvPr>
        </p:nvSpPr>
        <p:spPr>
          <a:xfrm>
            <a:off x="838202" y="1147313"/>
            <a:ext cx="10515601" cy="5029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r>
              <a:rPr dirty="0" err="1"/>
              <a:t>본문</a:t>
            </a:r>
            <a:r>
              <a:rPr dirty="0"/>
              <a:t> 첫 </a:t>
            </a:r>
            <a:r>
              <a:rPr dirty="0" err="1"/>
              <a:t>번째</a:t>
            </a:r>
            <a:r>
              <a:rPr dirty="0"/>
              <a:t> 줄</a:t>
            </a:r>
          </a:p>
          <a:p>
            <a:pPr lvl="1"/>
            <a:r>
              <a:rPr dirty="0" err="1"/>
              <a:t>본문</a:t>
            </a:r>
            <a:r>
              <a:rPr dirty="0"/>
              <a:t> 두 </a:t>
            </a:r>
            <a:r>
              <a:rPr dirty="0" err="1"/>
              <a:t>번째</a:t>
            </a:r>
            <a:r>
              <a:rPr dirty="0"/>
              <a:t> 줄</a:t>
            </a:r>
          </a:p>
          <a:p>
            <a:pPr lvl="2"/>
            <a:r>
              <a:rPr dirty="0" err="1"/>
              <a:t>본문</a:t>
            </a:r>
            <a:r>
              <a:rPr dirty="0"/>
              <a:t> 세 </a:t>
            </a:r>
            <a:r>
              <a:rPr dirty="0" err="1"/>
              <a:t>번째</a:t>
            </a:r>
            <a:r>
              <a:rPr dirty="0"/>
              <a:t> 줄</a:t>
            </a:r>
          </a:p>
          <a:p>
            <a:pPr lvl="3"/>
            <a:r>
              <a:rPr dirty="0" err="1"/>
              <a:t>본문</a:t>
            </a:r>
            <a:r>
              <a:rPr dirty="0"/>
              <a:t> 네 </a:t>
            </a:r>
            <a:r>
              <a:rPr dirty="0" err="1"/>
              <a:t>번째</a:t>
            </a:r>
            <a:r>
              <a:rPr dirty="0"/>
              <a:t> 줄</a:t>
            </a:r>
          </a:p>
          <a:p>
            <a:pPr lvl="4"/>
            <a:r>
              <a:rPr dirty="0" err="1"/>
              <a:t>본문</a:t>
            </a:r>
            <a:r>
              <a:rPr dirty="0"/>
              <a:t> </a:t>
            </a:r>
            <a:r>
              <a:rPr dirty="0" err="1"/>
              <a:t>다섯</a:t>
            </a:r>
            <a:r>
              <a:rPr dirty="0"/>
              <a:t> </a:t>
            </a:r>
            <a:r>
              <a:rPr dirty="0" err="1"/>
              <a:t>번째</a:t>
            </a:r>
            <a:r>
              <a:rPr dirty="0"/>
              <a:t> 줄</a:t>
            </a:r>
          </a:p>
        </p:txBody>
      </p:sp>
      <p:sp>
        <p:nvSpPr>
          <p:cNvPr id="4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6001726" y="6560020"/>
            <a:ext cx="236601" cy="230832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9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8" r:id="rId8"/>
    <p:sldLayoutId id="2147483659" r:id="rId9"/>
    <p:sldLayoutId id="2147483660" r:id="rId10"/>
  </p:sldLayoutIdLst>
  <p:transition spd="med"/>
  <p:txStyles>
    <p:titleStyle>
      <a:lvl1pPr marL="0" marR="0" indent="0" algn="l" defTabSz="74293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1pPr>
      <a:lvl2pPr marL="0" marR="0" indent="0" algn="l" defTabSz="74293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2pPr>
      <a:lvl3pPr marL="0" marR="0" indent="0" algn="l" defTabSz="74293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3pPr>
      <a:lvl4pPr marL="0" marR="0" indent="0" algn="l" defTabSz="74293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4pPr>
      <a:lvl5pPr marL="0" marR="0" indent="0" algn="l" defTabSz="74293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5pPr>
      <a:lvl6pPr marL="0" marR="0" indent="0" algn="l" defTabSz="74293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6pPr>
      <a:lvl7pPr marL="0" marR="0" indent="0" algn="l" defTabSz="74293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7pPr>
      <a:lvl8pPr marL="0" marR="0" indent="0" algn="l" defTabSz="74293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8pPr>
      <a:lvl9pPr marL="0" marR="0" indent="0" algn="l" defTabSz="74293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9pPr>
    </p:titleStyle>
    <p:bodyStyle>
      <a:lvl1pPr marL="185733" marR="0" indent="-185733" algn="l" defTabSz="742932" rtl="0" latinLnBrk="0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Arial"/>
        <a:buChar char="•"/>
        <a:tabLst/>
        <a:defRPr sz="20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1pPr>
      <a:lvl2pPr marL="586525" marR="0" indent="-215060" algn="l" defTabSz="742932" rtl="0" latinLnBrk="0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맑은 고딕" panose="020B0503020000020004" pitchFamily="50" charset="-127"/>
        <a:buChar char="–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2pPr>
      <a:lvl3pPr marL="998314" marR="0" indent="-255383" algn="l" defTabSz="742932" rtl="0" latinLnBrk="0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맑은 고딕" panose="020B0503020000020004" pitchFamily="50" charset="-127"/>
        <a:buChar char="–"/>
        <a:tabLst/>
        <a:defRPr sz="1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3pPr>
      <a:lvl4pPr marL="1406264" marR="0" indent="-291866" algn="l" defTabSz="742932" rtl="0" latinLnBrk="0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맑은 고딕" panose="020B0503020000020004" pitchFamily="50" charset="-127"/>
        <a:buChar char="–"/>
        <a:tabLst/>
        <a:defRPr sz="1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4pPr>
      <a:lvl5pPr marL="1777730" marR="0" indent="-291866" algn="l" defTabSz="742932" rtl="0" latinLnBrk="0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맑은 고딕" panose="020B0503020000020004" pitchFamily="50" charset="-127"/>
        <a:buChar char="–"/>
        <a:tabLst/>
        <a:defRPr sz="1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5pPr>
      <a:lvl6pPr marL="2149196" marR="0" indent="-291867" algn="l" defTabSz="742932" rtl="0" latinLnBrk="0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Arial"/>
        <a:buChar char="•"/>
        <a:tabLst/>
        <a:defRPr sz="2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6pPr>
      <a:lvl7pPr marL="2520661" marR="0" indent="-291867" algn="l" defTabSz="742932" rtl="0" latinLnBrk="0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Arial"/>
        <a:buChar char="•"/>
        <a:tabLst/>
        <a:defRPr sz="2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7pPr>
      <a:lvl8pPr marL="2892126" marR="0" indent="-291867" algn="l" defTabSz="742932" rtl="0" latinLnBrk="0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Arial"/>
        <a:buChar char="•"/>
        <a:tabLst/>
        <a:defRPr sz="2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8pPr>
      <a:lvl9pPr marL="3263593" marR="0" indent="-291867" algn="l" defTabSz="742932" rtl="0" latinLnBrk="0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Arial"/>
        <a:buChar char="•"/>
        <a:tabLst/>
        <a:defRPr sz="2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9pPr>
    </p:bodyStyle>
    <p:otherStyle>
      <a:lvl1pPr marL="0" marR="0" indent="0" algn="r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1pPr>
      <a:lvl2pPr marL="0" marR="0" indent="457189" algn="r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2pPr>
      <a:lvl3pPr marL="0" marR="0" indent="914377" algn="r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3pPr>
      <a:lvl4pPr marL="0" marR="0" indent="1371566" algn="r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4pPr>
      <a:lvl5pPr marL="0" marR="0" indent="1828754" algn="r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5pPr>
      <a:lvl6pPr marL="0" marR="0" indent="2285943" algn="r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6pPr>
      <a:lvl7pPr marL="0" marR="0" indent="2743131" algn="r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7pPr>
      <a:lvl8pPr marL="0" marR="0" indent="3200320" algn="r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8pPr>
      <a:lvl9pPr marL="0" marR="0" indent="3657509" algn="r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F55DE2-37CF-4366-9E87-873E2A490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45719" tIns="45720" rIns="45719" bIns="45720" anchor="ctr">
            <a:normAutofit/>
          </a:bodyPr>
          <a:lstStyle/>
          <a:p>
            <a:r>
              <a:rPr lang="en-US" altLang="ko-KR" dirty="0"/>
              <a:t>Input/Output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5A6E05-8D7F-49D0-B580-39C0CD091E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45719" tIns="45720" rIns="45719" bIns="45720" anchor="t">
            <a:normAutofit/>
          </a:bodyPr>
          <a:lstStyle/>
          <a:p>
            <a:pPr marL="185420" indent="-185420"/>
            <a:r>
              <a:rPr lang="en-US" altLang="ko-KR" dirty="0"/>
              <a:t>IFM</a:t>
            </a:r>
            <a:endParaRPr lang="ko-KR" altLang="en-US" dirty="0"/>
          </a:p>
          <a:p>
            <a:pPr marL="586105" lvl="1" indent="-214630"/>
            <a:r>
              <a:rPr lang="en-US" altLang="ko-KR" dirty="0"/>
              <a:t>Two 3x8 pe arrays share same input</a:t>
            </a:r>
          </a:p>
          <a:p>
            <a:pPr marL="586105" lvl="1" indent="-214630"/>
            <a:r>
              <a:rPr lang="en-US" altLang="ko-KR" dirty="0"/>
              <a:t>8 * 10(number of rows in an input tile) = 80bit per cycle</a:t>
            </a:r>
          </a:p>
          <a:p>
            <a:pPr marL="371475" lvl="1" indent="0">
              <a:buNone/>
            </a:pPr>
            <a:endParaRPr lang="en-US" altLang="ko-KR" dirty="0"/>
          </a:p>
          <a:p>
            <a:pPr marL="185420" indent="-185420"/>
            <a:r>
              <a:rPr lang="en-US" dirty="0">
                <a:latin typeface="Malgun Gothic"/>
                <a:ea typeface="Malgun Gothic"/>
              </a:rPr>
              <a:t>WGT</a:t>
            </a:r>
            <a:endParaRPr lang="ko-KR" dirty="0">
              <a:latin typeface="Malgun Gothic"/>
              <a:ea typeface="Malgun Gothic"/>
            </a:endParaRPr>
          </a:p>
          <a:p>
            <a:pPr marL="586105" lvl="1" indent="-214630">
              <a:buFont typeface="맑은 고딕"/>
            </a:pPr>
            <a:r>
              <a:rPr lang="en-US" dirty="0">
                <a:latin typeface="Malgun Gothic"/>
                <a:ea typeface="Malgun Gothic"/>
              </a:rPr>
              <a:t>Each pe array has different WGT</a:t>
            </a:r>
          </a:p>
          <a:p>
            <a:pPr marL="586105" lvl="1" indent="-214630">
              <a:buFont typeface="맑은 고딕"/>
            </a:pPr>
            <a:r>
              <a:rPr lang="en-US" dirty="0">
                <a:latin typeface="Malgun Gothic"/>
                <a:ea typeface="Malgun Gothic"/>
              </a:rPr>
              <a:t>8 * 2 * 3(kernel size) = 48bit per cycle</a:t>
            </a:r>
          </a:p>
          <a:p>
            <a:pPr marL="586105" lvl="1" indent="-214630">
              <a:buFont typeface="맑은 고딕"/>
            </a:pPr>
            <a:endParaRPr lang="en-US" dirty="0">
              <a:latin typeface="Malgun Gothic"/>
              <a:ea typeface="Malgun Gothic"/>
            </a:endParaRPr>
          </a:p>
          <a:p>
            <a:pPr marL="185420" indent="-185420"/>
            <a:r>
              <a:rPr lang="en-US" altLang="ko-KR" dirty="0">
                <a:latin typeface="Malgun Gothic"/>
                <a:ea typeface="Malgun Gothic"/>
              </a:rPr>
              <a:t>OFM</a:t>
            </a:r>
          </a:p>
          <a:p>
            <a:pPr marL="586105" lvl="1" indent="-214630">
              <a:buFont typeface="맑은 고딕"/>
            </a:pPr>
            <a:r>
              <a:rPr lang="en-US" dirty="0">
                <a:latin typeface="Malgun Gothic"/>
                <a:ea typeface="Malgun Gothic"/>
              </a:rPr>
              <a:t>Each pe arrays produces output of different output channel.</a:t>
            </a:r>
          </a:p>
          <a:p>
            <a:pPr marL="586105" lvl="1" indent="-214630">
              <a:buFont typeface="맑은 고딕"/>
            </a:pPr>
            <a:r>
              <a:rPr lang="en-US" dirty="0">
                <a:latin typeface="Malgun Gothic"/>
                <a:ea typeface="Malgun Gothic"/>
              </a:rPr>
              <a:t>8 output from each pe array total 16 output</a:t>
            </a:r>
          </a:p>
          <a:p>
            <a:pPr marL="586105" lvl="1" indent="-214630">
              <a:buFont typeface="맑은 고딕"/>
            </a:pPr>
            <a:r>
              <a:rPr lang="en-US" dirty="0">
                <a:latin typeface="Malgun Gothic"/>
                <a:ea typeface="Malgun Gothic"/>
              </a:rPr>
              <a:t>32 * 8 * 2 = 512bit per cycle</a:t>
            </a:r>
          </a:p>
          <a:p>
            <a:pPr marL="586105" lvl="1" indent="-214630">
              <a:buFont typeface="맑은 고딕"/>
            </a:pPr>
            <a:r>
              <a:rPr lang="en-US" dirty="0">
                <a:latin typeface="Malgun Gothic"/>
                <a:ea typeface="Malgun Gothic"/>
              </a:rPr>
              <a:t>Total 16 cycles required for a tile operation   </a:t>
            </a:r>
          </a:p>
          <a:p>
            <a:pPr marL="586105" lvl="1" indent="-214630">
              <a:buFont typeface="맑은 고딕"/>
            </a:pPr>
            <a:endParaRPr lang="en-US" dirty="0">
              <a:latin typeface="Malgun Gothic"/>
              <a:ea typeface="Malgun Gothic"/>
            </a:endParaRPr>
          </a:p>
          <a:p>
            <a:pPr marL="586105" lvl="1" indent="-214630"/>
            <a:endParaRPr lang="en-US" altLang="ko-KR" dirty="0"/>
          </a:p>
          <a:p>
            <a:pPr marL="371475" lvl="1" indent="0">
              <a:buNone/>
            </a:pPr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185420" indent="-185420"/>
            <a:endParaRPr lang="en-US" altLang="ko-KR" dirty="0"/>
          </a:p>
          <a:p>
            <a:pPr marL="742315" lvl="2" indent="0">
              <a:buNone/>
            </a:pPr>
            <a:endParaRPr lang="ko-KR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085FEF-8E6C-49C3-87E5-138AF3C8A18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ko-KR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217203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F55DE2-37CF-4366-9E87-873E2A490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45719" tIns="45720" rIns="45719" bIns="45720" anchor="ctr">
            <a:normAutofit/>
          </a:bodyPr>
          <a:lstStyle/>
          <a:p>
            <a:r>
              <a:rPr lang="en-US" altLang="ko-KR" dirty="0"/>
              <a:t>Input/Output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5A6E05-8D7F-49D0-B580-39C0CD091E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2" y="1147313"/>
            <a:ext cx="5513296" cy="5029650"/>
          </a:xfrm>
        </p:spPr>
        <p:txBody>
          <a:bodyPr lIns="45719" tIns="45720" rIns="45719" bIns="45720" anchor="t">
            <a:normAutofit/>
          </a:bodyPr>
          <a:lstStyle/>
          <a:p>
            <a:pPr marL="185420" indent="-185420"/>
            <a:r>
              <a:rPr lang="en-US" altLang="ko-KR" dirty="0">
                <a:latin typeface="맑은 고딕"/>
                <a:ea typeface="맑은 고딕"/>
              </a:rPr>
              <a:t>Parser</a:t>
            </a:r>
          </a:p>
          <a:p>
            <a:pPr marL="586105" lvl="1" indent="-214630">
              <a:buFont typeface="맑은 고딕"/>
              <a:buChar char="–"/>
            </a:pPr>
            <a:r>
              <a:rPr lang="en-US" altLang="ko-KR" dirty="0">
                <a:latin typeface="맑은 고딕"/>
                <a:ea typeface="맑은 고딕"/>
              </a:rPr>
              <a:t>IFM/WGT data width in input buffer is 512bit.</a:t>
            </a:r>
          </a:p>
          <a:p>
            <a:pPr marL="586105" lvl="1" indent="-214630">
              <a:buFont typeface="맑은 고딕"/>
              <a:buChar char="–"/>
            </a:pPr>
            <a:r>
              <a:rPr lang="en-US" altLang="ko-KR" dirty="0">
                <a:latin typeface="맑은 고딕"/>
                <a:ea typeface="맑은 고딕"/>
              </a:rPr>
              <a:t>IFM/WGT data width to </a:t>
            </a:r>
            <a:r>
              <a:rPr lang="en-US" altLang="ko-KR" dirty="0" err="1">
                <a:latin typeface="맑은 고딕"/>
                <a:ea typeface="맑은 고딕"/>
              </a:rPr>
              <a:t>conv_acc</a:t>
            </a:r>
            <a:r>
              <a:rPr lang="en-US" altLang="ko-KR" dirty="0">
                <a:latin typeface="맑은 고딕"/>
                <a:ea typeface="맑은 고딕"/>
              </a:rPr>
              <a:t> module is 80/48bit</a:t>
            </a:r>
          </a:p>
          <a:p>
            <a:pPr marL="586105" lvl="1" indent="-214630">
              <a:buFont typeface="맑은 고딕"/>
            </a:pPr>
            <a:r>
              <a:rPr lang="en-US" dirty="0">
                <a:latin typeface="Malgun Gothic"/>
                <a:ea typeface="Malgun Gothic"/>
              </a:rPr>
              <a:t>512 bit cannot be divided evenly with 80/48bit</a:t>
            </a:r>
          </a:p>
          <a:p>
            <a:pPr marL="586105" lvl="1" indent="-214630"/>
            <a:r>
              <a:rPr lang="en-US" altLang="ko-KR" dirty="0"/>
              <a:t>IFM parser stores 5 512bit data to produce 32 80bit input </a:t>
            </a:r>
            <a:r>
              <a:rPr lang="en-US" altLang="ko-KR" dirty="0" err="1"/>
              <a:t>ifm</a:t>
            </a:r>
            <a:r>
              <a:rPr lang="en-US" altLang="ko-KR" dirty="0"/>
              <a:t> data </a:t>
            </a:r>
          </a:p>
          <a:p>
            <a:pPr marL="586105" lvl="1" indent="-214630"/>
            <a:r>
              <a:rPr lang="en-US" dirty="0">
                <a:latin typeface="Malgun Gothic"/>
                <a:ea typeface="Malgun Gothic"/>
              </a:rPr>
              <a:t>WGT parser stores 3 512bit data to produce 32 48bit input </a:t>
            </a:r>
            <a:r>
              <a:rPr lang="en-US" dirty="0" err="1">
                <a:latin typeface="Malgun Gothic"/>
                <a:ea typeface="Malgun Gothic"/>
              </a:rPr>
              <a:t>ifm</a:t>
            </a:r>
            <a:r>
              <a:rPr lang="en-US" dirty="0">
                <a:latin typeface="Malgun Gothic"/>
                <a:ea typeface="Malgun Gothic"/>
              </a:rPr>
              <a:t> data </a:t>
            </a:r>
            <a:endParaRPr lang="en-US" altLang="ko-KR" dirty="0"/>
          </a:p>
          <a:p>
            <a:pPr marL="586105" lvl="1" indent="-214630"/>
            <a:r>
              <a:rPr lang="en-US" dirty="0">
                <a:latin typeface="Malgun Gothic"/>
                <a:ea typeface="Malgun Gothic"/>
              </a:rPr>
              <a:t>Parser sent input request to input buffer to fill the parser buffer again before using all of data</a:t>
            </a:r>
          </a:p>
          <a:p>
            <a:pPr marL="371475" lvl="1" indent="0">
              <a:buNone/>
            </a:pPr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185420" indent="-185420"/>
            <a:endParaRPr lang="en-US" altLang="ko-KR" dirty="0"/>
          </a:p>
          <a:p>
            <a:pPr marL="742315" lvl="2" indent="0">
              <a:buNone/>
            </a:pPr>
            <a:endParaRPr lang="ko-KR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085FEF-8E6C-49C3-87E5-138AF3C8A18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ko-KR" smtClean="0"/>
              <a:t>2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3251574-5CE8-AC13-7FE3-D5DE94B9D9F3}"/>
              </a:ext>
            </a:extLst>
          </p:cNvPr>
          <p:cNvSpPr/>
          <p:nvPr/>
        </p:nvSpPr>
        <p:spPr>
          <a:xfrm>
            <a:off x="7978589" y="1510552"/>
            <a:ext cx="2483223" cy="932329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2E80717-AB51-8818-B2EF-58C96EB9F1BE}"/>
              </a:ext>
            </a:extLst>
          </p:cNvPr>
          <p:cNvSpPr/>
          <p:nvPr/>
        </p:nvSpPr>
        <p:spPr>
          <a:xfrm>
            <a:off x="7978589" y="2442881"/>
            <a:ext cx="2483223" cy="932329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F580FB9-3415-2980-3672-93EE4106F845}"/>
              </a:ext>
            </a:extLst>
          </p:cNvPr>
          <p:cNvSpPr/>
          <p:nvPr/>
        </p:nvSpPr>
        <p:spPr>
          <a:xfrm>
            <a:off x="7978588" y="3375210"/>
            <a:ext cx="2483223" cy="932329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DCFF744-4F73-0FC9-EF69-6B97ACDF5429}"/>
              </a:ext>
            </a:extLst>
          </p:cNvPr>
          <p:cNvSpPr/>
          <p:nvPr/>
        </p:nvSpPr>
        <p:spPr>
          <a:xfrm>
            <a:off x="7978588" y="4307539"/>
            <a:ext cx="2483223" cy="932329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D1DA5C3-A246-092C-3B6C-910E9E75471B}"/>
              </a:ext>
            </a:extLst>
          </p:cNvPr>
          <p:cNvSpPr/>
          <p:nvPr/>
        </p:nvSpPr>
        <p:spPr>
          <a:xfrm>
            <a:off x="7978589" y="5239870"/>
            <a:ext cx="2483223" cy="932329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0" name="왼쪽 중괄호 9">
            <a:extLst>
              <a:ext uri="{FF2B5EF4-FFF2-40B4-BE49-F238E27FC236}">
                <a16:creationId xmlns:a16="http://schemas.microsoft.com/office/drawing/2014/main" id="{7AA13FB0-6D7E-6236-4615-B0FF2F62F55A}"/>
              </a:ext>
            </a:extLst>
          </p:cNvPr>
          <p:cNvSpPr/>
          <p:nvPr/>
        </p:nvSpPr>
        <p:spPr>
          <a:xfrm>
            <a:off x="7613434" y="1509992"/>
            <a:ext cx="236130" cy="932329"/>
          </a:xfrm>
          <a:prstGeom prst="leftBrace">
            <a:avLst/>
          </a:prstGeom>
          <a:solidFill>
            <a:schemeClr val="bg1"/>
          </a:solidFill>
          <a:ln w="12700" cap="flat">
            <a:solidFill>
              <a:srgbClr val="FF0000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4602B6-A23E-8D51-5531-4C3F1E730153}"/>
              </a:ext>
            </a:extLst>
          </p:cNvPr>
          <p:cNvSpPr txBox="1"/>
          <p:nvPr/>
        </p:nvSpPr>
        <p:spPr>
          <a:xfrm>
            <a:off x="6759388" y="1819835"/>
            <a:ext cx="788894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ko-KR" altLang="en-US" sz="1400" dirty="0"/>
              <a:t>512bit</a:t>
            </a:r>
            <a:endParaRPr kumimoji="0" lang="ko-KR" altLang="en-US" sz="1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2" name="오른쪽 중괄호 11">
            <a:extLst>
              <a:ext uri="{FF2B5EF4-FFF2-40B4-BE49-F238E27FC236}">
                <a16:creationId xmlns:a16="http://schemas.microsoft.com/office/drawing/2014/main" id="{FD74F9BF-E7E5-1A97-1B6A-B5ADF9D25A48}"/>
              </a:ext>
            </a:extLst>
          </p:cNvPr>
          <p:cNvSpPr/>
          <p:nvPr/>
        </p:nvSpPr>
        <p:spPr>
          <a:xfrm>
            <a:off x="10705137" y="1508872"/>
            <a:ext cx="254059" cy="4661646"/>
          </a:xfrm>
          <a:prstGeom prst="rightBrace">
            <a:avLst/>
          </a:prstGeom>
          <a:noFill/>
          <a:ln w="12700" cap="flat">
            <a:solidFill>
              <a:srgbClr val="FF0000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CFC4E9-B6BA-A6A6-17D8-7849AE50DFB0}"/>
              </a:ext>
            </a:extLst>
          </p:cNvPr>
          <p:cNvSpPr txBox="1"/>
          <p:nvPr/>
        </p:nvSpPr>
        <p:spPr>
          <a:xfrm>
            <a:off x="7198658" y="1963270"/>
            <a:ext cx="2743200" cy="36576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4E4975-9BA9-91AD-FDC2-35EEC948FC9E}"/>
              </a:ext>
            </a:extLst>
          </p:cNvPr>
          <p:cNvSpPr txBox="1"/>
          <p:nvPr/>
        </p:nvSpPr>
        <p:spPr>
          <a:xfrm>
            <a:off x="11026588" y="3747246"/>
            <a:ext cx="1021976" cy="523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400" dirty="0" err="1"/>
              <a:t>Total</a:t>
            </a:r>
            <a:r>
              <a:rPr lang="ko-KR" altLang="en-US" sz="1400" dirty="0"/>
              <a:t> 32</a:t>
            </a:r>
          </a:p>
          <a:p>
            <a:r>
              <a:rPr lang="ko-KR" altLang="en-US" sz="1400" dirty="0"/>
              <a:t>80bit </a:t>
            </a:r>
            <a:r>
              <a:rPr lang="ko-KR" altLang="en-US" sz="1400" dirty="0" err="1"/>
              <a:t>ifm</a:t>
            </a:r>
            <a:endParaRPr lang="ko-KR" altLang="en-US" sz="1400" b="0" i="0" u="none" strike="noStrike" cap="none" spc="0" normalizeH="0" baseline="0" dirty="0" err="1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080722063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F55DE2-37CF-4366-9E87-873E2A490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45719" tIns="45720" rIns="45719" bIns="45720" anchor="ctr">
            <a:normAutofit/>
          </a:bodyPr>
          <a:lstStyle/>
          <a:p>
            <a:r>
              <a:rPr lang="en-US" altLang="ko-KR" dirty="0"/>
              <a:t>PE_FSM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5A6E05-8D7F-49D0-B580-39C0CD091E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45719" tIns="45720" rIns="45719" bIns="45720" anchor="t">
            <a:normAutofit/>
          </a:bodyPr>
          <a:lstStyle/>
          <a:p>
            <a:pPr marL="185420" indent="-185420"/>
            <a:r>
              <a:rPr lang="en-US" altLang="ko-KR" dirty="0"/>
              <a:t>IDLE</a:t>
            </a:r>
            <a:endParaRPr lang="ko-KR" altLang="en-US" dirty="0"/>
          </a:p>
          <a:p>
            <a:pPr marL="586105" lvl="1" indent="-214630"/>
            <a:r>
              <a:rPr lang="en-US" altLang="ko-KR" dirty="0"/>
              <a:t>Before the start signal &amp; after the end of convolution</a:t>
            </a:r>
          </a:p>
          <a:p>
            <a:pPr marL="185420" indent="-185420"/>
            <a:r>
              <a:rPr lang="en-US" dirty="0">
                <a:latin typeface="Malgun Gothic"/>
                <a:ea typeface="Malgun Gothic"/>
              </a:rPr>
              <a:t>S1</a:t>
            </a:r>
            <a:endParaRPr lang="ko-KR" dirty="0">
              <a:latin typeface="Malgun Gothic"/>
              <a:ea typeface="Malgun Gothic"/>
            </a:endParaRPr>
          </a:p>
          <a:p>
            <a:pPr marL="586105" lvl="1" indent="-214630">
              <a:buFont typeface="맑은 고딕"/>
            </a:pPr>
            <a:r>
              <a:rPr lang="en-US" dirty="0">
                <a:latin typeface="Malgun Gothic"/>
                <a:ea typeface="Malgun Gothic"/>
              </a:rPr>
              <a:t>State for filling </a:t>
            </a:r>
            <a:r>
              <a:rPr lang="en-US" dirty="0" err="1">
                <a:latin typeface="Malgun Gothic"/>
                <a:ea typeface="Malgun Gothic"/>
              </a:rPr>
              <a:t>ofm</a:t>
            </a:r>
            <a:r>
              <a:rPr lang="en-US" dirty="0">
                <a:latin typeface="Malgun Gothic"/>
                <a:ea typeface="Malgun Gothic"/>
              </a:rPr>
              <a:t> and </a:t>
            </a:r>
            <a:r>
              <a:rPr lang="en-US" dirty="0" err="1">
                <a:latin typeface="Malgun Gothic"/>
                <a:ea typeface="Malgun Gothic"/>
              </a:rPr>
              <a:t>wgt</a:t>
            </a:r>
            <a:r>
              <a:rPr lang="en-US" dirty="0">
                <a:latin typeface="Malgun Gothic"/>
                <a:ea typeface="Malgun Gothic"/>
              </a:rPr>
              <a:t> buffer</a:t>
            </a:r>
            <a:endParaRPr lang="ko-KR" altLang="en-US" dirty="0">
              <a:latin typeface="Malgun Gothic"/>
              <a:ea typeface="Malgun Gothic"/>
            </a:endParaRPr>
          </a:p>
          <a:p>
            <a:pPr marL="586105" lvl="1" indent="-214630">
              <a:buFont typeface="맑은 고딕"/>
            </a:pPr>
            <a:r>
              <a:rPr lang="ko-KR" altLang="en-US" dirty="0" err="1">
                <a:latin typeface="Malgun Gothic"/>
                <a:ea typeface="Malgun Gothic"/>
              </a:rPr>
              <a:t>When</a:t>
            </a:r>
            <a:r>
              <a:rPr lang="ko-KR" altLang="en-US" dirty="0">
                <a:latin typeface="Malgun Gothic"/>
                <a:ea typeface="Malgun Gothic"/>
              </a:rPr>
              <a:t> </a:t>
            </a:r>
            <a:r>
              <a:rPr lang="ko-KR" altLang="en-US" dirty="0" err="1">
                <a:latin typeface="Malgun Gothic"/>
                <a:ea typeface="Malgun Gothic"/>
              </a:rPr>
              <a:t>buffers</a:t>
            </a:r>
            <a:r>
              <a:rPr lang="ko-KR" altLang="en-US" dirty="0">
                <a:latin typeface="Malgun Gothic"/>
                <a:ea typeface="Malgun Gothic"/>
              </a:rPr>
              <a:t> </a:t>
            </a:r>
            <a:r>
              <a:rPr lang="ko-KR" altLang="en-US" dirty="0" err="1">
                <a:latin typeface="Malgun Gothic"/>
                <a:ea typeface="Malgun Gothic"/>
              </a:rPr>
              <a:t>are</a:t>
            </a:r>
            <a:r>
              <a:rPr lang="ko-KR" altLang="en-US" dirty="0">
                <a:latin typeface="Malgun Gothic"/>
                <a:ea typeface="Malgun Gothic"/>
              </a:rPr>
              <a:t> </a:t>
            </a:r>
            <a:r>
              <a:rPr lang="ko-KR" altLang="en-US" dirty="0" err="1">
                <a:latin typeface="Malgun Gothic"/>
                <a:ea typeface="Malgun Gothic"/>
              </a:rPr>
              <a:t>full</a:t>
            </a:r>
            <a:r>
              <a:rPr lang="ko-KR" altLang="en-US" dirty="0">
                <a:latin typeface="Malgun Gothic"/>
                <a:ea typeface="Malgun Gothic"/>
              </a:rPr>
              <a:t>(3 </a:t>
            </a:r>
            <a:r>
              <a:rPr lang="ko-KR" altLang="en-US" dirty="0" err="1">
                <a:latin typeface="Malgun Gothic"/>
                <a:ea typeface="Malgun Gothic"/>
              </a:rPr>
              <a:t>values</a:t>
            </a:r>
            <a:r>
              <a:rPr lang="ko-KR" altLang="en-US" dirty="0">
                <a:latin typeface="Malgun Gothic"/>
                <a:ea typeface="Malgun Gothic"/>
              </a:rPr>
              <a:t> </a:t>
            </a:r>
            <a:r>
              <a:rPr lang="ko-KR" altLang="en-US" dirty="0" err="1">
                <a:latin typeface="Malgun Gothic"/>
                <a:ea typeface="Malgun Gothic"/>
              </a:rPr>
              <a:t>for</a:t>
            </a:r>
            <a:r>
              <a:rPr lang="ko-KR" altLang="en-US" dirty="0">
                <a:latin typeface="Malgun Gothic"/>
                <a:ea typeface="Malgun Gothic"/>
              </a:rPr>
              <a:t> </a:t>
            </a:r>
            <a:r>
              <a:rPr lang="ko-KR" altLang="en-US" dirty="0" err="1">
                <a:latin typeface="Malgun Gothic"/>
                <a:ea typeface="Malgun Gothic"/>
              </a:rPr>
              <a:t>each</a:t>
            </a:r>
            <a:r>
              <a:rPr lang="ko-KR" altLang="en-US" dirty="0">
                <a:latin typeface="Malgun Gothic"/>
                <a:ea typeface="Malgun Gothic"/>
              </a:rPr>
              <a:t> </a:t>
            </a:r>
            <a:r>
              <a:rPr lang="ko-KR" altLang="en-US" dirty="0" err="1">
                <a:latin typeface="Malgun Gothic"/>
                <a:ea typeface="Malgun Gothic"/>
              </a:rPr>
              <a:t>buffer</a:t>
            </a:r>
            <a:r>
              <a:rPr lang="ko-KR" altLang="en-US" dirty="0">
                <a:latin typeface="Malgun Gothic"/>
                <a:ea typeface="Malgun Gothic"/>
              </a:rPr>
              <a:t>) </a:t>
            </a:r>
            <a:r>
              <a:rPr lang="ko-KR" altLang="en-US" dirty="0" err="1">
                <a:latin typeface="Malgun Gothic"/>
                <a:ea typeface="Malgun Gothic"/>
              </a:rPr>
              <a:t>move</a:t>
            </a:r>
            <a:r>
              <a:rPr lang="ko-KR" altLang="en-US" dirty="0">
                <a:latin typeface="Malgun Gothic"/>
                <a:ea typeface="Malgun Gothic"/>
              </a:rPr>
              <a:t> </a:t>
            </a:r>
            <a:r>
              <a:rPr lang="ko-KR" altLang="en-US" dirty="0" err="1">
                <a:latin typeface="Malgun Gothic"/>
                <a:ea typeface="Malgun Gothic"/>
              </a:rPr>
              <a:t>to</a:t>
            </a:r>
            <a:r>
              <a:rPr lang="ko-KR" altLang="en-US" dirty="0">
                <a:latin typeface="Malgun Gothic"/>
                <a:ea typeface="Malgun Gothic"/>
              </a:rPr>
              <a:t> S2</a:t>
            </a:r>
          </a:p>
          <a:p>
            <a:pPr marL="185420" indent="-185420"/>
            <a:r>
              <a:rPr lang="en-US" altLang="ko-KR" dirty="0">
                <a:latin typeface="Malgun Gothic"/>
                <a:ea typeface="Malgun Gothic"/>
              </a:rPr>
              <a:t>S2</a:t>
            </a:r>
          </a:p>
          <a:p>
            <a:pPr marL="586105" lvl="1" indent="-214630">
              <a:buFont typeface="맑은 고딕"/>
            </a:pPr>
            <a:r>
              <a:rPr lang="en-US" dirty="0">
                <a:latin typeface="Malgun Gothic"/>
                <a:ea typeface="Malgun Gothic"/>
              </a:rPr>
              <a:t>State that convolution occurs </a:t>
            </a:r>
          </a:p>
          <a:p>
            <a:pPr marL="586105" lvl="1" indent="-214630">
              <a:buFont typeface="맑은 고딕"/>
            </a:pPr>
            <a:r>
              <a:rPr lang="en-US" dirty="0">
                <a:latin typeface="Malgun Gothic"/>
                <a:ea typeface="Malgun Gothic"/>
              </a:rPr>
              <a:t>After convolution for one input tile is done, move to S1 and fill the buffer for new input tile</a:t>
            </a:r>
            <a:endParaRPr lang="en-US" dirty="0">
              <a:latin typeface="맑은 고딕"/>
              <a:ea typeface="맑은 고딕"/>
            </a:endParaRPr>
          </a:p>
          <a:p>
            <a:pPr marL="185420" indent="-185420"/>
            <a:r>
              <a:rPr lang="en-US" dirty="0">
                <a:latin typeface="Malgun Gothic"/>
                <a:ea typeface="Malgun Gothic"/>
              </a:rPr>
              <a:t>Count</a:t>
            </a:r>
          </a:p>
          <a:p>
            <a:pPr marL="586105" lvl="1" indent="-214630">
              <a:buFont typeface="맑은 고딕"/>
              <a:buChar char="–"/>
            </a:pPr>
            <a:r>
              <a:rPr lang="en-US" dirty="0">
                <a:latin typeface="Malgun Gothic"/>
                <a:ea typeface="Malgun Gothic"/>
              </a:rPr>
              <a:t>Cnt1 counts column of input tile, 0~3 range is for S1, 4~18 range is for S2</a:t>
            </a:r>
            <a:endParaRPr lang="en-US" dirty="0"/>
          </a:p>
          <a:p>
            <a:pPr marL="586105" lvl="1" indent="-214630">
              <a:buFont typeface="맑은 고딕"/>
              <a:buChar char="–"/>
            </a:pPr>
            <a:r>
              <a:rPr lang="en-US" dirty="0">
                <a:latin typeface="맑은 고딕"/>
                <a:ea typeface="맑은 고딕"/>
              </a:rPr>
              <a:t>Cnt2 counts number of input tiles calculated. 8 input tiles produce 1 output tile</a:t>
            </a:r>
          </a:p>
          <a:p>
            <a:pPr marL="586105" lvl="1" indent="-214630">
              <a:buFont typeface="맑은 고딕"/>
              <a:buChar char="–"/>
            </a:pPr>
            <a:r>
              <a:rPr lang="en-US" dirty="0">
                <a:latin typeface="Malgun Gothic"/>
                <a:ea typeface="Malgun Gothic"/>
              </a:rPr>
              <a:t>Cnt3 counts number of </a:t>
            </a:r>
            <a:r>
              <a:rPr lang="en-US" dirty="0" err="1">
                <a:latin typeface="Malgun Gothic"/>
                <a:ea typeface="Malgun Gothic"/>
              </a:rPr>
              <a:t>ofm</a:t>
            </a:r>
            <a:r>
              <a:rPr lang="en-US" dirty="0">
                <a:latin typeface="Malgun Gothic"/>
                <a:ea typeface="Malgun Gothic"/>
              </a:rPr>
              <a:t> tile produced. Cnt2 increased by 1 means are 2 </a:t>
            </a:r>
            <a:r>
              <a:rPr lang="en-US" dirty="0" err="1">
                <a:latin typeface="Malgun Gothic"/>
                <a:ea typeface="Malgun Gothic"/>
              </a:rPr>
              <a:t>ofm</a:t>
            </a:r>
            <a:r>
              <a:rPr lang="en-US" dirty="0">
                <a:latin typeface="Malgun Gothic"/>
                <a:ea typeface="Malgun Gothic"/>
              </a:rPr>
              <a:t> tile for different channels are produced.</a:t>
            </a:r>
          </a:p>
          <a:p>
            <a:pPr marL="371475" lvl="1" indent="0">
              <a:buNone/>
            </a:pPr>
            <a:endParaRPr lang="en-US" dirty="0">
              <a:latin typeface="Malgun Gothic"/>
              <a:ea typeface="Malgun Gothic"/>
            </a:endParaRPr>
          </a:p>
          <a:p>
            <a:pPr marL="371475" lvl="1" indent="0">
              <a:buNone/>
            </a:pPr>
            <a:endParaRPr lang="en-US" dirty="0">
              <a:latin typeface="Malgun Gothic"/>
              <a:ea typeface="Malgun Gothic"/>
            </a:endParaRPr>
          </a:p>
          <a:p>
            <a:pPr marL="586105" lvl="1" indent="-214630">
              <a:buFont typeface="맑은 고딕"/>
            </a:pPr>
            <a:endParaRPr lang="en-US" dirty="0">
              <a:latin typeface="Malgun Gothic"/>
              <a:ea typeface="Malgun Gothic"/>
            </a:endParaRPr>
          </a:p>
          <a:p>
            <a:pPr marL="586105" lvl="1" indent="-214630"/>
            <a:endParaRPr lang="en-US" altLang="ko-KR" dirty="0"/>
          </a:p>
          <a:p>
            <a:pPr marL="371475" lvl="1" indent="0">
              <a:buNone/>
            </a:pPr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185420" indent="-185420"/>
            <a:endParaRPr lang="en-US" altLang="ko-KR" dirty="0"/>
          </a:p>
          <a:p>
            <a:pPr marL="742315" lvl="2" indent="0">
              <a:buNone/>
            </a:pPr>
            <a:endParaRPr lang="ko-KR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085FEF-8E6C-49C3-87E5-138AF3C8A18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ko-KR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5312347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F55DE2-37CF-4366-9E87-873E2A490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45719" tIns="45720" rIns="45719" bIns="45720" anchor="ctr">
            <a:normAutofit/>
          </a:bodyPr>
          <a:lstStyle/>
          <a:p>
            <a:r>
              <a:rPr lang="en-US" altLang="ko-KR" dirty="0"/>
              <a:t>PE_FSM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5A6E05-8D7F-49D0-B580-39C0CD091E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45719" tIns="45720" rIns="45719" bIns="45720" anchor="t">
            <a:normAutofit/>
          </a:bodyPr>
          <a:lstStyle/>
          <a:p>
            <a:pPr marL="185420" indent="-185420"/>
            <a:r>
              <a:rPr lang="en-US" altLang="ko-KR" err="1">
                <a:latin typeface="맑은 고딕"/>
                <a:ea typeface="맑은 고딕"/>
              </a:rPr>
              <a:t>Ifm_read</a:t>
            </a:r>
            <a:r>
              <a:rPr lang="en-US" altLang="ko-KR" dirty="0">
                <a:latin typeface="맑은 고딕"/>
                <a:ea typeface="맑은 고딕"/>
              </a:rPr>
              <a:t> / </a:t>
            </a:r>
            <a:r>
              <a:rPr lang="en-US" altLang="ko-KR" err="1">
                <a:latin typeface="맑은 고딕"/>
                <a:ea typeface="맑은 고딕"/>
              </a:rPr>
              <a:t>wgt_read</a:t>
            </a:r>
            <a:endParaRPr lang="en-US" altLang="ko-KR">
              <a:latin typeface="맑은 고딕"/>
              <a:ea typeface="맑은 고딕"/>
            </a:endParaRPr>
          </a:p>
          <a:p>
            <a:pPr marL="586105" lvl="1" indent="-214630"/>
            <a:r>
              <a:rPr lang="en-US" altLang="ko-KR" err="1">
                <a:latin typeface="맑은 고딕"/>
                <a:ea typeface="맑은 고딕"/>
              </a:rPr>
              <a:t>Ifm_read</a:t>
            </a:r>
            <a:r>
              <a:rPr lang="en-US" altLang="ko-KR" dirty="0">
                <a:latin typeface="맑은 고딕"/>
                <a:ea typeface="맑은 고딕"/>
              </a:rPr>
              <a:t> signal is high for every cycle of convolutional operation</a:t>
            </a:r>
          </a:p>
          <a:p>
            <a:pPr marL="586105" lvl="1" indent="-214630"/>
            <a:r>
              <a:rPr lang="en-US" altLang="ko-KR" dirty="0" err="1">
                <a:latin typeface="맑은 고딕"/>
                <a:ea typeface="맑은 고딕"/>
              </a:rPr>
              <a:t>Wgt_read</a:t>
            </a:r>
            <a:r>
              <a:rPr lang="en-US" altLang="ko-KR" dirty="0">
                <a:latin typeface="맑은 고딕"/>
                <a:ea typeface="맑은 고딕"/>
              </a:rPr>
              <a:t> rises when convolution for one input tile is done and falls after 3 </a:t>
            </a:r>
            <a:r>
              <a:rPr lang="en-US" altLang="ko-KR" dirty="0" err="1">
                <a:latin typeface="맑은 고딕"/>
                <a:ea typeface="맑은 고딕"/>
              </a:rPr>
              <a:t>wgt</a:t>
            </a:r>
            <a:r>
              <a:rPr lang="en-US" altLang="ko-KR" dirty="0">
                <a:latin typeface="맑은 고딕"/>
                <a:ea typeface="맑은 고딕"/>
              </a:rPr>
              <a:t> columns are stored in </a:t>
            </a:r>
            <a:r>
              <a:rPr lang="en-US" altLang="ko-KR" dirty="0" err="1">
                <a:latin typeface="맑은 고딕"/>
                <a:ea typeface="맑은 고딕"/>
              </a:rPr>
              <a:t>wgt</a:t>
            </a:r>
            <a:r>
              <a:rPr lang="en-US" altLang="ko-KR" dirty="0">
                <a:latin typeface="맑은 고딕"/>
                <a:ea typeface="맑은 고딕"/>
              </a:rPr>
              <a:t> buffer. Basically 1 in S1, 0 in S2</a:t>
            </a:r>
          </a:p>
          <a:p>
            <a:pPr marL="185420" indent="-185420">
              <a:buFont typeface="Arial" panose="020B0503020000020004" pitchFamily="50" charset="-127"/>
              <a:buChar char="•"/>
            </a:pPr>
            <a:r>
              <a:rPr lang="en-US" err="1">
                <a:latin typeface="Malgun Gothic"/>
                <a:ea typeface="Malgun Gothic"/>
              </a:rPr>
              <a:t>P_valid</a:t>
            </a:r>
            <a:r>
              <a:rPr lang="en-US" dirty="0">
                <a:latin typeface="Malgun Gothic"/>
                <a:ea typeface="Malgun Gothic"/>
              </a:rPr>
              <a:t> signal</a:t>
            </a:r>
          </a:p>
          <a:p>
            <a:pPr marL="586105" lvl="1" indent="-214630"/>
            <a:r>
              <a:rPr lang="en-US" dirty="0">
                <a:latin typeface="Malgun Gothic"/>
                <a:ea typeface="Malgun Gothic"/>
              </a:rPr>
              <a:t>Signal indicating that output of pe is valid and need to be accumulated. Rises when first 3 inputs are multiplied and accumulated.</a:t>
            </a:r>
          </a:p>
          <a:p>
            <a:pPr marL="185420" indent="-185420">
              <a:buFont typeface="Arial" panose="020B0503020000020004" pitchFamily="50" charset="-127"/>
              <a:buChar char="•"/>
            </a:pPr>
            <a:r>
              <a:rPr lang="en-US" dirty="0" err="1">
                <a:latin typeface="Malgun Gothic"/>
                <a:ea typeface="Malgun Gothic"/>
              </a:rPr>
              <a:t>Last_channel</a:t>
            </a:r>
            <a:r>
              <a:rPr lang="en-US" dirty="0">
                <a:latin typeface="Malgun Gothic"/>
                <a:ea typeface="Malgun Gothic"/>
              </a:rPr>
              <a:t> signal</a:t>
            </a:r>
          </a:p>
          <a:p>
            <a:pPr marL="586105" lvl="1" indent="-214630"/>
            <a:r>
              <a:rPr lang="en-US" dirty="0">
                <a:latin typeface="Malgun Gothic"/>
                <a:ea typeface="Malgun Gothic"/>
              </a:rPr>
              <a:t>Indicating current </a:t>
            </a:r>
            <a:r>
              <a:rPr lang="en-US" err="1">
                <a:latin typeface="Malgun Gothic"/>
                <a:ea typeface="Malgun Gothic"/>
              </a:rPr>
              <a:t>ifm</a:t>
            </a:r>
            <a:r>
              <a:rPr lang="en-US" dirty="0">
                <a:latin typeface="Malgun Gothic"/>
                <a:ea typeface="Malgun Gothic"/>
              </a:rPr>
              <a:t> tile is in last input channel and need to take outputs from ping-pong buffer after operation for this tile is done.</a:t>
            </a:r>
          </a:p>
          <a:p>
            <a:pPr marL="0" indent="0">
              <a:buNone/>
            </a:pPr>
            <a:endParaRPr lang="en-US" dirty="0">
              <a:latin typeface="Malgun Gothic"/>
              <a:ea typeface="Malgun Gothic"/>
            </a:endParaRPr>
          </a:p>
          <a:p>
            <a:pPr marL="586105" lvl="1" indent="-214630">
              <a:buFont typeface="Arial,Sans-Serif"/>
              <a:buChar char="•"/>
            </a:pPr>
            <a:endParaRPr lang="en-US" dirty="0">
              <a:latin typeface="Malgun Gothic"/>
              <a:ea typeface="Malgun Gothic"/>
            </a:endParaRPr>
          </a:p>
          <a:p>
            <a:pPr marL="371475" lvl="1" indent="0">
              <a:buNone/>
            </a:pPr>
            <a:endParaRPr lang="en-US" dirty="0">
              <a:latin typeface="Malgun Gothic"/>
              <a:ea typeface="Malgun Gothic"/>
            </a:endParaRPr>
          </a:p>
          <a:p>
            <a:pPr marL="586105" lvl="1" indent="-214630"/>
            <a:endParaRPr lang="en-US" dirty="0">
              <a:latin typeface="Malgun Gothic"/>
              <a:ea typeface="Malgun Gothic"/>
            </a:endParaRPr>
          </a:p>
          <a:p>
            <a:pPr marL="586105" lvl="1" indent="-214630"/>
            <a:endParaRPr lang="en-US" altLang="ko-KR" dirty="0">
              <a:latin typeface="맑은 고딕"/>
              <a:ea typeface="맑은 고딕"/>
            </a:endParaRPr>
          </a:p>
          <a:p>
            <a:pPr marL="371475" lvl="1" indent="0">
              <a:buNone/>
            </a:pPr>
            <a:endParaRPr lang="en-US" dirty="0">
              <a:latin typeface="Malgun Gothic"/>
              <a:ea typeface="Malgun Gothic"/>
            </a:endParaRPr>
          </a:p>
          <a:p>
            <a:pPr marL="371475" lvl="1" indent="0">
              <a:buNone/>
            </a:pPr>
            <a:endParaRPr lang="en-US" dirty="0">
              <a:latin typeface="Malgun Gothic"/>
              <a:ea typeface="Malgun Gothic"/>
            </a:endParaRPr>
          </a:p>
          <a:p>
            <a:pPr marL="586105" lvl="1" indent="-214630">
              <a:buFont typeface="맑은 고딕"/>
            </a:pPr>
            <a:endParaRPr lang="en-US" dirty="0">
              <a:latin typeface="Malgun Gothic"/>
              <a:ea typeface="Malgun Gothic"/>
            </a:endParaRPr>
          </a:p>
          <a:p>
            <a:pPr marL="586105" lvl="1" indent="-214630"/>
            <a:endParaRPr lang="en-US" altLang="ko-KR" dirty="0"/>
          </a:p>
          <a:p>
            <a:pPr marL="371475" lvl="1" indent="0">
              <a:buNone/>
            </a:pPr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185420" indent="-185420"/>
            <a:endParaRPr lang="en-US" altLang="ko-KR" dirty="0"/>
          </a:p>
          <a:p>
            <a:pPr marL="742315" lvl="2" indent="0">
              <a:buNone/>
            </a:pPr>
            <a:endParaRPr lang="ko-KR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085FEF-8E6C-49C3-87E5-138AF3C8A18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ko-KR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2605685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테마">
      <a:majorFont>
        <a:latin typeface="맑은 고딕"/>
        <a:ea typeface="맑은 고딕"/>
        <a:cs typeface="맑은 고딕"/>
      </a:majorFont>
      <a:minorFont>
        <a:latin typeface="Helvetica"/>
        <a:ea typeface="Helvetica"/>
        <a:cs typeface="Helvetic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맑은 고딕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맑은 고딕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테마">
      <a:majorFont>
        <a:latin typeface="맑은 고딕"/>
        <a:ea typeface="맑은 고딕"/>
        <a:cs typeface="맑은 고딕"/>
      </a:majorFont>
      <a:minorFont>
        <a:latin typeface="Helvetica"/>
        <a:ea typeface="Helvetica"/>
        <a:cs typeface="Helvetic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맑은 고딕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맑은 고딕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22204</TotalTime>
  <Words>72</Words>
  <Application>Microsoft Office PowerPoint</Application>
  <PresentationFormat>와이드스크린</PresentationFormat>
  <Paragraphs>32</Paragraphs>
  <Slides>4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5" baseType="lpstr">
      <vt:lpstr>Office 테마</vt:lpstr>
      <vt:lpstr>Input/Output</vt:lpstr>
      <vt:lpstr>Input/Output</vt:lpstr>
      <vt:lpstr>PE_FSM</vt:lpstr>
      <vt:lpstr>PE_FSM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AIHA</dc:title>
  <dc:creator>Jungwook Choi</dc:creator>
  <cp:lastModifiedBy>Jungwook Choi</cp:lastModifiedBy>
  <cp:revision>815</cp:revision>
  <dcterms:created xsi:type="dcterms:W3CDTF">2020-05-23T05:02:16Z</dcterms:created>
  <dcterms:modified xsi:type="dcterms:W3CDTF">2023-09-16T11:44:12Z</dcterms:modified>
</cp:coreProperties>
</file>