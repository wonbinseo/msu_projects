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763" r:id="rId2"/>
    <p:sldId id="892" r:id="rId3"/>
    <p:sldId id="864" r:id="rId4"/>
    <p:sldId id="865" r:id="rId5"/>
    <p:sldId id="866" r:id="rId6"/>
    <p:sldId id="874" r:id="rId7"/>
    <p:sldId id="867" r:id="rId8"/>
    <p:sldId id="875" r:id="rId9"/>
    <p:sldId id="876" r:id="rId10"/>
    <p:sldId id="878" r:id="rId11"/>
    <p:sldId id="877" r:id="rId12"/>
    <p:sldId id="879" r:id="rId13"/>
    <p:sldId id="880" r:id="rId14"/>
    <p:sldId id="881" r:id="rId15"/>
    <p:sldId id="886" r:id="rId16"/>
    <p:sldId id="891" r:id="rId17"/>
    <p:sldId id="888" r:id="rId18"/>
    <p:sldId id="887" r:id="rId19"/>
    <p:sldId id="889" r:id="rId20"/>
    <p:sldId id="890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521415D9-36F7-43E2-AB2F-B90AF26B5E84}">
      <p14:sectionLst xmlns:p14="http://schemas.microsoft.com/office/powerpoint/2010/main">
        <p14:section name="기본 구역" id="{79EC3014-5C36-4D62-919A-2D761B62A78E}">
          <p14:sldIdLst>
            <p14:sldId id="763"/>
            <p14:sldId id="892"/>
            <p14:sldId id="864"/>
            <p14:sldId id="865"/>
            <p14:sldId id="866"/>
            <p14:sldId id="874"/>
            <p14:sldId id="867"/>
            <p14:sldId id="875"/>
            <p14:sldId id="876"/>
            <p14:sldId id="878"/>
            <p14:sldId id="877"/>
            <p14:sldId id="879"/>
            <p14:sldId id="880"/>
            <p14:sldId id="881"/>
            <p14:sldId id="886"/>
            <p14:sldId id="891"/>
            <p14:sldId id="888"/>
            <p14:sldId id="887"/>
            <p14:sldId id="889"/>
            <p14:sldId id="8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5"/>
    <a:srgbClr val="FFECAF"/>
    <a:srgbClr val="FFE07D"/>
    <a:srgbClr val="FFD54F"/>
    <a:srgbClr val="EAB200"/>
    <a:srgbClr val="B88C00"/>
    <a:srgbClr val="826300"/>
    <a:srgbClr val="423200"/>
    <a:srgbClr val="FFCC29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9D8F0-DA35-4648-8774-437E9128803B}" v="1939" dt="2023-09-25T18:26:53.94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7423" autoAdjust="0"/>
  </p:normalViewPr>
  <p:slideViewPr>
    <p:cSldViewPr snapToGrid="0">
      <p:cViewPr>
        <p:scale>
          <a:sx n="125" d="100"/>
          <a:sy n="125" d="100"/>
        </p:scale>
        <p:origin x="468" y="-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민재" userId="f97f16f7-28a5-49bd-9e05-fb3ef63d7997" providerId="ADAL" clId="{A26758E7-D55B-4E69-9F08-E85BE70BC2EC}"/>
    <pc:docChg chg="undo redo custSel addSld delSld modSld sldOrd addSection delSection modSection">
      <pc:chgData name="이민재" userId="f97f16f7-28a5-49bd-9e05-fb3ef63d7997" providerId="ADAL" clId="{A26758E7-D55B-4E69-9F08-E85BE70BC2EC}" dt="2023-03-26T15:14:02.184" v="15226" actId="20577"/>
      <pc:docMkLst>
        <pc:docMk/>
      </pc:docMkLst>
      <pc:sldChg chg="modSp mod">
        <pc:chgData name="이민재" userId="f97f16f7-28a5-49bd-9e05-fb3ef63d7997" providerId="ADAL" clId="{A26758E7-D55B-4E69-9F08-E85BE70BC2EC}" dt="2023-03-13T05:52:58.185" v="3" actId="20577"/>
        <pc:sldMkLst>
          <pc:docMk/>
          <pc:sldMk cId="1482395489" sldId="311"/>
        </pc:sldMkLst>
        <pc:spChg chg="mod">
          <ac:chgData name="이민재" userId="f97f16f7-28a5-49bd-9e05-fb3ef63d7997" providerId="ADAL" clId="{A26758E7-D55B-4E69-9F08-E85BE70BC2EC}" dt="2023-03-13T05:52:58.185" v="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이민재" userId="f97f16f7-28a5-49bd-9e05-fb3ef63d7997" providerId="ADAL" clId="{A26758E7-D55B-4E69-9F08-E85BE70BC2EC}" dt="2023-03-13T05:53:08.173" v="5" actId="47"/>
        <pc:sldMkLst>
          <pc:docMk/>
          <pc:sldMk cId="1657473158" sldId="751"/>
        </pc:sldMkLst>
      </pc:sldChg>
      <pc:sldChg chg="del">
        <pc:chgData name="이민재" userId="f97f16f7-28a5-49bd-9e05-fb3ef63d7997" providerId="ADAL" clId="{A26758E7-D55B-4E69-9F08-E85BE70BC2EC}" dt="2023-03-13T05:53:52.167" v="19" actId="47"/>
        <pc:sldMkLst>
          <pc:docMk/>
          <pc:sldMk cId="1456278228" sldId="756"/>
        </pc:sldMkLst>
      </pc:sldChg>
      <pc:sldChg chg="del">
        <pc:chgData name="이민재" userId="f97f16f7-28a5-49bd-9e05-fb3ef63d7997" providerId="ADAL" clId="{A26758E7-D55B-4E69-9F08-E85BE70BC2EC}" dt="2023-03-13T05:53:39.713" v="11" actId="47"/>
        <pc:sldMkLst>
          <pc:docMk/>
          <pc:sldMk cId="4138972949" sldId="760"/>
        </pc:sldMkLst>
      </pc:sldChg>
      <pc:sldChg chg="del ord">
        <pc:chgData name="이민재" userId="f97f16f7-28a5-49bd-9e05-fb3ef63d7997" providerId="ADAL" clId="{A26758E7-D55B-4E69-9F08-E85BE70BC2EC}" dt="2023-03-15T04:22:22.924" v="7487" actId="47"/>
        <pc:sldMkLst>
          <pc:docMk/>
          <pc:sldMk cId="1527935847" sldId="761"/>
        </pc:sldMkLst>
      </pc:sldChg>
      <pc:sldChg chg="del">
        <pc:chgData name="이민재" userId="f97f16f7-28a5-49bd-9e05-fb3ef63d7997" providerId="ADAL" clId="{A26758E7-D55B-4E69-9F08-E85BE70BC2EC}" dt="2023-03-13T05:54:01.804" v="24" actId="47"/>
        <pc:sldMkLst>
          <pc:docMk/>
          <pc:sldMk cId="3931992963" sldId="762"/>
        </pc:sldMkLst>
      </pc:sldChg>
      <pc:sldChg chg="del">
        <pc:chgData name="이민재" userId="f97f16f7-28a5-49bd-9e05-fb3ef63d7997" providerId="ADAL" clId="{A26758E7-D55B-4E69-9F08-E85BE70BC2EC}" dt="2023-03-13T05:53:50.100" v="15" actId="47"/>
        <pc:sldMkLst>
          <pc:docMk/>
          <pc:sldMk cId="1494083304" sldId="763"/>
        </pc:sldMkLst>
      </pc:sldChg>
      <pc:sldChg chg="del">
        <pc:chgData name="이민재" userId="f97f16f7-28a5-49bd-9e05-fb3ef63d7997" providerId="ADAL" clId="{A26758E7-D55B-4E69-9F08-E85BE70BC2EC}" dt="2023-03-13T05:53:44.532" v="12" actId="47"/>
        <pc:sldMkLst>
          <pc:docMk/>
          <pc:sldMk cId="3827159982" sldId="765"/>
        </pc:sldMkLst>
      </pc:sldChg>
      <pc:sldChg chg="del">
        <pc:chgData name="이민재" userId="f97f16f7-28a5-49bd-9e05-fb3ef63d7997" providerId="ADAL" clId="{A26758E7-D55B-4E69-9F08-E85BE70BC2EC}" dt="2023-03-13T05:53:50.986" v="16" actId="47"/>
        <pc:sldMkLst>
          <pc:docMk/>
          <pc:sldMk cId="987258101" sldId="771"/>
        </pc:sldMkLst>
      </pc:sldChg>
      <pc:sldChg chg="del">
        <pc:chgData name="이민재" userId="f97f16f7-28a5-49bd-9e05-fb3ef63d7997" providerId="ADAL" clId="{A26758E7-D55B-4E69-9F08-E85BE70BC2EC}" dt="2023-03-13T05:53:55.421" v="21" actId="47"/>
        <pc:sldMkLst>
          <pc:docMk/>
          <pc:sldMk cId="4167772794" sldId="777"/>
        </pc:sldMkLst>
      </pc:sldChg>
      <pc:sldChg chg="del">
        <pc:chgData name="이민재" userId="f97f16f7-28a5-49bd-9e05-fb3ef63d7997" providerId="ADAL" clId="{A26758E7-D55B-4E69-9F08-E85BE70BC2EC}" dt="2023-03-13T05:53:53.160" v="20" actId="47"/>
        <pc:sldMkLst>
          <pc:docMk/>
          <pc:sldMk cId="2309560588" sldId="778"/>
        </pc:sldMkLst>
      </pc:sldChg>
      <pc:sldChg chg="del">
        <pc:chgData name="이민재" userId="f97f16f7-28a5-49bd-9e05-fb3ef63d7997" providerId="ADAL" clId="{A26758E7-D55B-4E69-9F08-E85BE70BC2EC}" dt="2023-03-13T05:54:02.641" v="25" actId="47"/>
        <pc:sldMkLst>
          <pc:docMk/>
          <pc:sldMk cId="4010365962" sldId="779"/>
        </pc:sldMkLst>
      </pc:sldChg>
      <pc:sldChg chg="del">
        <pc:chgData name="이민재" userId="f97f16f7-28a5-49bd-9e05-fb3ef63d7997" providerId="ADAL" clId="{A26758E7-D55B-4E69-9F08-E85BE70BC2EC}" dt="2023-03-13T05:53:56.158" v="22" actId="47"/>
        <pc:sldMkLst>
          <pc:docMk/>
          <pc:sldMk cId="1101946151" sldId="780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432235284" sldId="783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242285762" sldId="784"/>
        </pc:sldMkLst>
      </pc:sldChg>
      <pc:sldChg chg="del">
        <pc:chgData name="이민재" userId="f97f16f7-28a5-49bd-9e05-fb3ef63d7997" providerId="ADAL" clId="{A26758E7-D55B-4E69-9F08-E85BE70BC2EC}" dt="2023-03-13T05:53:16.652" v="6" actId="47"/>
        <pc:sldMkLst>
          <pc:docMk/>
          <pc:sldMk cId="4258900308" sldId="786"/>
        </pc:sldMkLst>
      </pc:sldChg>
      <pc:sldChg chg="del">
        <pc:chgData name="이민재" userId="f97f16f7-28a5-49bd-9e05-fb3ef63d7997" providerId="ADAL" clId="{A26758E7-D55B-4E69-9F08-E85BE70BC2EC}" dt="2023-03-13T05:53:17.496" v="7" actId="47"/>
        <pc:sldMkLst>
          <pc:docMk/>
          <pc:sldMk cId="3114661775" sldId="787"/>
        </pc:sldMkLst>
      </pc:sldChg>
      <pc:sldChg chg="del">
        <pc:chgData name="이민재" userId="f97f16f7-28a5-49bd-9e05-fb3ef63d7997" providerId="ADAL" clId="{A26758E7-D55B-4E69-9F08-E85BE70BC2EC}" dt="2023-03-13T05:53:18.178" v="8" actId="47"/>
        <pc:sldMkLst>
          <pc:docMk/>
          <pc:sldMk cId="976431808" sldId="788"/>
        </pc:sldMkLst>
      </pc:sldChg>
      <pc:sldChg chg="del">
        <pc:chgData name="이민재" userId="f97f16f7-28a5-49bd-9e05-fb3ef63d7997" providerId="ADAL" clId="{A26758E7-D55B-4E69-9F08-E85BE70BC2EC}" dt="2023-03-13T05:53:38.975" v="10" actId="47"/>
        <pc:sldMkLst>
          <pc:docMk/>
          <pc:sldMk cId="1370255573" sldId="789"/>
        </pc:sldMkLst>
      </pc:sldChg>
      <pc:sldChg chg="del">
        <pc:chgData name="이민재" userId="f97f16f7-28a5-49bd-9e05-fb3ef63d7997" providerId="ADAL" clId="{A26758E7-D55B-4E69-9F08-E85BE70BC2EC}" dt="2023-03-13T05:53:48.662" v="14" actId="47"/>
        <pc:sldMkLst>
          <pc:docMk/>
          <pc:sldMk cId="1888051041" sldId="790"/>
        </pc:sldMkLst>
      </pc:sldChg>
      <pc:sldChg chg="del">
        <pc:chgData name="이민재" userId="f97f16f7-28a5-49bd-9e05-fb3ef63d7997" providerId="ADAL" clId="{A26758E7-D55B-4E69-9F08-E85BE70BC2EC}" dt="2023-03-13T05:53:47.895" v="13" actId="47"/>
        <pc:sldMkLst>
          <pc:docMk/>
          <pc:sldMk cId="634163873" sldId="791"/>
        </pc:sldMkLst>
      </pc:sldChg>
      <pc:sldChg chg="del">
        <pc:chgData name="이민재" userId="f97f16f7-28a5-49bd-9e05-fb3ef63d7997" providerId="ADAL" clId="{A26758E7-D55B-4E69-9F08-E85BE70BC2EC}" dt="2023-03-13T05:53:51.409" v="17" actId="47"/>
        <pc:sldMkLst>
          <pc:docMk/>
          <pc:sldMk cId="1118885134" sldId="792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1565960413" sldId="793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908161553" sldId="794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2864740797" sldId="795"/>
        </pc:sldMkLst>
      </pc:sldChg>
      <pc:sldChg chg="del">
        <pc:chgData name="이민재" userId="f97f16f7-28a5-49bd-9e05-fb3ef63d7997" providerId="ADAL" clId="{A26758E7-D55B-4E69-9F08-E85BE70BC2EC}" dt="2023-03-13T05:53:51.426" v="18" actId="47"/>
        <pc:sldMkLst>
          <pc:docMk/>
          <pc:sldMk cId="2169251521" sldId="796"/>
        </pc:sldMkLst>
      </pc:sldChg>
      <pc:sldChg chg="modSp mod">
        <pc:chgData name="이민재" userId="f97f16f7-28a5-49bd-9e05-fb3ef63d7997" providerId="ADAL" clId="{A26758E7-D55B-4E69-9F08-E85BE70BC2EC}" dt="2023-03-15T04:26:01.451" v="8022" actId="20577"/>
        <pc:sldMkLst>
          <pc:docMk/>
          <pc:sldMk cId="849242627" sldId="797"/>
        </pc:sldMkLst>
        <pc:spChg chg="mod">
          <ac:chgData name="이민재" userId="f97f16f7-28a5-49bd-9e05-fb3ef63d7997" providerId="ADAL" clId="{A26758E7-D55B-4E69-9F08-E85BE70BC2EC}" dt="2023-03-15T04:26:01.451" v="8022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del">
        <pc:chgData name="이민재" userId="f97f16f7-28a5-49bd-9e05-fb3ef63d7997" providerId="ADAL" clId="{A26758E7-D55B-4E69-9F08-E85BE70BC2EC}" dt="2023-03-13T05:53:05.760" v="4" actId="47"/>
        <pc:sldMkLst>
          <pc:docMk/>
          <pc:sldMk cId="3255915763" sldId="798"/>
        </pc:sldMkLst>
      </pc:sldChg>
      <pc:sldChg chg="del">
        <pc:chgData name="이민재" userId="f97f16f7-28a5-49bd-9e05-fb3ef63d7997" providerId="ADAL" clId="{A26758E7-D55B-4E69-9F08-E85BE70BC2EC}" dt="2023-03-13T05:54:00.924" v="23" actId="47"/>
        <pc:sldMkLst>
          <pc:docMk/>
          <pc:sldMk cId="1857516096" sldId="799"/>
        </pc:sldMkLst>
      </pc:sldChg>
      <pc:sldChg chg="del">
        <pc:chgData name="이민재" userId="f97f16f7-28a5-49bd-9e05-fb3ef63d7997" providerId="ADAL" clId="{A26758E7-D55B-4E69-9F08-E85BE70BC2EC}" dt="2023-03-13T05:58:14.240" v="26" actId="47"/>
        <pc:sldMkLst>
          <pc:docMk/>
          <pc:sldMk cId="188850364" sldId="800"/>
        </pc:sldMkLst>
      </pc:sldChg>
      <pc:sldChg chg="del">
        <pc:chgData name="이민재" userId="f97f16f7-28a5-49bd-9e05-fb3ef63d7997" providerId="ADAL" clId="{A26758E7-D55B-4E69-9F08-E85BE70BC2EC}" dt="2023-03-15T03:45:38.287" v="6175" actId="47"/>
        <pc:sldMkLst>
          <pc:docMk/>
          <pc:sldMk cId="3215168453" sldId="801"/>
        </pc:sldMkLst>
      </pc:sldChg>
      <pc:sldChg chg="del">
        <pc:chgData name="이민재" userId="f97f16f7-28a5-49bd-9e05-fb3ef63d7997" providerId="ADAL" clId="{A26758E7-D55B-4E69-9F08-E85BE70BC2EC}" dt="2023-03-14T23:55:08.880" v="2174" actId="47"/>
        <pc:sldMkLst>
          <pc:docMk/>
          <pc:sldMk cId="2410037608" sldId="803"/>
        </pc:sldMkLst>
      </pc:sldChg>
      <pc:sldChg chg="del">
        <pc:chgData name="이민재" userId="f97f16f7-28a5-49bd-9e05-fb3ef63d7997" providerId="ADAL" clId="{A26758E7-D55B-4E69-9F08-E85BE70BC2EC}" dt="2023-03-14T23:55:12.918" v="2175" actId="47"/>
        <pc:sldMkLst>
          <pc:docMk/>
          <pc:sldMk cId="2919458271" sldId="804"/>
        </pc:sldMkLst>
      </pc:sldChg>
      <pc:sldChg chg="addSp delSp modSp new del mod">
        <pc:chgData name="이민재" userId="f97f16f7-28a5-49bd-9e05-fb3ef63d7997" providerId="ADAL" clId="{A26758E7-D55B-4E69-9F08-E85BE70BC2EC}" dt="2023-03-15T04:01:21.056" v="6581" actId="47"/>
        <pc:sldMkLst>
          <pc:docMk/>
          <pc:sldMk cId="2144772200" sldId="805"/>
        </pc:sldMkLst>
        <pc:spChg chg="mod">
          <ac:chgData name="이민재" userId="f97f16f7-28a5-49bd-9e05-fb3ef63d7997" providerId="ADAL" clId="{A26758E7-D55B-4E69-9F08-E85BE70BC2EC}" dt="2023-03-14T06:57:29.480" v="101" actId="20577"/>
          <ac:spMkLst>
            <pc:docMk/>
            <pc:sldMk cId="2144772200" sldId="805"/>
            <ac:spMk id="2" creationId="{2AA65C65-77F0-53F4-774C-24B07B913630}"/>
          </ac:spMkLst>
        </pc:spChg>
        <pc:spChg chg="mod">
          <ac:chgData name="이민재" userId="f97f16f7-28a5-49bd-9e05-fb3ef63d7997" providerId="ADAL" clId="{A26758E7-D55B-4E69-9F08-E85BE70BC2EC}" dt="2023-03-14T06:57:51.085" v="154" actId="20577"/>
          <ac:spMkLst>
            <pc:docMk/>
            <pc:sldMk cId="2144772200" sldId="805"/>
            <ac:spMk id="3" creationId="{700548C0-835E-8C6D-5203-4B4CFEA4D6B0}"/>
          </ac:spMkLst>
        </pc:spChg>
        <pc:picChg chg="add del mod">
          <ac:chgData name="이민재" userId="f97f16f7-28a5-49bd-9e05-fb3ef63d7997" providerId="ADAL" clId="{A26758E7-D55B-4E69-9F08-E85BE70BC2EC}" dt="2023-03-14T06:57:19.626" v="74" actId="478"/>
          <ac:picMkLst>
            <pc:docMk/>
            <pc:sldMk cId="2144772200" sldId="805"/>
            <ac:picMk id="6" creationId="{0244C289-D0D0-3651-D3F8-CEBF106894CE}"/>
          </ac:picMkLst>
        </pc:picChg>
        <pc:picChg chg="add del mod">
          <ac:chgData name="이민재" userId="f97f16f7-28a5-49bd-9e05-fb3ef63d7997" providerId="ADAL" clId="{A26758E7-D55B-4E69-9F08-E85BE70BC2EC}" dt="2023-03-14T06:57:19.987" v="75" actId="478"/>
          <ac:picMkLst>
            <pc:docMk/>
            <pc:sldMk cId="2144772200" sldId="805"/>
            <ac:picMk id="8" creationId="{1CE1DF81-5325-E513-1953-5B9CD14180A7}"/>
          </ac:picMkLst>
        </pc:picChg>
        <pc:picChg chg="add del mod">
          <ac:chgData name="이민재" userId="f97f16f7-28a5-49bd-9e05-fb3ef63d7997" providerId="ADAL" clId="{A26758E7-D55B-4E69-9F08-E85BE70BC2EC}" dt="2023-03-14T06:57:20.370" v="76" actId="478"/>
          <ac:picMkLst>
            <pc:docMk/>
            <pc:sldMk cId="2144772200" sldId="805"/>
            <ac:picMk id="10" creationId="{4A6BBB2E-A807-CAE1-21F4-BEFAC395F8FB}"/>
          </ac:picMkLst>
        </pc:picChg>
        <pc:picChg chg="add del mod">
          <ac:chgData name="이민재" userId="f97f16f7-28a5-49bd-9e05-fb3ef63d7997" providerId="ADAL" clId="{A26758E7-D55B-4E69-9F08-E85BE70BC2EC}" dt="2023-03-14T09:40:14.925" v="157" actId="478"/>
          <ac:picMkLst>
            <pc:docMk/>
            <pc:sldMk cId="2144772200" sldId="805"/>
            <ac:picMk id="1026" creationId="{F05AF2EF-DFA3-B572-5569-964F36EF173E}"/>
          </ac:picMkLst>
        </pc:picChg>
      </pc:sldChg>
      <pc:sldChg chg="addSp modSp add mod">
        <pc:chgData name="이민재" userId="f97f16f7-28a5-49bd-9e05-fb3ef63d7997" providerId="ADAL" clId="{A26758E7-D55B-4E69-9F08-E85BE70BC2EC}" dt="2023-03-15T04:21:49.031" v="7480" actId="571"/>
        <pc:sldMkLst>
          <pc:docMk/>
          <pc:sldMk cId="3130167179" sldId="806"/>
        </pc:sldMkLst>
        <pc:spChg chg="mod">
          <ac:chgData name="이민재" userId="f97f16f7-28a5-49bd-9e05-fb3ef63d7997" providerId="ADAL" clId="{A26758E7-D55B-4E69-9F08-E85BE70BC2EC}" dt="2023-03-15T04:08:45.696" v="6638" actId="20577"/>
          <ac:spMkLst>
            <pc:docMk/>
            <pc:sldMk cId="3130167179" sldId="806"/>
            <ac:spMk id="2" creationId="{2AA65C65-77F0-53F4-774C-24B07B913630}"/>
          </ac:spMkLst>
        </pc:spChg>
        <pc:spChg chg="mod">
          <ac:chgData name="이민재" userId="f97f16f7-28a5-49bd-9e05-fb3ef63d7997" providerId="ADAL" clId="{A26758E7-D55B-4E69-9F08-E85BE70BC2EC}" dt="2023-03-15T04:09:40.831" v="6753" actId="20577"/>
          <ac:spMkLst>
            <pc:docMk/>
            <pc:sldMk cId="3130167179" sldId="806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5T04:21:42.958" v="7478" actId="1076"/>
          <ac:spMkLst>
            <pc:docMk/>
            <pc:sldMk cId="3130167179" sldId="806"/>
            <ac:spMk id="11" creationId="{E65D24F0-0A66-3A29-1C6C-28CBEEB53DB7}"/>
          </ac:spMkLst>
        </pc:spChg>
        <pc:spChg chg="add mod">
          <ac:chgData name="이민재" userId="f97f16f7-28a5-49bd-9e05-fb3ef63d7997" providerId="ADAL" clId="{A26758E7-D55B-4E69-9F08-E85BE70BC2EC}" dt="2023-03-15T04:21:45.518" v="7479" actId="1076"/>
          <ac:spMkLst>
            <pc:docMk/>
            <pc:sldMk cId="3130167179" sldId="806"/>
            <ac:spMk id="12" creationId="{641A60C5-0DC8-EE9E-21C0-3576BA33EEC9}"/>
          </ac:spMkLst>
        </pc:spChg>
        <pc:spChg chg="add mod">
          <ac:chgData name="이민재" userId="f97f16f7-28a5-49bd-9e05-fb3ef63d7997" providerId="ADAL" clId="{A26758E7-D55B-4E69-9F08-E85BE70BC2EC}" dt="2023-03-15T04:21:49.031" v="7480" actId="571"/>
          <ac:spMkLst>
            <pc:docMk/>
            <pc:sldMk cId="3130167179" sldId="806"/>
            <ac:spMk id="13" creationId="{59C7FC89-03F6-E069-6993-384002638FFC}"/>
          </ac:spMkLst>
        </pc:spChg>
        <pc:spChg chg="add mod">
          <ac:chgData name="이민재" userId="f97f16f7-28a5-49bd-9e05-fb3ef63d7997" providerId="ADAL" clId="{A26758E7-D55B-4E69-9F08-E85BE70BC2EC}" dt="2023-03-15T04:21:49.031" v="7480" actId="571"/>
          <ac:spMkLst>
            <pc:docMk/>
            <pc:sldMk cId="3130167179" sldId="806"/>
            <ac:spMk id="14" creationId="{53DF1AC9-6030-24EA-12A2-0A7E0326FA99}"/>
          </ac:spMkLst>
        </pc:sp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6" creationId="{82EA7A7C-CB3A-13B5-0287-F5D1A9FB9875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8" creationId="{273D19F3-814C-F1DD-9B33-404CB4AE9A89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9" creationId="{07181AD4-0197-BFC9-E4FA-9035C56419C9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10" creationId="{F82F3D63-D83C-24F0-B40B-D254F2179F88}"/>
          </ac:picMkLst>
        </pc:picChg>
      </pc:sldChg>
      <pc:sldChg chg="modSp new del mod">
        <pc:chgData name="이민재" userId="f97f16f7-28a5-49bd-9e05-fb3ef63d7997" providerId="ADAL" clId="{A26758E7-D55B-4E69-9F08-E85BE70BC2EC}" dt="2023-03-15T04:01:19.529" v="6580" actId="47"/>
        <pc:sldMkLst>
          <pc:docMk/>
          <pc:sldMk cId="1182817519" sldId="807"/>
        </pc:sldMkLst>
        <pc:spChg chg="mod">
          <ac:chgData name="이민재" userId="f97f16f7-28a5-49bd-9e05-fb3ef63d7997" providerId="ADAL" clId="{A26758E7-D55B-4E69-9F08-E85BE70BC2EC}" dt="2023-03-14T21:52:02.107" v="265" actId="20577"/>
          <ac:spMkLst>
            <pc:docMk/>
            <pc:sldMk cId="1182817519" sldId="807"/>
            <ac:spMk id="2" creationId="{B0099290-0C09-89DF-B7AF-F947A557C01E}"/>
          </ac:spMkLst>
        </pc:spChg>
      </pc:sldChg>
      <pc:sldChg chg="addSp delSp modSp add mod">
        <pc:chgData name="이민재" userId="f97f16f7-28a5-49bd-9e05-fb3ef63d7997" providerId="ADAL" clId="{A26758E7-D55B-4E69-9F08-E85BE70BC2EC}" dt="2023-03-24T07:23:15.347" v="11233" actId="1037"/>
        <pc:sldMkLst>
          <pc:docMk/>
          <pc:sldMk cId="3256949080" sldId="808"/>
        </pc:sldMkLst>
        <pc:spChg chg="mod">
          <ac:chgData name="이민재" userId="f97f16f7-28a5-49bd-9e05-fb3ef63d7997" providerId="ADAL" clId="{A26758E7-D55B-4E69-9F08-E85BE70BC2EC}" dt="2023-03-15T01:49:38.652" v="4033" actId="20577"/>
          <ac:spMkLst>
            <pc:docMk/>
            <pc:sldMk cId="3256949080" sldId="808"/>
            <ac:spMk id="3" creationId="{EB646C16-64BC-4547-B885-28DEC904D1BD}"/>
          </ac:spMkLst>
        </pc:spChg>
        <pc:spChg chg="add del mod">
          <ac:chgData name="이민재" userId="f97f16f7-28a5-49bd-9e05-fb3ef63d7997" providerId="ADAL" clId="{A26758E7-D55B-4E69-9F08-E85BE70BC2EC}" dt="2023-03-23T13:16:26.848" v="10589" actId="478"/>
          <ac:spMkLst>
            <pc:docMk/>
            <pc:sldMk cId="3256949080" sldId="808"/>
            <ac:spMk id="5" creationId="{AD0DA814-532D-EFB3-49B9-D8A5F293C4E7}"/>
          </ac:spMkLst>
        </pc:spChg>
        <pc:spChg chg="add mod">
          <ac:chgData name="이민재" userId="f97f16f7-28a5-49bd-9e05-fb3ef63d7997" providerId="ADAL" clId="{A26758E7-D55B-4E69-9F08-E85BE70BC2EC}" dt="2023-03-22T09:52:32.728" v="9580"/>
          <ac:spMkLst>
            <pc:docMk/>
            <pc:sldMk cId="3256949080" sldId="808"/>
            <ac:spMk id="8" creationId="{D8E59FB3-5D61-059A-4EE7-6BEF4BCCD93D}"/>
          </ac:spMkLst>
        </pc:spChg>
        <pc:spChg chg="add mod">
          <ac:chgData name="이민재" userId="f97f16f7-28a5-49bd-9e05-fb3ef63d7997" providerId="ADAL" clId="{A26758E7-D55B-4E69-9F08-E85BE70BC2EC}" dt="2023-03-22T09:55:14.393" v="9741"/>
          <ac:spMkLst>
            <pc:docMk/>
            <pc:sldMk cId="3256949080" sldId="808"/>
            <ac:spMk id="17" creationId="{C4AE0C1C-F5AD-3A23-532F-829EEC01FB46}"/>
          </ac:spMkLst>
        </pc:spChg>
        <pc:spChg chg="add mod">
          <ac:chgData name="이민재" userId="f97f16f7-28a5-49bd-9e05-fb3ef63d7997" providerId="ADAL" clId="{A26758E7-D55B-4E69-9F08-E85BE70BC2EC}" dt="2023-03-22T09:55:14.393" v="9741"/>
          <ac:spMkLst>
            <pc:docMk/>
            <pc:sldMk cId="3256949080" sldId="808"/>
            <ac:spMk id="19" creationId="{63F8D28F-B71A-E15B-0595-2AC8E8A317F5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1" creationId="{150B95F2-40A5-DAE6-7469-BCCD7F31C38D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2" creationId="{251935F0-B898-3654-0B67-9DFCABD573AB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3" creationId="{9718B252-0BA4-D200-D8BA-A401466055AA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4" creationId="{4900FA32-C44F-F10A-154D-B43F3E538C84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5" creationId="{4AD8996B-A3B2-9E76-B015-93CE1F70DF37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6" creationId="{814CE4F5-D7AB-795A-EF27-42D2010E4527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1" creationId="{620B8D01-6A2A-2355-9E4A-2DD2F39CCD70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2" creationId="{6AD7B98C-EB30-C7BE-1017-3EBA7D226B0F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3" creationId="{876D4BF8-7B73-1748-52B4-77040480359B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4" creationId="{449196EA-F02D-4869-4216-756918EB4EEC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5" creationId="{980AF036-C7D4-28C7-F4B6-3003AC4C216E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6" creationId="{0DD01BA3-F584-3B4A-83B4-A698A7924109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7" creationId="{23EBE2F7-3BC3-B007-E89A-3DDA15F65FDC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8" creationId="{D6DF68DB-F841-175E-8758-EBB5A4D10E8E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9" creationId="{D0B391BB-59FA-0CC6-55DF-CA88576DAD6A}"/>
          </ac:spMkLst>
        </pc:spChg>
        <pc:spChg chg="add del mod">
          <ac:chgData name="이민재" userId="f97f16f7-28a5-49bd-9e05-fb3ef63d7997" providerId="ADAL" clId="{A26758E7-D55B-4E69-9F08-E85BE70BC2EC}" dt="2023-03-22T09:52:32.400" v="9579" actId="21"/>
          <ac:spMkLst>
            <pc:docMk/>
            <pc:sldMk cId="3256949080" sldId="808"/>
            <ac:spMk id="45" creationId="{30ABE037-16DB-AF61-8798-7204585581B7}"/>
          </ac:spMkLst>
        </pc:spChg>
        <pc:spChg chg="add del mod">
          <ac:chgData name="이민재" userId="f97f16f7-28a5-49bd-9e05-fb3ef63d7997" providerId="ADAL" clId="{A26758E7-D55B-4E69-9F08-E85BE70BC2EC}" dt="2023-03-22T09:55:14.066" v="9740" actId="21"/>
          <ac:spMkLst>
            <pc:docMk/>
            <pc:sldMk cId="3256949080" sldId="808"/>
            <ac:spMk id="46" creationId="{CFB75398-B18F-8179-E4E1-7316458BA0CD}"/>
          </ac:spMkLst>
        </pc:spChg>
        <pc:spChg chg="add del mod">
          <ac:chgData name="이민재" userId="f97f16f7-28a5-49bd-9e05-fb3ef63d7997" providerId="ADAL" clId="{A26758E7-D55B-4E69-9F08-E85BE70BC2EC}" dt="2023-03-22T09:55:14.066" v="9740" actId="21"/>
          <ac:spMkLst>
            <pc:docMk/>
            <pc:sldMk cId="3256949080" sldId="808"/>
            <ac:spMk id="47" creationId="{524E00D6-9546-DBD5-9E16-9AA1B7EDDA9F}"/>
          </ac:spMkLst>
        </pc:spChg>
        <pc:picChg chg="add mod">
          <ac:chgData name="이민재" userId="f97f16f7-28a5-49bd-9e05-fb3ef63d7997" providerId="ADAL" clId="{A26758E7-D55B-4E69-9F08-E85BE70BC2EC}" dt="2023-03-24T07:23:15.347" v="11233" actId="1037"/>
          <ac:picMkLst>
            <pc:docMk/>
            <pc:sldMk cId="3256949080" sldId="808"/>
            <ac:picMk id="6" creationId="{004EA143-6059-2886-228C-273DC425EE55}"/>
          </ac:picMkLst>
        </pc:picChg>
        <pc:picChg chg="add del mod">
          <ac:chgData name="이민재" userId="f97f16f7-28a5-49bd-9e05-fb3ef63d7997" providerId="ADAL" clId="{A26758E7-D55B-4E69-9F08-E85BE70BC2EC}" dt="2023-03-14T23:03:47.324" v="1447" actId="478"/>
          <ac:picMkLst>
            <pc:docMk/>
            <pc:sldMk cId="3256949080" sldId="808"/>
            <ac:picMk id="6" creationId="{720839AA-E3A8-D3B5-5F5E-B4BEB7FC7CF3}"/>
          </ac:picMkLst>
        </pc:picChg>
        <pc:picChg chg="add mod">
          <ac:chgData name="이민재" userId="f97f16f7-28a5-49bd-9e05-fb3ef63d7997" providerId="ADAL" clId="{A26758E7-D55B-4E69-9F08-E85BE70BC2EC}" dt="2023-03-22T09:52:42.922" v="9589" actId="1038"/>
          <ac:picMkLst>
            <pc:docMk/>
            <pc:sldMk cId="3256949080" sldId="808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A26758E7-D55B-4E69-9F08-E85BE70BC2EC}" dt="2023-03-14T23:03:07.264" v="1446" actId="478"/>
          <ac:picMkLst>
            <pc:docMk/>
            <pc:sldMk cId="3256949080" sldId="808"/>
            <ac:picMk id="8" creationId="{5E385326-E263-BCAB-1B25-F77E0E080FA7}"/>
          </ac:picMkLst>
        </pc:picChg>
        <pc:picChg chg="add del">
          <ac:chgData name="이민재" userId="f97f16f7-28a5-49bd-9e05-fb3ef63d7997" providerId="ADAL" clId="{A26758E7-D55B-4E69-9F08-E85BE70BC2EC}" dt="2023-03-23T12:49:20.450" v="10491" actId="22"/>
          <ac:picMkLst>
            <pc:docMk/>
            <pc:sldMk cId="3256949080" sldId="808"/>
            <ac:picMk id="9" creationId="{497F8978-EC88-E4C3-8433-69FAA7DACAE4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0" creationId="{FBBD8175-D2B0-003C-7AC2-4A57D78D11D7}"/>
          </ac:picMkLst>
        </pc:picChg>
        <pc:picChg chg="add mod">
          <ac:chgData name="이민재" userId="f97f16f7-28a5-49bd-9e05-fb3ef63d7997" providerId="ADAL" clId="{A26758E7-D55B-4E69-9F08-E85BE70BC2EC}" dt="2023-03-22T09:55:39.497" v="9837" actId="1038"/>
          <ac:picMkLst>
            <pc:docMk/>
            <pc:sldMk cId="3256949080" sldId="808"/>
            <ac:picMk id="11" creationId="{5428F95E-BAAC-9DFB-BF70-A21B4069E74F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2" creationId="{F4E7DEAE-BC8D-0AA4-4C01-7A9CCB8D92FA}"/>
          </ac:picMkLst>
        </pc:picChg>
        <pc:picChg chg="add mod">
          <ac:chgData name="이민재" userId="f97f16f7-28a5-49bd-9e05-fb3ef63d7997" providerId="ADAL" clId="{A26758E7-D55B-4E69-9F08-E85BE70BC2EC}" dt="2023-03-24T07:23:00.981" v="11227" actId="1076"/>
          <ac:picMkLst>
            <pc:docMk/>
            <pc:sldMk cId="3256949080" sldId="808"/>
            <ac:picMk id="13" creationId="{90F6614A-6193-2FD6-876A-A788A91427A6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4" creationId="{134837FC-F214-033E-9DE8-33211451BB0B}"/>
          </ac:picMkLst>
        </pc:picChg>
        <pc:picChg chg="add mod">
          <ac:chgData name="이민재" userId="f97f16f7-28a5-49bd-9e05-fb3ef63d7997" providerId="ADAL" clId="{A26758E7-D55B-4E69-9F08-E85BE70BC2EC}" dt="2023-03-22T09:55:11.365" v="9739" actId="1037"/>
          <ac:picMkLst>
            <pc:docMk/>
            <pc:sldMk cId="3256949080" sldId="808"/>
            <ac:picMk id="15" creationId="{106FFA18-E81F-485D-8502-1838A772CE84}"/>
          </ac:picMkLst>
        </pc:picChg>
        <pc:picChg chg="add del">
          <ac:chgData name="이민재" userId="f97f16f7-28a5-49bd-9e05-fb3ef63d7997" providerId="ADAL" clId="{A26758E7-D55B-4E69-9F08-E85BE70BC2EC}" dt="2023-03-23T13:08:15.247" v="10545" actId="22"/>
          <ac:picMkLst>
            <pc:docMk/>
            <pc:sldMk cId="3256949080" sldId="808"/>
            <ac:picMk id="16" creationId="{0D6231B1-1D7A-4C1B-77AF-44BD1285648F}"/>
          </ac:picMkLst>
        </pc:picChg>
        <pc:picChg chg="add del mod">
          <ac:chgData name="이민재" userId="f97f16f7-28a5-49bd-9e05-fb3ef63d7997" providerId="ADAL" clId="{A26758E7-D55B-4E69-9F08-E85BE70BC2EC}" dt="2023-03-22T09:50:40.498" v="9560" actId="478"/>
          <ac:picMkLst>
            <pc:docMk/>
            <pc:sldMk cId="3256949080" sldId="808"/>
            <ac:picMk id="16" creationId="{21EC7723-8E4D-DBEC-F333-494EB0F43B8C}"/>
          </ac:picMkLst>
        </pc:picChg>
        <pc:picChg chg="add del mod">
          <ac:chgData name="이민재" userId="f97f16f7-28a5-49bd-9e05-fb3ef63d7997" providerId="ADAL" clId="{A26758E7-D55B-4E69-9F08-E85BE70BC2EC}" dt="2023-03-22T09:50:40.978" v="9561" actId="478"/>
          <ac:picMkLst>
            <pc:docMk/>
            <pc:sldMk cId="3256949080" sldId="808"/>
            <ac:picMk id="18" creationId="{15119C23-192A-BA0B-E977-86E9B73E93D7}"/>
          </ac:picMkLst>
        </pc:picChg>
        <pc:picChg chg="add del mod">
          <ac:chgData name="이민재" userId="f97f16f7-28a5-49bd-9e05-fb3ef63d7997" providerId="ADAL" clId="{A26758E7-D55B-4E69-9F08-E85BE70BC2EC}" dt="2023-03-22T09:50:41.426" v="9562" actId="478"/>
          <ac:picMkLst>
            <pc:docMk/>
            <pc:sldMk cId="3256949080" sldId="808"/>
            <ac:picMk id="20" creationId="{A2D1E20A-8563-4E25-F832-363DEBC52933}"/>
          </ac:picMkLst>
        </pc:picChg>
        <pc:cxnChg chg="add mod">
          <ac:chgData name="이민재" userId="f97f16f7-28a5-49bd-9e05-fb3ef63d7997" providerId="ADAL" clId="{A26758E7-D55B-4E69-9F08-E85BE70BC2EC}" dt="2023-03-15T01:49:56.055" v="4036" actId="14100"/>
          <ac:cxnSpMkLst>
            <pc:docMk/>
            <pc:sldMk cId="3256949080" sldId="808"/>
            <ac:cxnSpMk id="28" creationId="{530F05CA-4CF7-68DE-9FCE-46582E53EEF9}"/>
          </ac:cxnSpMkLst>
        </pc:cxnChg>
        <pc:cxnChg chg="add mod">
          <ac:chgData name="이민재" userId="f97f16f7-28a5-49bd-9e05-fb3ef63d7997" providerId="ADAL" clId="{A26758E7-D55B-4E69-9F08-E85BE70BC2EC}" dt="2023-03-15T01:50:02.402" v="4038" actId="14100"/>
          <ac:cxnSpMkLst>
            <pc:docMk/>
            <pc:sldMk cId="3256949080" sldId="808"/>
            <ac:cxnSpMk id="30" creationId="{C0B40C59-E744-623A-31A9-ADC2A0AA9D8F}"/>
          </ac:cxnSpMkLst>
        </pc:cxnChg>
      </pc:sldChg>
      <pc:sldChg chg="modSp add del mod ord">
        <pc:chgData name="이민재" userId="f97f16f7-28a5-49bd-9e05-fb3ef63d7997" providerId="ADAL" clId="{A26758E7-D55B-4E69-9F08-E85BE70BC2EC}" dt="2023-03-15T04:22:24.610" v="7488" actId="47"/>
        <pc:sldMkLst>
          <pc:docMk/>
          <pc:sldMk cId="2243835873" sldId="809"/>
        </pc:sldMkLst>
        <pc:spChg chg="mod">
          <ac:chgData name="이민재" userId="f97f16f7-28a5-49bd-9e05-fb3ef63d7997" providerId="ADAL" clId="{A26758E7-D55B-4E69-9F08-E85BE70BC2EC}" dt="2023-03-14T22:41:32.788" v="1427" actId="20577"/>
          <ac:spMkLst>
            <pc:docMk/>
            <pc:sldMk cId="2243835873" sldId="809"/>
            <ac:spMk id="3" creationId="{EB646C16-64BC-4547-B885-28DEC904D1BD}"/>
          </ac:spMkLst>
        </pc:spChg>
      </pc:sldChg>
      <pc:sldChg chg="addSp delSp modSp add mod ord">
        <pc:chgData name="이민재" userId="f97f16f7-28a5-49bd-9e05-fb3ef63d7997" providerId="ADAL" clId="{A26758E7-D55B-4E69-9F08-E85BE70BC2EC}" dt="2023-03-23T11:50:30.494" v="10456"/>
        <pc:sldMkLst>
          <pc:docMk/>
          <pc:sldMk cId="708369977" sldId="810"/>
        </pc:sldMkLst>
        <pc:spChg chg="mod">
          <ac:chgData name="이민재" userId="f97f16f7-28a5-49bd-9e05-fb3ef63d7997" providerId="ADAL" clId="{A26758E7-D55B-4E69-9F08-E85BE70BC2EC}" dt="2023-03-15T02:21:50.726" v="5675" actId="1076"/>
          <ac:spMkLst>
            <pc:docMk/>
            <pc:sldMk cId="708369977" sldId="810"/>
            <ac:spMk id="3" creationId="{EB646C16-64BC-4547-B885-28DEC904D1BD}"/>
          </ac:spMkLst>
        </pc:spChg>
        <pc:spChg chg="add del mod">
          <ac:chgData name="이민재" userId="f97f16f7-28a5-49bd-9e05-fb3ef63d7997" providerId="ADAL" clId="{A26758E7-D55B-4E69-9F08-E85BE70BC2EC}" dt="2023-03-23T04:15:56.271" v="9842" actId="478"/>
          <ac:spMkLst>
            <pc:docMk/>
            <pc:sldMk cId="708369977" sldId="810"/>
            <ac:spMk id="5" creationId="{40943D02-BB62-C681-B567-2956889F5F67}"/>
          </ac:spMkLst>
        </pc:spChg>
        <pc:spChg chg="add del mod">
          <ac:chgData name="이민재" userId="f97f16f7-28a5-49bd-9e05-fb3ef63d7997" providerId="ADAL" clId="{A26758E7-D55B-4E69-9F08-E85BE70BC2EC}" dt="2023-03-23T04:15:55.446" v="9841" actId="478"/>
          <ac:spMkLst>
            <pc:docMk/>
            <pc:sldMk cId="708369977" sldId="810"/>
            <ac:spMk id="6" creationId="{2280F56D-ED1A-3C60-1A65-2EAA1EAE5DDC}"/>
          </ac:spMkLst>
        </pc:spChg>
        <pc:spChg chg="add del mod">
          <ac:chgData name="이민재" userId="f97f16f7-28a5-49bd-9e05-fb3ef63d7997" providerId="ADAL" clId="{A26758E7-D55B-4E69-9F08-E85BE70BC2EC}" dt="2023-03-15T01:31:26.414" v="3109" actId="478"/>
          <ac:spMkLst>
            <pc:docMk/>
            <pc:sldMk cId="708369977" sldId="810"/>
            <ac:spMk id="19" creationId="{30DC2730-A16E-018D-02EF-6048039713AF}"/>
          </ac:spMkLst>
        </pc:spChg>
        <pc:spChg chg="add del mod">
          <ac:chgData name="이민재" userId="f97f16f7-28a5-49bd-9e05-fb3ef63d7997" providerId="ADAL" clId="{A26758E7-D55B-4E69-9F08-E85BE70BC2EC}" dt="2023-03-15T02:12:19.320" v="5538" actId="478"/>
          <ac:spMkLst>
            <pc:docMk/>
            <pc:sldMk cId="708369977" sldId="810"/>
            <ac:spMk id="31" creationId="{FFA6E290-4079-74CA-74E0-4AAA4536935D}"/>
          </ac:spMkLst>
        </pc:spChg>
        <pc:spChg chg="add mod">
          <ac:chgData name="이민재" userId="f97f16f7-28a5-49bd-9e05-fb3ef63d7997" providerId="ADAL" clId="{A26758E7-D55B-4E69-9F08-E85BE70BC2EC}" dt="2023-03-15T02:38:43.224" v="5732" actId="20577"/>
          <ac:spMkLst>
            <pc:docMk/>
            <pc:sldMk cId="708369977" sldId="810"/>
            <ac:spMk id="32" creationId="{ED7927D7-CEA8-CC36-643E-0F318DB0CC32}"/>
          </ac:spMkLst>
        </pc:spChg>
        <pc:spChg chg="add mod">
          <ac:chgData name="이민재" userId="f97f16f7-28a5-49bd-9e05-fb3ef63d7997" providerId="ADAL" clId="{A26758E7-D55B-4E69-9F08-E85BE70BC2EC}" dt="2023-03-15T02:38:35.528" v="5728" actId="20577"/>
          <ac:spMkLst>
            <pc:docMk/>
            <pc:sldMk cId="708369977" sldId="810"/>
            <ac:spMk id="40" creationId="{FAF21C5E-1E13-D993-657F-449943C79B62}"/>
          </ac:spMkLst>
        </pc:spChg>
        <pc:picChg chg="add del mod">
          <ac:chgData name="이민재" userId="f97f16f7-28a5-49bd-9e05-fb3ef63d7997" providerId="ADAL" clId="{A26758E7-D55B-4E69-9F08-E85BE70BC2EC}" dt="2023-03-15T00:23:23.404" v="2597" actId="478"/>
          <ac:picMkLst>
            <pc:docMk/>
            <pc:sldMk cId="708369977" sldId="810"/>
            <ac:picMk id="6" creationId="{1E26BB16-D567-2D1E-9C1C-EFD8D283943A}"/>
          </ac:picMkLst>
        </pc:picChg>
        <pc:picChg chg="add del mod">
          <ac:chgData name="이민재" userId="f97f16f7-28a5-49bd-9e05-fb3ef63d7997" providerId="ADAL" clId="{A26758E7-D55B-4E69-9F08-E85BE70BC2EC}" dt="2023-03-15T00:24:33.565" v="2611" actId="478"/>
          <ac:picMkLst>
            <pc:docMk/>
            <pc:sldMk cId="708369977" sldId="810"/>
            <ac:picMk id="8" creationId="{750AC220-402C-F395-C8F7-E9DA04531E62}"/>
          </ac:picMkLst>
        </pc:picChg>
        <pc:picChg chg="del">
          <ac:chgData name="이민재" userId="f97f16f7-28a5-49bd-9e05-fb3ef63d7997" providerId="ADAL" clId="{A26758E7-D55B-4E69-9F08-E85BE70BC2EC}" dt="2023-03-14T23:26:35.809" v="1575" actId="478"/>
          <ac:picMkLst>
            <pc:docMk/>
            <pc:sldMk cId="708369977" sldId="810"/>
            <ac:picMk id="10" creationId="{FBBD8175-D2B0-003C-7AC2-4A57D78D11D7}"/>
          </ac:picMkLst>
        </pc:picChg>
        <pc:picChg chg="add del mod">
          <ac:chgData name="이민재" userId="f97f16f7-28a5-49bd-9e05-fb3ef63d7997" providerId="ADAL" clId="{A26758E7-D55B-4E69-9F08-E85BE70BC2EC}" dt="2023-03-15T00:24:34.127" v="2612" actId="478"/>
          <ac:picMkLst>
            <pc:docMk/>
            <pc:sldMk cId="708369977" sldId="810"/>
            <ac:picMk id="11" creationId="{C86ECC35-F406-156A-5FB3-21D1FB581869}"/>
          </ac:picMkLst>
        </pc:picChg>
        <pc:picChg chg="del">
          <ac:chgData name="이민재" userId="f97f16f7-28a5-49bd-9e05-fb3ef63d7997" providerId="ADAL" clId="{A26758E7-D55B-4E69-9F08-E85BE70BC2EC}" dt="2023-03-14T23:26:36.089" v="1576" actId="478"/>
          <ac:picMkLst>
            <pc:docMk/>
            <pc:sldMk cId="708369977" sldId="810"/>
            <ac:picMk id="12" creationId="{F4E7DEAE-BC8D-0AA4-4C01-7A9CCB8D92FA}"/>
          </ac:picMkLst>
        </pc:picChg>
        <pc:picChg chg="add del mod">
          <ac:chgData name="이민재" userId="f97f16f7-28a5-49bd-9e05-fb3ef63d7997" providerId="ADAL" clId="{A26758E7-D55B-4E69-9F08-E85BE70BC2EC}" dt="2023-03-15T02:16:04.437" v="5591" actId="478"/>
          <ac:picMkLst>
            <pc:docMk/>
            <pc:sldMk cId="708369977" sldId="810"/>
            <ac:picMk id="13" creationId="{9C17F4B8-FCC7-0F35-9BEC-7EA1AF4AF6FC}"/>
          </ac:picMkLst>
        </pc:picChg>
        <pc:picChg chg="del">
          <ac:chgData name="이민재" userId="f97f16f7-28a5-49bd-9e05-fb3ef63d7997" providerId="ADAL" clId="{A26758E7-D55B-4E69-9F08-E85BE70BC2EC}" dt="2023-03-14T23:26:37.097" v="1578" actId="478"/>
          <ac:picMkLst>
            <pc:docMk/>
            <pc:sldMk cId="708369977" sldId="810"/>
            <ac:picMk id="14" creationId="{134837FC-F214-033E-9DE8-33211451BB0B}"/>
          </ac:picMkLst>
        </pc:picChg>
        <pc:picChg chg="add del mod">
          <ac:chgData name="이민재" userId="f97f16f7-28a5-49bd-9e05-fb3ef63d7997" providerId="ADAL" clId="{A26758E7-D55B-4E69-9F08-E85BE70BC2EC}" dt="2023-03-14T23:38:43.510" v="1633" actId="478"/>
          <ac:picMkLst>
            <pc:docMk/>
            <pc:sldMk cId="708369977" sldId="810"/>
            <ac:picMk id="15" creationId="{32654B5F-79FD-D606-7B83-FEDF0F85CD86}"/>
          </ac:picMkLst>
        </pc:picChg>
        <pc:picChg chg="del">
          <ac:chgData name="이민재" userId="f97f16f7-28a5-49bd-9e05-fb3ef63d7997" providerId="ADAL" clId="{A26758E7-D55B-4E69-9F08-E85BE70BC2EC}" dt="2023-03-14T23:26:35.450" v="1574" actId="478"/>
          <ac:picMkLst>
            <pc:docMk/>
            <pc:sldMk cId="708369977" sldId="810"/>
            <ac:picMk id="16" creationId="{21EC7723-8E4D-DBEC-F333-494EB0F43B8C}"/>
          </ac:picMkLst>
        </pc:picChg>
        <pc:picChg chg="add del mod">
          <ac:chgData name="이민재" userId="f97f16f7-28a5-49bd-9e05-fb3ef63d7997" providerId="ADAL" clId="{A26758E7-D55B-4E69-9F08-E85BE70BC2EC}" dt="2023-03-14T23:38:43.510" v="1633" actId="478"/>
          <ac:picMkLst>
            <pc:docMk/>
            <pc:sldMk cId="708369977" sldId="810"/>
            <ac:picMk id="17" creationId="{2B5F94A7-0B48-3EE0-963C-3244362ABBB7}"/>
          </ac:picMkLst>
        </pc:picChg>
        <pc:picChg chg="del">
          <ac:chgData name="이민재" userId="f97f16f7-28a5-49bd-9e05-fb3ef63d7997" providerId="ADAL" clId="{A26758E7-D55B-4E69-9F08-E85BE70BC2EC}" dt="2023-03-14T23:26:36.737" v="1577" actId="478"/>
          <ac:picMkLst>
            <pc:docMk/>
            <pc:sldMk cId="708369977" sldId="810"/>
            <ac:picMk id="18" creationId="{15119C23-192A-BA0B-E977-86E9B73E93D7}"/>
          </ac:picMkLst>
        </pc:picChg>
        <pc:picChg chg="del">
          <ac:chgData name="이민재" userId="f97f16f7-28a5-49bd-9e05-fb3ef63d7997" providerId="ADAL" clId="{A26758E7-D55B-4E69-9F08-E85BE70BC2EC}" dt="2023-03-14T23:26:37.481" v="1579" actId="478"/>
          <ac:picMkLst>
            <pc:docMk/>
            <pc:sldMk cId="708369977" sldId="810"/>
            <ac:picMk id="20" creationId="{A2D1E20A-8563-4E25-F832-363DEBC52933}"/>
          </ac:picMkLst>
        </pc:picChg>
        <pc:picChg chg="add del mod">
          <ac:chgData name="이민재" userId="f97f16f7-28a5-49bd-9e05-fb3ef63d7997" providerId="ADAL" clId="{A26758E7-D55B-4E69-9F08-E85BE70BC2EC}" dt="2023-03-15T02:16:04.845" v="5592" actId="478"/>
          <ac:picMkLst>
            <pc:docMk/>
            <pc:sldMk cId="708369977" sldId="810"/>
            <ac:picMk id="21" creationId="{B3F0BF09-F598-F14E-E1EC-C0E0416E3C80}"/>
          </ac:picMkLst>
        </pc:picChg>
        <pc:picChg chg="add del mod">
          <ac:chgData name="이민재" userId="f97f16f7-28a5-49bd-9e05-fb3ef63d7997" providerId="ADAL" clId="{A26758E7-D55B-4E69-9F08-E85BE70BC2EC}" dt="2023-03-15T01:43:47.181" v="3960" actId="478"/>
          <ac:picMkLst>
            <pc:docMk/>
            <pc:sldMk cId="708369977" sldId="810"/>
            <ac:picMk id="22" creationId="{02AA3F3F-E728-F4F5-1B18-722290498E46}"/>
          </ac:picMkLst>
        </pc:picChg>
        <pc:picChg chg="add del mod">
          <ac:chgData name="이민재" userId="f97f16f7-28a5-49bd-9e05-fb3ef63d7997" providerId="ADAL" clId="{A26758E7-D55B-4E69-9F08-E85BE70BC2EC}" dt="2023-03-15T02:07:57.973" v="5085" actId="478"/>
          <ac:picMkLst>
            <pc:docMk/>
            <pc:sldMk cId="708369977" sldId="810"/>
            <ac:picMk id="24" creationId="{F78A1837-D4B9-E46F-2AE5-2BB1B9162BD0}"/>
          </ac:picMkLst>
        </pc:picChg>
        <pc:picChg chg="add del mod">
          <ac:chgData name="이민재" userId="f97f16f7-28a5-49bd-9e05-fb3ef63d7997" providerId="ADAL" clId="{A26758E7-D55B-4E69-9F08-E85BE70BC2EC}" dt="2023-03-15T02:07:58.294" v="5086" actId="478"/>
          <ac:picMkLst>
            <pc:docMk/>
            <pc:sldMk cId="708369977" sldId="810"/>
            <ac:picMk id="26" creationId="{FC2C2FC3-7F2B-6EEB-5330-81521F28952F}"/>
          </ac:picMkLst>
        </pc:picChg>
        <pc:picChg chg="add del mod">
          <ac:chgData name="이민재" userId="f97f16f7-28a5-49bd-9e05-fb3ef63d7997" providerId="ADAL" clId="{A26758E7-D55B-4E69-9F08-E85BE70BC2EC}" dt="2023-03-15T02:07:58.636" v="5087" actId="478"/>
          <ac:picMkLst>
            <pc:docMk/>
            <pc:sldMk cId="708369977" sldId="810"/>
            <ac:picMk id="28" creationId="{C3651589-B482-BC7B-38FE-FB53FAE4716F}"/>
          </ac:picMkLst>
        </pc:picChg>
        <pc:picChg chg="add mod">
          <ac:chgData name="이민재" userId="f97f16f7-28a5-49bd-9e05-fb3ef63d7997" providerId="ADAL" clId="{A26758E7-D55B-4E69-9F08-E85BE70BC2EC}" dt="2023-03-15T02:15:49.111" v="5586" actId="1076"/>
          <ac:picMkLst>
            <pc:docMk/>
            <pc:sldMk cId="708369977" sldId="810"/>
            <ac:picMk id="29" creationId="{85B9BCC4-8279-FAFB-28BE-596823E7EFFF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3" creationId="{C6857619-55E3-A0D1-0A41-478BD2D0F125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4" creationId="{067FD21D-4092-3659-416F-A4ADC1AFF976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5" creationId="{5AB79E3C-BFB4-F6EB-02CE-E0F7E4455BE2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6" creationId="{F7A0105B-D388-5FD3-A287-97B550A97A50}"/>
          </ac:picMkLst>
        </pc:picChg>
        <pc:picChg chg="add mod">
          <ac:chgData name="이민재" userId="f97f16f7-28a5-49bd-9e05-fb3ef63d7997" providerId="ADAL" clId="{A26758E7-D55B-4E69-9F08-E85BE70BC2EC}" dt="2023-03-15T02:16:54.865" v="5608" actId="1076"/>
          <ac:picMkLst>
            <pc:docMk/>
            <pc:sldMk cId="708369977" sldId="810"/>
            <ac:picMk id="37" creationId="{8C2A84B2-2D70-1087-EFB2-4023C50CE602}"/>
          </ac:picMkLst>
        </pc:picChg>
        <pc:picChg chg="add mod">
          <ac:chgData name="이민재" userId="f97f16f7-28a5-49bd-9e05-fb3ef63d7997" providerId="ADAL" clId="{A26758E7-D55B-4E69-9F08-E85BE70BC2EC}" dt="2023-03-15T02:17:13.013" v="5614" actId="1076"/>
          <ac:picMkLst>
            <pc:docMk/>
            <pc:sldMk cId="708369977" sldId="810"/>
            <ac:picMk id="38" creationId="{9BF1E2ED-853E-6094-3831-F1169ECF3719}"/>
          </ac:picMkLst>
        </pc:picChg>
        <pc:picChg chg="add mod">
          <ac:chgData name="이민재" userId="f97f16f7-28a5-49bd-9e05-fb3ef63d7997" providerId="ADAL" clId="{A26758E7-D55B-4E69-9F08-E85BE70BC2EC}" dt="2023-03-15T02:17:33.691" v="5628" actId="1076"/>
          <ac:picMkLst>
            <pc:docMk/>
            <pc:sldMk cId="708369977" sldId="810"/>
            <ac:picMk id="39" creationId="{097889FD-89F1-9803-5356-2E0BB2F78BA3}"/>
          </ac:picMkLst>
        </pc:picChg>
      </pc:sldChg>
      <pc:sldChg chg="new del">
        <pc:chgData name="이민재" userId="f97f16f7-28a5-49bd-9e05-fb3ef63d7997" providerId="ADAL" clId="{A26758E7-D55B-4E69-9F08-E85BE70BC2EC}" dt="2023-03-14T23:41:20.878" v="1824" actId="47"/>
        <pc:sldMkLst>
          <pc:docMk/>
          <pc:sldMk cId="2964726306" sldId="811"/>
        </pc:sldMkLst>
      </pc:sldChg>
      <pc:sldChg chg="addSp delSp modSp add mod ord">
        <pc:chgData name="이민재" userId="f97f16f7-28a5-49bd-9e05-fb3ef63d7997" providerId="ADAL" clId="{A26758E7-D55B-4E69-9F08-E85BE70BC2EC}" dt="2023-03-15T02:23:30.454" v="5693"/>
        <pc:sldMkLst>
          <pc:docMk/>
          <pc:sldMk cId="4182931263" sldId="812"/>
        </pc:sldMkLst>
        <pc:spChg chg="mod">
          <ac:chgData name="이민재" userId="f97f16f7-28a5-49bd-9e05-fb3ef63d7997" providerId="ADAL" clId="{A26758E7-D55B-4E69-9F08-E85BE70BC2EC}" dt="2023-03-15T02:07:27.695" v="5080"/>
          <ac:spMkLst>
            <pc:docMk/>
            <pc:sldMk cId="4182931263" sldId="812"/>
            <ac:spMk id="3" creationId="{EB646C16-64BC-4547-B885-28DEC904D1BD}"/>
          </ac:spMkLst>
        </pc:spChg>
        <pc:spChg chg="del">
          <ac:chgData name="이민재" userId="f97f16f7-28a5-49bd-9e05-fb3ef63d7997" providerId="ADAL" clId="{A26758E7-D55B-4E69-9F08-E85BE70BC2EC}" dt="2023-03-15T01:45:13.778" v="3989" actId="478"/>
          <ac:spMkLst>
            <pc:docMk/>
            <pc:sldMk cId="4182931263" sldId="812"/>
            <ac:spMk id="19" creationId="{30DC2730-A16E-018D-02EF-6048039713AF}"/>
          </ac:spMkLst>
        </pc:spChg>
        <pc:picChg chg="del">
          <ac:chgData name="이민재" userId="f97f16f7-28a5-49bd-9e05-fb3ef63d7997" providerId="ADAL" clId="{A26758E7-D55B-4E69-9F08-E85BE70BC2EC}" dt="2023-03-14T23:41:25.251" v="1827" actId="478"/>
          <ac:picMkLst>
            <pc:docMk/>
            <pc:sldMk cId="4182931263" sldId="812"/>
            <ac:picMk id="6" creationId="{1E26BB16-D567-2D1E-9C1C-EFD8D283943A}"/>
          </ac:picMkLst>
        </pc:picChg>
        <pc:picChg chg="add del mod">
          <ac:chgData name="이민재" userId="f97f16f7-28a5-49bd-9e05-fb3ef63d7997" providerId="ADAL" clId="{A26758E7-D55B-4E69-9F08-E85BE70BC2EC}" dt="2023-03-15T00:24:25.907" v="2607" actId="478"/>
          <ac:picMkLst>
            <pc:docMk/>
            <pc:sldMk cId="4182931263" sldId="812"/>
            <ac:picMk id="7" creationId="{B9229E1B-1FAB-8EEB-49C8-C7E4E7462A35}"/>
          </ac:picMkLst>
        </pc:picChg>
        <pc:picChg chg="del">
          <ac:chgData name="이민재" userId="f97f16f7-28a5-49bd-9e05-fb3ef63d7997" providerId="ADAL" clId="{A26758E7-D55B-4E69-9F08-E85BE70BC2EC}" dt="2023-03-14T23:41:23.171" v="1825" actId="478"/>
          <ac:picMkLst>
            <pc:docMk/>
            <pc:sldMk cId="4182931263" sldId="812"/>
            <ac:picMk id="8" creationId="{750AC220-402C-F395-C8F7-E9DA04531E62}"/>
          </ac:picMkLst>
        </pc:picChg>
        <pc:picChg chg="add del mod">
          <ac:chgData name="이민재" userId="f97f16f7-28a5-49bd-9e05-fb3ef63d7997" providerId="ADAL" clId="{A26758E7-D55B-4E69-9F08-E85BE70BC2EC}" dt="2023-03-14T23:43:59.737" v="1846"/>
          <ac:picMkLst>
            <pc:docMk/>
            <pc:sldMk cId="4182931263" sldId="812"/>
            <ac:picMk id="9" creationId="{E22DA648-7DCA-2836-9AD4-14D01E179AA2}"/>
          </ac:picMkLst>
        </pc:picChg>
        <pc:picChg chg="del">
          <ac:chgData name="이민재" userId="f97f16f7-28a5-49bd-9e05-fb3ef63d7997" providerId="ADAL" clId="{A26758E7-D55B-4E69-9F08-E85BE70BC2EC}" dt="2023-03-14T23:41:23.660" v="1826" actId="478"/>
          <ac:picMkLst>
            <pc:docMk/>
            <pc:sldMk cId="4182931263" sldId="812"/>
            <ac:picMk id="11" creationId="{C86ECC35-F406-156A-5FB3-21D1FB581869}"/>
          </ac:picMkLst>
        </pc:picChg>
        <pc:picChg chg="add del mod">
          <ac:chgData name="이민재" userId="f97f16f7-28a5-49bd-9e05-fb3ef63d7997" providerId="ADAL" clId="{A26758E7-D55B-4E69-9F08-E85BE70BC2EC}" dt="2023-03-15T00:24:27.195" v="2610" actId="478"/>
          <ac:picMkLst>
            <pc:docMk/>
            <pc:sldMk cId="4182931263" sldId="812"/>
            <ac:picMk id="12" creationId="{79F457FA-0512-A211-DD95-2B1E4A4C2D1A}"/>
          </ac:picMkLst>
        </pc:picChg>
        <pc:picChg chg="del">
          <ac:chgData name="이민재" userId="f97f16f7-28a5-49bd-9e05-fb3ef63d7997" providerId="ADAL" clId="{A26758E7-D55B-4E69-9F08-E85BE70BC2EC}" dt="2023-03-14T23:41:25.628" v="1828" actId="478"/>
          <ac:picMkLst>
            <pc:docMk/>
            <pc:sldMk cId="4182931263" sldId="812"/>
            <ac:picMk id="13" creationId="{9C17F4B8-FCC7-0F35-9BEC-7EA1AF4AF6FC}"/>
          </ac:picMkLst>
        </pc:picChg>
        <pc:picChg chg="add del mod">
          <ac:chgData name="이민재" userId="f97f16f7-28a5-49bd-9e05-fb3ef63d7997" providerId="ADAL" clId="{A26758E7-D55B-4E69-9F08-E85BE70BC2EC}" dt="2023-03-15T00:24:26.490" v="2608" actId="478"/>
          <ac:picMkLst>
            <pc:docMk/>
            <pc:sldMk cId="4182931263" sldId="812"/>
            <ac:picMk id="15" creationId="{93E97DEA-D057-9BF5-9358-5B9F40936262}"/>
          </ac:picMkLst>
        </pc:picChg>
        <pc:picChg chg="add del mod">
          <ac:chgData name="이민재" userId="f97f16f7-28a5-49bd-9e05-fb3ef63d7997" providerId="ADAL" clId="{A26758E7-D55B-4E69-9F08-E85BE70BC2EC}" dt="2023-03-15T00:24:26.796" v="2609" actId="478"/>
          <ac:picMkLst>
            <pc:docMk/>
            <pc:sldMk cId="4182931263" sldId="812"/>
            <ac:picMk id="17" creationId="{EC2BCDEB-9C6A-DCBE-76E2-3CD958EA8621}"/>
          </ac:picMkLst>
        </pc:picChg>
        <pc:picChg chg="add mod">
          <ac:chgData name="이민재" userId="f97f16f7-28a5-49bd-9e05-fb3ef63d7997" providerId="ADAL" clId="{A26758E7-D55B-4E69-9F08-E85BE70BC2EC}" dt="2023-03-15T02:07:30.654" v="5081" actId="1076"/>
          <ac:picMkLst>
            <pc:docMk/>
            <pc:sldMk cId="4182931263" sldId="812"/>
            <ac:picMk id="20" creationId="{91D654CA-A565-3E3C-6812-6FC3447FFE31}"/>
          </ac:picMkLst>
        </pc:picChg>
        <pc:picChg chg="del">
          <ac:chgData name="이민재" userId="f97f16f7-28a5-49bd-9e05-fb3ef63d7997" providerId="ADAL" clId="{A26758E7-D55B-4E69-9F08-E85BE70BC2EC}" dt="2023-03-14T23:41:25.995" v="1829" actId="478"/>
          <ac:picMkLst>
            <pc:docMk/>
            <pc:sldMk cId="4182931263" sldId="812"/>
            <ac:picMk id="21" creationId="{B3F0BF09-F598-F14E-E1EC-C0E0416E3C80}"/>
          </ac:picMkLst>
        </pc:picChg>
        <pc:picChg chg="add mod">
          <ac:chgData name="이민재" userId="f97f16f7-28a5-49bd-9e05-fb3ef63d7997" providerId="ADAL" clId="{A26758E7-D55B-4E69-9F08-E85BE70BC2EC}" dt="2023-03-15T01:45:06.329" v="3987" actId="1076"/>
          <ac:picMkLst>
            <pc:docMk/>
            <pc:sldMk cId="4182931263" sldId="812"/>
            <ac:picMk id="23" creationId="{A80EBE87-D390-8CF9-B646-FDCE9742A70B}"/>
          </ac:picMkLst>
        </pc:picChg>
        <pc:picChg chg="add mod">
          <ac:chgData name="이민재" userId="f97f16f7-28a5-49bd-9e05-fb3ef63d7997" providerId="ADAL" clId="{A26758E7-D55B-4E69-9F08-E85BE70BC2EC}" dt="2023-03-15T01:45:09.468" v="3988" actId="1076"/>
          <ac:picMkLst>
            <pc:docMk/>
            <pc:sldMk cId="4182931263" sldId="812"/>
            <ac:picMk id="25" creationId="{56315C5A-B406-6393-6F71-D932EE962FCD}"/>
          </ac:picMkLst>
        </pc:picChg>
        <pc:picChg chg="add del mod">
          <ac:chgData name="이민재" userId="f97f16f7-28a5-49bd-9e05-fb3ef63d7997" providerId="ADAL" clId="{A26758E7-D55B-4E69-9F08-E85BE70BC2EC}" dt="2023-03-15T01:44:49.373" v="3977" actId="478"/>
          <ac:picMkLst>
            <pc:docMk/>
            <pc:sldMk cId="4182931263" sldId="812"/>
            <ac:picMk id="27" creationId="{AEF3B693-19D3-068A-98AD-885BFE241BE5}"/>
          </ac:picMkLst>
        </pc:picChg>
        <pc:picChg chg="add mod">
          <ac:chgData name="이민재" userId="f97f16f7-28a5-49bd-9e05-fb3ef63d7997" providerId="ADAL" clId="{A26758E7-D55B-4E69-9F08-E85BE70BC2EC}" dt="2023-03-15T01:46:16.855" v="4022" actId="1076"/>
          <ac:picMkLst>
            <pc:docMk/>
            <pc:sldMk cId="4182931263" sldId="812"/>
            <ac:picMk id="29" creationId="{E1BDD3D5-1C3B-0B47-87D2-783DE862E491}"/>
          </ac:picMkLst>
        </pc:picChg>
      </pc:sldChg>
      <pc:sldChg chg="addSp delSp modSp add mod ord">
        <pc:chgData name="이민재" userId="f97f16f7-28a5-49bd-9e05-fb3ef63d7997" providerId="ADAL" clId="{A26758E7-D55B-4E69-9F08-E85BE70BC2EC}" dt="2023-03-15T02:23:30.454" v="5693"/>
        <pc:sldMkLst>
          <pc:docMk/>
          <pc:sldMk cId="4155750371" sldId="813"/>
        </pc:sldMkLst>
        <pc:spChg chg="mod">
          <ac:chgData name="이민재" userId="f97f16f7-28a5-49bd-9e05-fb3ef63d7997" providerId="ADAL" clId="{A26758E7-D55B-4E69-9F08-E85BE70BC2EC}" dt="2023-03-15T01:45:18.370" v="3991" actId="20577"/>
          <ac:spMkLst>
            <pc:docMk/>
            <pc:sldMk cId="4155750371" sldId="813"/>
            <ac:spMk id="3" creationId="{EB646C16-64BC-4547-B885-28DEC904D1BD}"/>
          </ac:spMkLst>
        </pc:spChg>
        <pc:spChg chg="del">
          <ac:chgData name="이민재" userId="f97f16f7-28a5-49bd-9e05-fb3ef63d7997" providerId="ADAL" clId="{A26758E7-D55B-4E69-9F08-E85BE70BC2EC}" dt="2023-03-15T01:45:15.979" v="3990" actId="478"/>
          <ac:spMkLst>
            <pc:docMk/>
            <pc:sldMk cId="4155750371" sldId="813"/>
            <ac:spMk id="19" creationId="{30DC2730-A16E-018D-02EF-6048039713AF}"/>
          </ac:spMkLst>
        </pc:spChg>
        <pc:picChg chg="add del mod">
          <ac:chgData name="이민재" userId="f97f16f7-28a5-49bd-9e05-fb3ef63d7997" providerId="ADAL" clId="{A26758E7-D55B-4E69-9F08-E85BE70BC2EC}" dt="2023-03-15T00:24:22.746" v="2606" actId="478"/>
          <ac:picMkLst>
            <pc:docMk/>
            <pc:sldMk cId="4155750371" sldId="813"/>
            <ac:picMk id="6" creationId="{0216AB16-340D-3836-2913-2027A5B13913}"/>
          </ac:picMkLst>
        </pc:picChg>
        <pc:picChg chg="del">
          <ac:chgData name="이민재" userId="f97f16f7-28a5-49bd-9e05-fb3ef63d7997" providerId="ADAL" clId="{A26758E7-D55B-4E69-9F08-E85BE70BC2EC}" dt="2023-03-14T23:44:28.131" v="1848" actId="478"/>
          <ac:picMkLst>
            <pc:docMk/>
            <pc:sldMk cId="4155750371" sldId="813"/>
            <ac:picMk id="7" creationId="{B9229E1B-1FAB-8EEB-49C8-C7E4E7462A35}"/>
          </ac:picMkLst>
        </pc:picChg>
        <pc:picChg chg="add del mod">
          <ac:chgData name="이민재" userId="f97f16f7-28a5-49bd-9e05-fb3ef63d7997" providerId="ADAL" clId="{A26758E7-D55B-4E69-9F08-E85BE70BC2EC}" dt="2023-03-15T00:24:22.123" v="2605" actId="478"/>
          <ac:picMkLst>
            <pc:docMk/>
            <pc:sldMk cId="4155750371" sldId="813"/>
            <ac:picMk id="9" creationId="{C14055C7-71A2-5709-CBF7-995E65939A3F}"/>
          </ac:picMkLst>
        </pc:picChg>
        <pc:picChg chg="add del mod">
          <ac:chgData name="이민재" userId="f97f16f7-28a5-49bd-9e05-fb3ef63d7997" providerId="ADAL" clId="{A26758E7-D55B-4E69-9F08-E85BE70BC2EC}" dt="2023-03-15T00:24:21.394" v="2603" actId="478"/>
          <ac:picMkLst>
            <pc:docMk/>
            <pc:sldMk cId="4155750371" sldId="813"/>
            <ac:picMk id="11" creationId="{891AF752-8E35-8E14-3427-D44DD8A875D3}"/>
          </ac:picMkLst>
        </pc:picChg>
        <pc:picChg chg="add del mod">
          <ac:chgData name="이민재" userId="f97f16f7-28a5-49bd-9e05-fb3ef63d7997" providerId="ADAL" clId="{A26758E7-D55B-4E69-9F08-E85BE70BC2EC}" dt="2023-03-15T00:24:21.739" v="2604" actId="478"/>
          <ac:picMkLst>
            <pc:docMk/>
            <pc:sldMk cId="4155750371" sldId="813"/>
            <ac:picMk id="13" creationId="{980CD92C-BCE2-7CA4-41FE-6107F22B0480}"/>
          </ac:picMkLst>
        </pc:picChg>
        <pc:picChg chg="add mod">
          <ac:chgData name="이민재" userId="f97f16f7-28a5-49bd-9e05-fb3ef63d7997" providerId="ADAL" clId="{A26758E7-D55B-4E69-9F08-E85BE70BC2EC}" dt="2023-03-15T01:46:42.194" v="4030" actId="1076"/>
          <ac:picMkLst>
            <pc:docMk/>
            <pc:sldMk cId="4155750371" sldId="813"/>
            <ac:picMk id="15" creationId="{9B3AFD28-D348-B164-48FD-B08E78A4C37E}"/>
          </ac:picMkLst>
        </pc:picChg>
        <pc:picChg chg="add del mod">
          <ac:chgData name="이민재" userId="f97f16f7-28a5-49bd-9e05-fb3ef63d7997" providerId="ADAL" clId="{A26758E7-D55B-4E69-9F08-E85BE70BC2EC}" dt="2023-03-15T01:44:48.325" v="3976" actId="478"/>
          <ac:picMkLst>
            <pc:docMk/>
            <pc:sldMk cId="4155750371" sldId="813"/>
            <ac:picMk id="17" creationId="{91D5CF7F-14BA-129A-F9E1-6752DB048A44}"/>
          </ac:picMkLst>
        </pc:picChg>
        <pc:picChg chg="add mod">
          <ac:chgData name="이민재" userId="f97f16f7-28a5-49bd-9e05-fb3ef63d7997" providerId="ADAL" clId="{A26758E7-D55B-4E69-9F08-E85BE70BC2EC}" dt="2023-03-15T01:44:57.727" v="3981" actId="14100"/>
          <ac:picMkLst>
            <pc:docMk/>
            <pc:sldMk cId="4155750371" sldId="813"/>
            <ac:picMk id="20" creationId="{9929B80E-ADB1-4A41-E5F1-D3FD9B544F7C}"/>
          </ac:picMkLst>
        </pc:picChg>
        <pc:picChg chg="add mod">
          <ac:chgData name="이민재" userId="f97f16f7-28a5-49bd-9e05-fb3ef63d7997" providerId="ADAL" clId="{A26758E7-D55B-4E69-9F08-E85BE70BC2EC}" dt="2023-03-15T01:45:00.955" v="3982" actId="1076"/>
          <ac:picMkLst>
            <pc:docMk/>
            <pc:sldMk cId="4155750371" sldId="813"/>
            <ac:picMk id="22" creationId="{636FC474-780F-05CB-2D39-75F20C47751C}"/>
          </ac:picMkLst>
        </pc:picChg>
        <pc:picChg chg="add mod">
          <ac:chgData name="이민재" userId="f97f16f7-28a5-49bd-9e05-fb3ef63d7997" providerId="ADAL" clId="{A26758E7-D55B-4E69-9F08-E85BE70BC2EC}" dt="2023-03-15T01:46:19.404" v="4023" actId="1076"/>
          <ac:picMkLst>
            <pc:docMk/>
            <pc:sldMk cId="4155750371" sldId="813"/>
            <ac:picMk id="24" creationId="{C463B218-59B3-9B07-1B84-17B6CA92A79A}"/>
          </ac:picMkLst>
        </pc:picChg>
      </pc:sldChg>
      <pc:sldChg chg="addSp delSp modSp new mod ord">
        <pc:chgData name="이민재" userId="f97f16f7-28a5-49bd-9e05-fb3ef63d7997" providerId="ADAL" clId="{A26758E7-D55B-4E69-9F08-E85BE70BC2EC}" dt="2023-03-23T04:15:00.102" v="9839"/>
        <pc:sldMkLst>
          <pc:docMk/>
          <pc:sldMk cId="1136532772" sldId="814"/>
        </pc:sldMkLst>
        <pc:spChg chg="mod">
          <ac:chgData name="이민재" userId="f97f16f7-28a5-49bd-9e05-fb3ef63d7997" providerId="ADAL" clId="{A26758E7-D55B-4E69-9F08-E85BE70BC2EC}" dt="2023-03-14T23:53:16.670" v="1944"/>
          <ac:spMkLst>
            <pc:docMk/>
            <pc:sldMk cId="1136532772" sldId="814"/>
            <ac:spMk id="2" creationId="{99D2BE9A-72C9-1F59-3E0F-59F4C621A2A7}"/>
          </ac:spMkLst>
        </pc:spChg>
        <pc:spChg chg="mod">
          <ac:chgData name="이민재" userId="f97f16f7-28a5-49bd-9e05-fb3ef63d7997" providerId="ADAL" clId="{A26758E7-D55B-4E69-9F08-E85BE70BC2EC}" dt="2023-03-15T04:00:48.206" v="6578" actId="27636"/>
          <ac:spMkLst>
            <pc:docMk/>
            <pc:sldMk cId="1136532772" sldId="814"/>
            <ac:spMk id="3" creationId="{93D21097-944B-86C8-2C6F-10D2CF0BE8F9}"/>
          </ac:spMkLst>
        </pc:spChg>
        <pc:spChg chg="mod">
          <ac:chgData name="이민재" userId="f97f16f7-28a5-49bd-9e05-fb3ef63d7997" providerId="ADAL" clId="{A26758E7-D55B-4E69-9F08-E85BE70BC2EC}" dt="2023-03-15T02:03:37.202" v="5063" actId="1037"/>
          <ac:spMkLst>
            <pc:docMk/>
            <pc:sldMk cId="1136532772" sldId="814"/>
            <ac:spMk id="4" creationId="{CD09BDF8-BDF5-B129-5A42-DFA8DD07E316}"/>
          </ac:spMkLst>
        </pc:spChg>
        <pc:spChg chg="add mod">
          <ac:chgData name="이민재" userId="f97f16f7-28a5-49bd-9e05-fb3ef63d7997" providerId="ADAL" clId="{A26758E7-D55B-4E69-9F08-E85BE70BC2EC}" dt="2023-03-15T09:50:15.712" v="8242" actId="1076"/>
          <ac:spMkLst>
            <pc:docMk/>
            <pc:sldMk cId="1136532772" sldId="814"/>
            <ac:spMk id="5" creationId="{1BA2C8A2-C90F-88F8-89DA-CA5E2E58A1FA}"/>
          </ac:spMkLst>
        </pc:spChg>
        <pc:spChg chg="add mod">
          <ac:chgData name="이민재" userId="f97f16f7-28a5-49bd-9e05-fb3ef63d7997" providerId="ADAL" clId="{A26758E7-D55B-4E69-9F08-E85BE70BC2EC}" dt="2023-03-15T09:50:09.732" v="8241" actId="1076"/>
          <ac:spMkLst>
            <pc:docMk/>
            <pc:sldMk cId="1136532772" sldId="814"/>
            <ac:spMk id="7" creationId="{7C9A3C7D-637C-5160-1ECC-CA94DA16DFB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19" creationId="{B8610D24-2A72-50EB-CC5D-E6A2B3D38032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0" creationId="{BCD94FF1-23A5-AC36-20E8-498E8318DF2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1" creationId="{49B2158B-EBBB-1F65-A4CE-D13AA1EBE58C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2" creationId="{CC6BD4BD-843D-5F70-9D1B-032746BACBE2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3" creationId="{A0E50AD8-D799-D3B6-537B-8CD997EB1B2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4" creationId="{713ADBA7-C2B6-0024-AC75-65B4969DB14B}"/>
          </ac:spMkLst>
        </pc:spChg>
        <pc:spChg chg="add del mod">
          <ac:chgData name="이민재" userId="f97f16f7-28a5-49bd-9e05-fb3ef63d7997" providerId="ADAL" clId="{A26758E7-D55B-4E69-9F08-E85BE70BC2EC}" dt="2023-03-15T01:52:31.388" v="4125" actId="478"/>
          <ac:spMkLst>
            <pc:docMk/>
            <pc:sldMk cId="1136532772" sldId="814"/>
            <ac:spMk id="25" creationId="{A267E898-7668-6F93-3C8A-3B42D24C70F7}"/>
          </ac:spMkLst>
        </pc:spChg>
        <pc:spChg chg="add del mod">
          <ac:chgData name="이민재" userId="f97f16f7-28a5-49bd-9e05-fb3ef63d7997" providerId="ADAL" clId="{A26758E7-D55B-4E69-9F08-E85BE70BC2EC}" dt="2023-03-15T01:52:32.156" v="4126" actId="478"/>
          <ac:spMkLst>
            <pc:docMk/>
            <pc:sldMk cId="1136532772" sldId="814"/>
            <ac:spMk id="26" creationId="{DB307FBD-FFAC-2DFC-EABF-2E198A9D488A}"/>
          </ac:spMkLst>
        </pc:spChg>
        <pc:spChg chg="add del mod">
          <ac:chgData name="이민재" userId="f97f16f7-28a5-49bd-9e05-fb3ef63d7997" providerId="ADAL" clId="{A26758E7-D55B-4E69-9F08-E85BE70BC2EC}" dt="2023-03-15T01:52:33.660" v="4127" actId="478"/>
          <ac:spMkLst>
            <pc:docMk/>
            <pc:sldMk cId="1136532772" sldId="814"/>
            <ac:spMk id="27" creationId="{3B95F4ED-D160-3A87-2E3F-E30D9FB5D241}"/>
          </ac:spMkLst>
        </pc:sp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6" creationId="{AE617429-1C66-9799-F9BA-78757379A1CA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8" creationId="{2E81207F-B6D6-9F7B-14FA-737DD4881FBF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0" creationId="{61BFEFD0-4588-BEFC-1E2E-8DEFFB2E4968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2" creationId="{88E0376B-E998-53EA-AC90-7F379B1BD354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4" creationId="{BAFC9D7B-C201-090E-593A-7DD649326D24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6" creationId="{AFE3AC63-730C-1E1C-3727-7B448B01FE4F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28" creationId="{736FD123-28EF-E8F7-5901-A2C18E513DDD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29" creationId="{9A653295-33DE-F554-039F-D66C94D89110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30" creationId="{DB3AC337-3866-85F6-3E5A-FD482001FEF7}"/>
          </ac:picMkLst>
        </pc:picChg>
        <pc:picChg chg="add mod">
          <ac:chgData name="이민재" userId="f97f16f7-28a5-49bd-9e05-fb3ef63d7997" providerId="ADAL" clId="{A26758E7-D55B-4E69-9F08-E85BE70BC2EC}" dt="2023-03-15T01:29:38.338" v="3008" actId="571"/>
          <ac:picMkLst>
            <pc:docMk/>
            <pc:sldMk cId="1136532772" sldId="814"/>
            <ac:picMk id="31" creationId="{DB5531DB-8EB1-E3E9-2BE1-ED5B4A53EEC8}"/>
          </ac:picMkLst>
        </pc:picChg>
        <pc:picChg chg="add mod">
          <ac:chgData name="이민재" userId="f97f16f7-28a5-49bd-9e05-fb3ef63d7997" providerId="ADAL" clId="{A26758E7-D55B-4E69-9F08-E85BE70BC2EC}" dt="2023-03-15T01:29:30.480" v="3005" actId="571"/>
          <ac:picMkLst>
            <pc:docMk/>
            <pc:sldMk cId="1136532772" sldId="814"/>
            <ac:picMk id="32" creationId="{DDC582F7-4EC4-96E5-C3A6-9DE5885CF695}"/>
          </ac:picMkLst>
        </pc:picChg>
        <pc:picChg chg="add mod">
          <ac:chgData name="이민재" userId="f97f16f7-28a5-49bd-9e05-fb3ef63d7997" providerId="ADAL" clId="{A26758E7-D55B-4E69-9F08-E85BE70BC2EC}" dt="2023-03-15T01:29:30.480" v="3005" actId="571"/>
          <ac:picMkLst>
            <pc:docMk/>
            <pc:sldMk cId="1136532772" sldId="814"/>
            <ac:picMk id="33" creationId="{32813B7E-AB17-8CAC-7450-B33CB8743C16}"/>
          </ac:picMkLst>
        </pc:picChg>
        <pc:picChg chg="add mod">
          <ac:chgData name="이민재" userId="f97f16f7-28a5-49bd-9e05-fb3ef63d7997" providerId="ADAL" clId="{A26758E7-D55B-4E69-9F08-E85BE70BC2EC}" dt="2023-03-15T01:29:37.792" v="3007" actId="571"/>
          <ac:picMkLst>
            <pc:docMk/>
            <pc:sldMk cId="1136532772" sldId="814"/>
            <ac:picMk id="34" creationId="{5863DBD3-3B8E-D9FD-AEA2-BBA1FE53D247}"/>
          </ac:picMkLst>
        </pc:picChg>
        <pc:cxnChg chg="add mod">
          <ac:chgData name="이민재" userId="f97f16f7-28a5-49bd-9e05-fb3ef63d7997" providerId="ADAL" clId="{A26758E7-D55B-4E69-9F08-E85BE70BC2EC}" dt="2023-03-15T02:24:53.262" v="5720" actId="1035"/>
          <ac:cxnSpMkLst>
            <pc:docMk/>
            <pc:sldMk cId="1136532772" sldId="814"/>
            <ac:cxnSpMk id="17" creationId="{1191D9B8-D813-3C5A-199C-E779FBE66D5F}"/>
          </ac:cxnSpMkLst>
        </pc:cxnChg>
        <pc:cxnChg chg="add del mod">
          <ac:chgData name="이민재" userId="f97f16f7-28a5-49bd-9e05-fb3ef63d7997" providerId="ADAL" clId="{A26758E7-D55B-4E69-9F08-E85BE70BC2EC}" dt="2023-03-15T01:52:41.492" v="4129" actId="478"/>
          <ac:cxnSpMkLst>
            <pc:docMk/>
            <pc:sldMk cId="1136532772" sldId="814"/>
            <ac:cxnSpMk id="18" creationId="{DAD178FD-2D7F-8198-8C4D-CF45C5FE42D4}"/>
          </ac:cxnSpMkLst>
        </pc:cxnChg>
        <pc:cxnChg chg="add mod">
          <ac:chgData name="이민재" userId="f97f16f7-28a5-49bd-9e05-fb3ef63d7997" providerId="ADAL" clId="{A26758E7-D55B-4E69-9F08-E85BE70BC2EC}" dt="2023-03-15T01:53:15.596" v="4176" actId="571"/>
          <ac:cxnSpMkLst>
            <pc:docMk/>
            <pc:sldMk cId="1136532772" sldId="814"/>
            <ac:cxnSpMk id="36" creationId="{3A42A5A7-685E-7A5A-65A2-276BC9065116}"/>
          </ac:cxnSpMkLst>
        </pc:cxnChg>
        <pc:cxnChg chg="add del mod">
          <ac:chgData name="이민재" userId="f97f16f7-28a5-49bd-9e05-fb3ef63d7997" providerId="ADAL" clId="{A26758E7-D55B-4E69-9F08-E85BE70BC2EC}" dt="2023-03-15T01:56:49.181" v="4274" actId="478"/>
          <ac:cxnSpMkLst>
            <pc:docMk/>
            <pc:sldMk cId="1136532772" sldId="814"/>
            <ac:cxnSpMk id="38" creationId="{5FFC4445-C43A-2E20-A871-C981CE17811B}"/>
          </ac:cxnSpMkLst>
        </pc:cxnChg>
        <pc:cxnChg chg="add mod">
          <ac:chgData name="이민재" userId="f97f16f7-28a5-49bd-9e05-fb3ef63d7997" providerId="ADAL" clId="{A26758E7-D55B-4E69-9F08-E85BE70BC2EC}" dt="2023-03-15T02:24:53.262" v="5720" actId="1035"/>
          <ac:cxnSpMkLst>
            <pc:docMk/>
            <pc:sldMk cId="1136532772" sldId="814"/>
            <ac:cxnSpMk id="40" creationId="{A7D42A71-368C-D206-0587-1AD0CD72C539}"/>
          </ac:cxnSpMkLst>
        </pc:cxnChg>
      </pc:sldChg>
      <pc:sldChg chg="delSp modSp add del mod">
        <pc:chgData name="이민재" userId="f97f16f7-28a5-49bd-9e05-fb3ef63d7997" providerId="ADAL" clId="{A26758E7-D55B-4E69-9F08-E85BE70BC2EC}" dt="2023-03-15T04:01:09.916" v="6579" actId="47"/>
        <pc:sldMkLst>
          <pc:docMk/>
          <pc:sldMk cId="4108691359" sldId="815"/>
        </pc:sldMkLst>
        <pc:spChg chg="mod">
          <ac:chgData name="이민재" userId="f97f16f7-28a5-49bd-9e05-fb3ef63d7997" providerId="ADAL" clId="{A26758E7-D55B-4E69-9F08-E85BE70BC2EC}" dt="2023-03-15T04:00:15.736" v="6561" actId="21"/>
          <ac:spMkLst>
            <pc:docMk/>
            <pc:sldMk cId="4108691359" sldId="815"/>
            <ac:spMk id="3" creationId="{93D21097-944B-86C8-2C6F-10D2CF0BE8F9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19" creationId="{B8610D24-2A72-50EB-CC5D-E6A2B3D38032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0" creationId="{BCD94FF1-23A5-AC36-20E8-498E8318DF24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1" creationId="{49B2158B-EBBB-1F65-A4CE-D13AA1EBE58C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2" creationId="{CC6BD4BD-843D-5F70-9D1B-032746BACBE2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3" creationId="{A0E50AD8-D799-D3B6-537B-8CD997EB1B24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4" creationId="{713ADBA7-C2B6-0024-AC75-65B4969DB14B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5" creationId="{A267E898-7668-6F93-3C8A-3B42D24C70F7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6" creationId="{DB307FBD-FFAC-2DFC-EABF-2E198A9D488A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7" creationId="{3B95F4ED-D160-3A87-2E3F-E30D9FB5D241}"/>
          </ac:spMkLst>
        </pc:spChg>
        <pc:picChg chg="del">
          <ac:chgData name="이민재" userId="f97f16f7-28a5-49bd-9e05-fb3ef63d7997" providerId="ADAL" clId="{A26758E7-D55B-4E69-9F08-E85BE70BC2EC}" dt="2023-03-15T01:26:55.168" v="2973" actId="478"/>
          <ac:picMkLst>
            <pc:docMk/>
            <pc:sldMk cId="4108691359" sldId="815"/>
            <ac:picMk id="6" creationId="{AE617429-1C66-9799-F9BA-78757379A1CA}"/>
          </ac:picMkLst>
        </pc:picChg>
        <pc:picChg chg="del">
          <ac:chgData name="이민재" userId="f97f16f7-28a5-49bd-9e05-fb3ef63d7997" providerId="ADAL" clId="{A26758E7-D55B-4E69-9F08-E85BE70BC2EC}" dt="2023-03-15T01:26:54.935" v="2972" actId="478"/>
          <ac:picMkLst>
            <pc:docMk/>
            <pc:sldMk cId="4108691359" sldId="815"/>
            <ac:picMk id="8" creationId="{2E81207F-B6D6-9F7B-14FA-737DD4881FBF}"/>
          </ac:picMkLst>
        </pc:picChg>
        <pc:picChg chg="del">
          <ac:chgData name="이민재" userId="f97f16f7-28a5-49bd-9e05-fb3ef63d7997" providerId="ADAL" clId="{A26758E7-D55B-4E69-9F08-E85BE70BC2EC}" dt="2023-03-15T01:26:55.554" v="2974" actId="478"/>
          <ac:picMkLst>
            <pc:docMk/>
            <pc:sldMk cId="4108691359" sldId="815"/>
            <ac:picMk id="10" creationId="{61BFEFD0-4588-BEFC-1E2E-8DEFFB2E4968}"/>
          </ac:picMkLst>
        </pc:picChg>
        <pc:picChg chg="del">
          <ac:chgData name="이민재" userId="f97f16f7-28a5-49bd-9e05-fb3ef63d7997" providerId="ADAL" clId="{A26758E7-D55B-4E69-9F08-E85BE70BC2EC}" dt="2023-03-15T01:26:54.168" v="2971" actId="478"/>
          <ac:picMkLst>
            <pc:docMk/>
            <pc:sldMk cId="4108691359" sldId="815"/>
            <ac:picMk id="12" creationId="{88E0376B-E998-53EA-AC90-7F379B1BD354}"/>
          </ac:picMkLst>
        </pc:picChg>
        <pc:picChg chg="del">
          <ac:chgData name="이민재" userId="f97f16f7-28a5-49bd-9e05-fb3ef63d7997" providerId="ADAL" clId="{A26758E7-D55B-4E69-9F08-E85BE70BC2EC}" dt="2023-03-15T01:26:53.801" v="2970" actId="478"/>
          <ac:picMkLst>
            <pc:docMk/>
            <pc:sldMk cId="4108691359" sldId="815"/>
            <ac:picMk id="14" creationId="{BAFC9D7B-C201-090E-593A-7DD649326D24}"/>
          </ac:picMkLst>
        </pc:picChg>
        <pc:picChg chg="del">
          <ac:chgData name="이민재" userId="f97f16f7-28a5-49bd-9e05-fb3ef63d7997" providerId="ADAL" clId="{A26758E7-D55B-4E69-9F08-E85BE70BC2EC}" dt="2023-03-15T01:26:56.136" v="2975" actId="478"/>
          <ac:picMkLst>
            <pc:docMk/>
            <pc:sldMk cId="4108691359" sldId="815"/>
            <ac:picMk id="16" creationId="{AFE3AC63-730C-1E1C-3727-7B448B01FE4F}"/>
          </ac:picMkLst>
        </pc:picChg>
        <pc:cxnChg chg="del">
          <ac:chgData name="이민재" userId="f97f16f7-28a5-49bd-9e05-fb3ef63d7997" providerId="ADAL" clId="{A26758E7-D55B-4E69-9F08-E85BE70BC2EC}" dt="2023-03-15T01:26:58.553" v="2976" actId="478"/>
          <ac:cxnSpMkLst>
            <pc:docMk/>
            <pc:sldMk cId="4108691359" sldId="815"/>
            <ac:cxnSpMk id="17" creationId="{1191D9B8-D813-3C5A-199C-E779FBE66D5F}"/>
          </ac:cxnSpMkLst>
        </pc:cxnChg>
        <pc:cxnChg chg="del">
          <ac:chgData name="이민재" userId="f97f16f7-28a5-49bd-9e05-fb3ef63d7997" providerId="ADAL" clId="{A26758E7-D55B-4E69-9F08-E85BE70BC2EC}" dt="2023-03-15T01:26:58.553" v="2976" actId="478"/>
          <ac:cxnSpMkLst>
            <pc:docMk/>
            <pc:sldMk cId="4108691359" sldId="815"/>
            <ac:cxnSpMk id="18" creationId="{DAD178FD-2D7F-8198-8C4D-CF45C5FE42D4}"/>
          </ac:cxnSpMkLst>
        </pc:cxnChg>
      </pc:sldChg>
      <pc:sldChg chg="modSp add del mod">
        <pc:chgData name="이민재" userId="f97f16f7-28a5-49bd-9e05-fb3ef63d7997" providerId="ADAL" clId="{A26758E7-D55B-4E69-9F08-E85BE70BC2EC}" dt="2023-03-15T01:44:35.250" v="3975" actId="47"/>
        <pc:sldMkLst>
          <pc:docMk/>
          <pc:sldMk cId="2309352209" sldId="816"/>
        </pc:sldMkLst>
        <pc:spChg chg="mod">
          <ac:chgData name="이민재" userId="f97f16f7-28a5-49bd-9e05-fb3ef63d7997" providerId="ADAL" clId="{A26758E7-D55B-4E69-9F08-E85BE70BC2EC}" dt="2023-03-15T01:36:32.535" v="3153" actId="20577"/>
          <ac:spMkLst>
            <pc:docMk/>
            <pc:sldMk cId="2309352209" sldId="816"/>
            <ac:spMk id="3" creationId="{EB646C16-64BC-4547-B885-28DEC904D1BD}"/>
          </ac:spMkLst>
        </pc:sp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2" creationId="{02AA3F3F-E728-F4F5-1B18-722290498E46}"/>
          </ac:picMkLst>
        </pc:pic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4" creationId="{F78A1837-D4B9-E46F-2AE5-2BB1B9162BD0}"/>
          </ac:picMkLst>
        </pc:pic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6" creationId="{FC2C2FC3-7F2B-6EEB-5330-81521F28952F}"/>
          </ac:picMkLst>
        </pc:picChg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639523910" sldId="817"/>
        </pc:sldMkLst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2957687128" sldId="818"/>
        </pc:sldMkLst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3041761236" sldId="819"/>
        </pc:sldMkLst>
      </pc:sldChg>
      <pc:sldChg chg="add ord">
        <pc:chgData name="이민재" userId="f97f16f7-28a5-49bd-9e05-fb3ef63d7997" providerId="ADAL" clId="{A26758E7-D55B-4E69-9F08-E85BE70BC2EC}" dt="2023-03-15T02:04:37.862" v="5065"/>
        <pc:sldMkLst>
          <pc:docMk/>
          <pc:sldMk cId="1972420388" sldId="820"/>
        </pc:sldMkLst>
      </pc:sldChg>
      <pc:sldChg chg="add ord">
        <pc:chgData name="이민재" userId="f97f16f7-28a5-49bd-9e05-fb3ef63d7997" providerId="ADAL" clId="{A26758E7-D55B-4E69-9F08-E85BE70BC2EC}" dt="2023-03-15T02:23:30.454" v="5693"/>
        <pc:sldMkLst>
          <pc:docMk/>
          <pc:sldMk cId="1791925017" sldId="821"/>
        </pc:sldMkLst>
      </pc:sldChg>
      <pc:sldChg chg="add">
        <pc:chgData name="이민재" userId="f97f16f7-28a5-49bd-9e05-fb3ef63d7997" providerId="ADAL" clId="{A26758E7-D55B-4E69-9F08-E85BE70BC2EC}" dt="2023-03-15T02:14:05.140" v="5557"/>
        <pc:sldMkLst>
          <pc:docMk/>
          <pc:sldMk cId="2172249906" sldId="822"/>
        </pc:sldMkLst>
      </pc:sldChg>
      <pc:sldChg chg="addSp delSp modSp add mod">
        <pc:chgData name="이민재" userId="f97f16f7-28a5-49bd-9e05-fb3ef63d7997" providerId="ADAL" clId="{A26758E7-D55B-4E69-9F08-E85BE70BC2EC}" dt="2023-03-16T14:22:36.126" v="8571" actId="1076"/>
        <pc:sldMkLst>
          <pc:docMk/>
          <pc:sldMk cId="2010162896" sldId="823"/>
        </pc:sldMkLst>
        <pc:spChg chg="mod">
          <ac:chgData name="이민재" userId="f97f16f7-28a5-49bd-9e05-fb3ef63d7997" providerId="ADAL" clId="{A26758E7-D55B-4E69-9F08-E85BE70BC2EC}" dt="2023-03-15T04:09:31.591" v="6737" actId="20577"/>
          <ac:spMkLst>
            <pc:docMk/>
            <pc:sldMk cId="2010162896" sldId="823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5T04:21:16.996" v="7466" actId="1076"/>
          <ac:spMkLst>
            <pc:docMk/>
            <pc:sldMk cId="2010162896" sldId="823"/>
            <ac:spMk id="12" creationId="{786D107A-82F1-4388-25B0-DE2CE3F36513}"/>
          </ac:spMkLst>
        </pc:spChg>
        <pc:spChg chg="add mod">
          <ac:chgData name="이민재" userId="f97f16f7-28a5-49bd-9e05-fb3ef63d7997" providerId="ADAL" clId="{A26758E7-D55B-4E69-9F08-E85BE70BC2EC}" dt="2023-03-15T04:21:16.996" v="7466" actId="1076"/>
          <ac:spMkLst>
            <pc:docMk/>
            <pc:sldMk cId="2010162896" sldId="823"/>
            <ac:spMk id="13" creationId="{8D49417D-D0A1-241A-62CF-D1131FF1BF5B}"/>
          </ac:spMkLst>
        </pc:spChg>
        <pc:spChg chg="add mod">
          <ac:chgData name="이민재" userId="f97f16f7-28a5-49bd-9e05-fb3ef63d7997" providerId="ADAL" clId="{A26758E7-D55B-4E69-9F08-E85BE70BC2EC}" dt="2023-03-16T14:22:36.126" v="8571" actId="1076"/>
          <ac:spMkLst>
            <pc:docMk/>
            <pc:sldMk cId="2010162896" sldId="823"/>
            <ac:spMk id="20" creationId="{F6B85E05-943B-AA15-14AF-4F21EDBEF47C}"/>
          </ac:spMkLst>
        </pc:spChg>
        <pc:spChg chg="add mod">
          <ac:chgData name="이민재" userId="f97f16f7-28a5-49bd-9e05-fb3ef63d7997" providerId="ADAL" clId="{A26758E7-D55B-4E69-9F08-E85BE70BC2EC}" dt="2023-03-15T04:21:21.226" v="7468" actId="1076"/>
          <ac:spMkLst>
            <pc:docMk/>
            <pc:sldMk cId="2010162896" sldId="823"/>
            <ac:spMk id="21" creationId="{9180CCF8-8AE8-874E-45CD-5CEB39B5EF67}"/>
          </ac:spMkLst>
        </pc:spChg>
        <pc:spChg chg="add mod">
          <ac:chgData name="이민재" userId="f97f16f7-28a5-49bd-9e05-fb3ef63d7997" providerId="ADAL" clId="{A26758E7-D55B-4E69-9F08-E85BE70BC2EC}" dt="2023-03-15T04:21:38.207" v="7475" actId="571"/>
          <ac:spMkLst>
            <pc:docMk/>
            <pc:sldMk cId="2010162896" sldId="823"/>
            <ac:spMk id="22" creationId="{65BCF899-15E7-BC4B-2BF9-4640916B1FF5}"/>
          </ac:spMkLst>
        </pc:spChg>
        <pc:spChg chg="add mod">
          <ac:chgData name="이민재" userId="f97f16f7-28a5-49bd-9e05-fb3ef63d7997" providerId="ADAL" clId="{A26758E7-D55B-4E69-9F08-E85BE70BC2EC}" dt="2023-03-15T04:21:38.207" v="7475" actId="571"/>
          <ac:spMkLst>
            <pc:docMk/>
            <pc:sldMk cId="2010162896" sldId="823"/>
            <ac:spMk id="23" creationId="{3E4F96B5-07FE-D875-F213-286F9457C586}"/>
          </ac:spMkLst>
        </pc:spChg>
        <pc:picChg chg="del">
          <ac:chgData name="이민재" userId="f97f16f7-28a5-49bd-9e05-fb3ef63d7997" providerId="ADAL" clId="{A26758E7-D55B-4E69-9F08-E85BE70BC2EC}" dt="2023-03-15T04:09:24.238" v="6716" actId="478"/>
          <ac:picMkLst>
            <pc:docMk/>
            <pc:sldMk cId="2010162896" sldId="823"/>
            <ac:picMk id="6" creationId="{82EA7A7C-CB3A-13B5-0287-F5D1A9FB9875}"/>
          </ac:picMkLst>
        </pc:picChg>
        <pc:picChg chg="add mod">
          <ac:chgData name="이민재" userId="f97f16f7-28a5-49bd-9e05-fb3ef63d7997" providerId="ADAL" clId="{A26758E7-D55B-4E69-9F08-E85BE70BC2EC}" dt="2023-03-15T04:20:49.430" v="7454" actId="1076"/>
          <ac:picMkLst>
            <pc:docMk/>
            <pc:sldMk cId="2010162896" sldId="823"/>
            <ac:picMk id="7" creationId="{B6D07854-3CD8-F531-486A-A0B8BA15E6E5}"/>
          </ac:picMkLst>
        </pc:picChg>
        <pc:picChg chg="add mod">
          <ac:chgData name="이민재" userId="f97f16f7-28a5-49bd-9e05-fb3ef63d7997" providerId="ADAL" clId="{A26758E7-D55B-4E69-9F08-E85BE70BC2EC}" dt="2023-03-15T04:20:51.720" v="7455" actId="1076"/>
          <ac:picMkLst>
            <pc:docMk/>
            <pc:sldMk cId="2010162896" sldId="823"/>
            <ac:picMk id="9" creationId="{66025F0A-FFB4-BFA2-D9BA-8222238D1D25}"/>
          </ac:picMkLst>
        </pc:picChg>
        <pc:picChg chg="add del mod">
          <ac:chgData name="이민재" userId="f97f16f7-28a5-49bd-9e05-fb3ef63d7997" providerId="ADAL" clId="{A26758E7-D55B-4E69-9F08-E85BE70BC2EC}" dt="2023-03-15T04:19:33.609" v="7406" actId="21"/>
          <ac:picMkLst>
            <pc:docMk/>
            <pc:sldMk cId="2010162896" sldId="823"/>
            <ac:picMk id="11" creationId="{BD099DB9-4ECE-5F18-EED0-DF69C343B742}"/>
          </ac:picMkLst>
        </pc:picChg>
        <pc:picChg chg="add del mod">
          <ac:chgData name="이민재" userId="f97f16f7-28a5-49bd-9e05-fb3ef63d7997" providerId="ADAL" clId="{A26758E7-D55B-4E69-9F08-E85BE70BC2EC}" dt="2023-03-15T04:19:33.609" v="7406" actId="21"/>
          <ac:picMkLst>
            <pc:docMk/>
            <pc:sldMk cId="2010162896" sldId="823"/>
            <ac:picMk id="15" creationId="{2A82D55E-2209-96FE-46C0-D01B5C86AA34}"/>
          </ac:picMkLst>
        </pc:picChg>
        <pc:picChg chg="add mod">
          <ac:chgData name="이민재" userId="f97f16f7-28a5-49bd-9e05-fb3ef63d7997" providerId="ADAL" clId="{A26758E7-D55B-4E69-9F08-E85BE70BC2EC}" dt="2023-03-15T04:20:49.430" v="7454" actId="1076"/>
          <ac:picMkLst>
            <pc:docMk/>
            <pc:sldMk cId="2010162896" sldId="823"/>
            <ac:picMk id="17" creationId="{2C3889F7-779A-EC40-4416-4ECFF67CF597}"/>
          </ac:picMkLst>
        </pc:picChg>
        <pc:picChg chg="add mod">
          <ac:chgData name="이민재" userId="f97f16f7-28a5-49bd-9e05-fb3ef63d7997" providerId="ADAL" clId="{A26758E7-D55B-4E69-9F08-E85BE70BC2EC}" dt="2023-03-15T04:20:51.720" v="7455" actId="1076"/>
          <ac:picMkLst>
            <pc:docMk/>
            <pc:sldMk cId="2010162896" sldId="823"/>
            <ac:picMk id="19" creationId="{4C407A0F-32DD-C201-E6F6-DFFE945DE2DA}"/>
          </ac:picMkLst>
        </pc:picChg>
      </pc:sldChg>
      <pc:sldChg chg="addSp delSp modSp add mod">
        <pc:chgData name="이민재" userId="f97f16f7-28a5-49bd-9e05-fb3ef63d7997" providerId="ADAL" clId="{A26758E7-D55B-4E69-9F08-E85BE70BC2EC}" dt="2023-03-16T14:23:47.059" v="8574" actId="1076"/>
        <pc:sldMkLst>
          <pc:docMk/>
          <pc:sldMk cId="1529914514" sldId="824"/>
        </pc:sldMkLst>
        <pc:spChg chg="mod">
          <ac:chgData name="이민재" userId="f97f16f7-28a5-49bd-9e05-fb3ef63d7997" providerId="ADAL" clId="{A26758E7-D55B-4E69-9F08-E85BE70BC2EC}" dt="2023-03-15T04:21:31.154" v="7473" actId="113"/>
          <ac:spMkLst>
            <pc:docMk/>
            <pc:sldMk cId="1529914514" sldId="824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6T14:23:41.506" v="8573" actId="1076"/>
          <ac:spMkLst>
            <pc:docMk/>
            <pc:sldMk cId="1529914514" sldId="824"/>
            <ac:spMk id="5" creationId="{ACBB6F5C-7FF1-FEAA-C289-96F6E0C71439}"/>
          </ac:spMkLst>
        </pc:spChg>
        <pc:spChg chg="add mod">
          <ac:chgData name="이민재" userId="f97f16f7-28a5-49bd-9e05-fb3ef63d7997" providerId="ADAL" clId="{A26758E7-D55B-4E69-9F08-E85BE70BC2EC}" dt="2023-03-15T04:22:03.758" v="7482" actId="1076"/>
          <ac:spMkLst>
            <pc:docMk/>
            <pc:sldMk cId="1529914514" sldId="824"/>
            <ac:spMk id="7" creationId="{68A7139D-FD56-A893-9913-1F465C9BA90D}"/>
          </ac:spMkLst>
        </pc:spChg>
        <pc:spChg chg="add mod">
          <ac:chgData name="이민재" userId="f97f16f7-28a5-49bd-9e05-fb3ef63d7997" providerId="ADAL" clId="{A26758E7-D55B-4E69-9F08-E85BE70BC2EC}" dt="2023-03-16T14:23:47.059" v="8574" actId="1076"/>
          <ac:spMkLst>
            <pc:docMk/>
            <pc:sldMk cId="1529914514" sldId="824"/>
            <ac:spMk id="8" creationId="{4D00683E-29F1-7669-6AF0-7AEA64646B56}"/>
          </ac:spMkLst>
        </pc:spChg>
        <pc:spChg chg="add del mod">
          <ac:chgData name="이민재" userId="f97f16f7-28a5-49bd-9e05-fb3ef63d7997" providerId="ADAL" clId="{A26758E7-D55B-4E69-9F08-E85BE70BC2EC}" dt="2023-03-15T04:22:01.963" v="7481" actId="478"/>
          <ac:spMkLst>
            <pc:docMk/>
            <pc:sldMk cId="1529914514" sldId="824"/>
            <ac:spMk id="8" creationId="{4FF33461-03D0-3859-4933-866A31F2B869}"/>
          </ac:spMkLst>
        </pc:spChg>
        <pc:spChg chg="add del mod">
          <ac:chgData name="이민재" userId="f97f16f7-28a5-49bd-9e05-fb3ef63d7997" providerId="ADAL" clId="{A26758E7-D55B-4E69-9F08-E85BE70BC2EC}" dt="2023-03-15T04:21:28.734" v="7471" actId="478"/>
          <ac:spMkLst>
            <pc:docMk/>
            <pc:sldMk cId="1529914514" sldId="824"/>
            <ac:spMk id="11" creationId="{13254759-3512-E1FB-A4C9-137A01B3CF91}"/>
          </ac:spMkLst>
        </pc:spChg>
        <pc:spChg chg="add del mod">
          <ac:chgData name="이민재" userId="f97f16f7-28a5-49bd-9e05-fb3ef63d7997" providerId="ADAL" clId="{A26758E7-D55B-4E69-9F08-E85BE70BC2EC}" dt="2023-03-15T04:21:28.734" v="7471" actId="478"/>
          <ac:spMkLst>
            <pc:docMk/>
            <pc:sldMk cId="1529914514" sldId="824"/>
            <ac:spMk id="12" creationId="{BADBB6EE-6287-705C-C3A9-E5B5920909D3}"/>
          </ac:spMkLst>
        </pc:spChg>
        <pc:picChg chg="add mod">
          <ac:chgData name="이민재" userId="f97f16f7-28a5-49bd-9e05-fb3ef63d7997" providerId="ADAL" clId="{A26758E7-D55B-4E69-9F08-E85BE70BC2EC}" dt="2023-03-15T04:22:08.074" v="7484" actId="1076"/>
          <ac:picMkLst>
            <pc:docMk/>
            <pc:sldMk cId="1529914514" sldId="824"/>
            <ac:picMk id="6" creationId="{B4E7D725-0A3E-1CF9-032A-6DE16FD53A6B}"/>
          </ac:picMkLst>
        </pc:picChg>
        <pc:picChg chg="add mod">
          <ac:chgData name="이민재" userId="f97f16f7-28a5-49bd-9e05-fb3ef63d7997" providerId="ADAL" clId="{A26758E7-D55B-4E69-9F08-E85BE70BC2EC}" dt="2023-03-15T04:22:13.612" v="7486" actId="1076"/>
          <ac:picMkLst>
            <pc:docMk/>
            <pc:sldMk cId="1529914514" sldId="824"/>
            <ac:picMk id="10" creationId="{72CC17E2-E5F1-C294-63D7-E2AA1C23A629}"/>
          </ac:picMkLst>
        </pc:picChg>
      </pc:sldChg>
      <pc:sldChg chg="new del ord">
        <pc:chgData name="이민재" userId="f97f16f7-28a5-49bd-9e05-fb3ef63d7997" providerId="ADAL" clId="{A26758E7-D55B-4E69-9F08-E85BE70BC2EC}" dt="2023-03-16T04:31:59.030" v="8568" actId="47"/>
        <pc:sldMkLst>
          <pc:docMk/>
          <pc:sldMk cId="512380027" sldId="825"/>
        </pc:sldMkLst>
      </pc:sldChg>
      <pc:sldChg chg="addSp modSp mod">
        <pc:chgData name="이민재" userId="f97f16f7-28a5-49bd-9e05-fb3ef63d7997" providerId="ADAL" clId="{A26758E7-D55B-4E69-9F08-E85BE70BC2EC}" dt="2023-03-24T22:16:32.804" v="11525" actId="1076"/>
        <pc:sldMkLst>
          <pc:docMk/>
          <pc:sldMk cId="1106231365" sldId="826"/>
        </pc:sldMkLst>
        <pc:picChg chg="add mod">
          <ac:chgData name="이민재" userId="f97f16f7-28a5-49bd-9e05-fb3ef63d7997" providerId="ADAL" clId="{A26758E7-D55B-4E69-9F08-E85BE70BC2EC}" dt="2023-03-24T22:16:32.804" v="11525" actId="1076"/>
          <ac:picMkLst>
            <pc:docMk/>
            <pc:sldMk cId="1106231365" sldId="826"/>
            <ac:picMk id="2" creationId="{73AA8881-A020-2B2F-01B6-E5186E06BC4C}"/>
          </ac:picMkLst>
        </pc:picChg>
      </pc:sldChg>
      <pc:sldChg chg="addSp delSp modSp mod">
        <pc:chgData name="이민재" userId="f97f16f7-28a5-49bd-9e05-fb3ef63d7997" providerId="ADAL" clId="{A26758E7-D55B-4E69-9F08-E85BE70BC2EC}" dt="2023-03-24T06:17:47.663" v="10953" actId="21"/>
        <pc:sldMkLst>
          <pc:docMk/>
          <pc:sldMk cId="3920083050" sldId="827"/>
        </pc:sldMkLst>
        <pc:spChg chg="mod">
          <ac:chgData name="이민재" userId="f97f16f7-28a5-49bd-9e05-fb3ef63d7997" providerId="ADAL" clId="{A26758E7-D55B-4E69-9F08-E85BE70BC2EC}" dt="2023-03-23T13:28:17.201" v="10608" actId="20577"/>
          <ac:spMkLst>
            <pc:docMk/>
            <pc:sldMk cId="3920083050" sldId="827"/>
            <ac:spMk id="2" creationId="{EA6F3D2C-E3B2-7999-3A8F-4B728AE73AA4}"/>
          </ac:spMkLst>
        </pc:spChg>
        <pc:spChg chg="del">
          <ac:chgData name="이민재" userId="f97f16f7-28a5-49bd-9e05-fb3ef63d7997" providerId="ADAL" clId="{A26758E7-D55B-4E69-9F08-E85BE70BC2EC}" dt="2023-03-24T04:51:42.663" v="10647" actId="478"/>
          <ac:spMkLst>
            <pc:docMk/>
            <pc:sldMk cId="3920083050" sldId="827"/>
            <ac:spMk id="3" creationId="{6655F74B-A55A-CC5C-2C1B-C7C3DD22E261}"/>
          </ac:spMkLst>
        </pc:spChg>
        <pc:picChg chg="add del mod">
          <ac:chgData name="이민재" userId="f97f16f7-28a5-49bd-9e05-fb3ef63d7997" providerId="ADAL" clId="{A26758E7-D55B-4E69-9F08-E85BE70BC2EC}" dt="2023-03-24T04:58:40.434" v="10696" actId="478"/>
          <ac:picMkLst>
            <pc:docMk/>
            <pc:sldMk cId="3920083050" sldId="827"/>
            <ac:picMk id="6" creationId="{CC18E0E9-611F-CF90-AC0C-914D6A642F1A}"/>
          </ac:picMkLst>
        </pc:picChg>
        <pc:picChg chg="add del mod">
          <ac:chgData name="이민재" userId="f97f16f7-28a5-49bd-9e05-fb3ef63d7997" providerId="ADAL" clId="{A26758E7-D55B-4E69-9F08-E85BE70BC2EC}" dt="2023-03-24T04:55:54.452" v="10689" actId="478"/>
          <ac:picMkLst>
            <pc:docMk/>
            <pc:sldMk cId="3920083050" sldId="827"/>
            <ac:picMk id="8" creationId="{EF15EE31-273A-301C-A969-6C0A4F627ECB}"/>
          </ac:picMkLst>
        </pc:picChg>
        <pc:picChg chg="add mod">
          <ac:chgData name="이민재" userId="f97f16f7-28a5-49bd-9e05-fb3ef63d7997" providerId="ADAL" clId="{A26758E7-D55B-4E69-9F08-E85BE70BC2EC}" dt="2023-03-24T04:53:58.981" v="10682" actId="1076"/>
          <ac:picMkLst>
            <pc:docMk/>
            <pc:sldMk cId="3920083050" sldId="827"/>
            <ac:picMk id="10" creationId="{4A49234F-0FC7-1881-3DF0-A589919732B5}"/>
          </ac:picMkLst>
        </pc:picChg>
        <pc:picChg chg="add del mod">
          <ac:chgData name="이민재" userId="f97f16f7-28a5-49bd-9e05-fb3ef63d7997" providerId="ADAL" clId="{A26758E7-D55B-4E69-9F08-E85BE70BC2EC}" dt="2023-03-24T05:04:27.902" v="10751" actId="478"/>
          <ac:picMkLst>
            <pc:docMk/>
            <pc:sldMk cId="3920083050" sldId="827"/>
            <ac:picMk id="12" creationId="{33304727-E664-4D28-E1B8-4F864049B003}"/>
          </ac:picMkLst>
        </pc:picChg>
        <pc:picChg chg="add del mod">
          <ac:chgData name="이민재" userId="f97f16f7-28a5-49bd-9e05-fb3ef63d7997" providerId="ADAL" clId="{A26758E7-D55B-4E69-9F08-E85BE70BC2EC}" dt="2023-03-24T05:37:39.878" v="10801" actId="478"/>
          <ac:picMkLst>
            <pc:docMk/>
            <pc:sldMk cId="3920083050" sldId="827"/>
            <ac:picMk id="14" creationId="{C4E95722-15F3-CE31-0E06-287AB0FB7036}"/>
          </ac:picMkLst>
        </pc:picChg>
        <pc:picChg chg="add del mod">
          <ac:chgData name="이민재" userId="f97f16f7-28a5-49bd-9e05-fb3ef63d7997" providerId="ADAL" clId="{A26758E7-D55B-4E69-9F08-E85BE70BC2EC}" dt="2023-03-24T05:37:30.733" v="10792" actId="478"/>
          <ac:picMkLst>
            <pc:docMk/>
            <pc:sldMk cId="3920083050" sldId="827"/>
            <ac:picMk id="16" creationId="{CD52B144-631D-C5B8-CADA-4270E68BF8B4}"/>
          </ac:picMkLst>
        </pc:picChg>
        <pc:picChg chg="add del mod">
          <ac:chgData name="이민재" userId="f97f16f7-28a5-49bd-9e05-fb3ef63d7997" providerId="ADAL" clId="{A26758E7-D55B-4E69-9F08-E85BE70BC2EC}" dt="2023-03-24T05:05:04.915" v="10764" actId="478"/>
          <ac:picMkLst>
            <pc:docMk/>
            <pc:sldMk cId="3920083050" sldId="827"/>
            <ac:picMk id="18" creationId="{B2B0A600-E2B3-3033-64BA-C87DE06D0D37}"/>
          </ac:picMkLst>
        </pc:picChg>
        <pc:picChg chg="add mod">
          <ac:chgData name="이민재" userId="f97f16f7-28a5-49bd-9e05-fb3ef63d7997" providerId="ADAL" clId="{A26758E7-D55B-4E69-9F08-E85BE70BC2EC}" dt="2023-03-24T05:03:07.876" v="10742" actId="1076"/>
          <ac:picMkLst>
            <pc:docMk/>
            <pc:sldMk cId="3920083050" sldId="827"/>
            <ac:picMk id="20" creationId="{5DFD2D33-0F0A-DA04-E25D-1001058B3FB6}"/>
          </ac:picMkLst>
        </pc:picChg>
        <pc:picChg chg="add del mod">
          <ac:chgData name="이민재" userId="f97f16f7-28a5-49bd-9e05-fb3ef63d7997" providerId="ADAL" clId="{A26758E7-D55B-4E69-9F08-E85BE70BC2EC}" dt="2023-03-24T05:45:47.901" v="10831" actId="478"/>
          <ac:picMkLst>
            <pc:docMk/>
            <pc:sldMk cId="3920083050" sldId="827"/>
            <ac:picMk id="22" creationId="{E3EF1030-EBDA-65FE-3E2C-A0E526DA47F6}"/>
          </ac:picMkLst>
        </pc:picChg>
        <pc:picChg chg="add del mod">
          <ac:chgData name="이민재" userId="f97f16f7-28a5-49bd-9e05-fb3ef63d7997" providerId="ADAL" clId="{A26758E7-D55B-4E69-9F08-E85BE70BC2EC}" dt="2023-03-24T05:48:54.423" v="10844" actId="478"/>
          <ac:picMkLst>
            <pc:docMk/>
            <pc:sldMk cId="3920083050" sldId="827"/>
            <ac:picMk id="24" creationId="{BC3BD806-2EA5-CDAB-EE2A-2EE91F6516E0}"/>
          </ac:picMkLst>
        </pc:picChg>
        <pc:picChg chg="add mod">
          <ac:chgData name="이민재" userId="f97f16f7-28a5-49bd-9e05-fb3ef63d7997" providerId="ADAL" clId="{A26758E7-D55B-4E69-9F08-E85BE70BC2EC}" dt="2023-03-24T05:39:32.485" v="10820" actId="1036"/>
          <ac:picMkLst>
            <pc:docMk/>
            <pc:sldMk cId="3920083050" sldId="827"/>
            <ac:picMk id="26" creationId="{FDD38A9F-D81C-A120-DE9B-A95C1A517950}"/>
          </ac:picMkLst>
        </pc:picChg>
        <pc:picChg chg="add mod">
          <ac:chgData name="이민재" userId="f97f16f7-28a5-49bd-9e05-fb3ef63d7997" providerId="ADAL" clId="{A26758E7-D55B-4E69-9F08-E85BE70BC2EC}" dt="2023-03-24T05:39:29.708" v="10815" actId="1035"/>
          <ac:picMkLst>
            <pc:docMk/>
            <pc:sldMk cId="3920083050" sldId="827"/>
            <ac:picMk id="28" creationId="{5ACC3FA3-680F-34EE-4895-8D537A768357}"/>
          </ac:picMkLst>
        </pc:picChg>
        <pc:picChg chg="add mod">
          <ac:chgData name="이민재" userId="f97f16f7-28a5-49bd-9e05-fb3ef63d7997" providerId="ADAL" clId="{A26758E7-D55B-4E69-9F08-E85BE70BC2EC}" dt="2023-03-24T05:49:05.622" v="10865" actId="1038"/>
          <ac:picMkLst>
            <pc:docMk/>
            <pc:sldMk cId="3920083050" sldId="827"/>
            <ac:picMk id="30" creationId="{99673110-7C53-2A50-2E7A-09CD757B400D}"/>
          </ac:picMkLst>
        </pc:picChg>
        <pc:picChg chg="add mod">
          <ac:chgData name="이민재" userId="f97f16f7-28a5-49bd-9e05-fb3ef63d7997" providerId="ADAL" clId="{A26758E7-D55B-4E69-9F08-E85BE70BC2EC}" dt="2023-03-24T05:49:05.622" v="10865" actId="1038"/>
          <ac:picMkLst>
            <pc:docMk/>
            <pc:sldMk cId="3920083050" sldId="827"/>
            <ac:picMk id="32" creationId="{20F5C4E0-7535-2DB6-4A5D-4A3421998842}"/>
          </ac:picMkLst>
        </pc:picChg>
        <pc:picChg chg="add mod">
          <ac:chgData name="이민재" userId="f97f16f7-28a5-49bd-9e05-fb3ef63d7997" providerId="ADAL" clId="{A26758E7-D55B-4E69-9F08-E85BE70BC2EC}" dt="2023-03-24T05:59:45.941" v="10882" actId="1076"/>
          <ac:picMkLst>
            <pc:docMk/>
            <pc:sldMk cId="3920083050" sldId="827"/>
            <ac:picMk id="34" creationId="{0B83B06C-F5F8-279B-7529-F38EA3AB36A5}"/>
          </ac:picMkLst>
        </pc:picChg>
        <pc:picChg chg="add del mod">
          <ac:chgData name="이민재" userId="f97f16f7-28a5-49bd-9e05-fb3ef63d7997" providerId="ADAL" clId="{A26758E7-D55B-4E69-9F08-E85BE70BC2EC}" dt="2023-03-24T06:17:47.663" v="10953" actId="21"/>
          <ac:picMkLst>
            <pc:docMk/>
            <pc:sldMk cId="3920083050" sldId="827"/>
            <ac:picMk id="36" creationId="{C7B82CFE-80BB-4BDA-92DC-7BCDD0A03297}"/>
          </ac:picMkLst>
        </pc:picChg>
      </pc:sldChg>
      <pc:sldChg chg="del">
        <pc:chgData name="이민재" userId="f97f16f7-28a5-49bd-9e05-fb3ef63d7997" providerId="ADAL" clId="{A26758E7-D55B-4E69-9F08-E85BE70BC2EC}" dt="2023-03-23T04:15:28.047" v="9840" actId="47"/>
        <pc:sldMkLst>
          <pc:docMk/>
          <pc:sldMk cId="2482115663" sldId="828"/>
        </pc:sldMkLst>
      </pc:sldChg>
      <pc:sldChg chg="addSp delSp modSp mod">
        <pc:chgData name="이민재" userId="f97f16f7-28a5-49bd-9e05-fb3ef63d7997" providerId="ADAL" clId="{A26758E7-D55B-4E69-9F08-E85BE70BC2EC}" dt="2023-03-24T07:38:23.773" v="11350"/>
        <pc:sldMkLst>
          <pc:docMk/>
          <pc:sldMk cId="448885074" sldId="829"/>
        </pc:sldMkLst>
        <pc:spChg chg="add del mod">
          <ac:chgData name="이민재" userId="f97f16f7-28a5-49bd-9e05-fb3ef63d7997" providerId="ADAL" clId="{A26758E7-D55B-4E69-9F08-E85BE70BC2EC}" dt="2023-03-24T06:02:30.478" v="10919" actId="478"/>
          <ac:spMkLst>
            <pc:docMk/>
            <pc:sldMk cId="448885074" sldId="829"/>
            <ac:spMk id="2" creationId="{6431C971-080C-1BBB-50FC-C4BCA52249D3}"/>
          </ac:spMkLst>
        </pc:spChg>
        <pc:spChg chg="del">
          <ac:chgData name="이민재" userId="f97f16f7-28a5-49bd-9e05-fb3ef63d7997" providerId="ADAL" clId="{A26758E7-D55B-4E69-9F08-E85BE70BC2EC}" dt="2023-03-23T04:21:41.912" v="9854" actId="478"/>
          <ac:spMkLst>
            <pc:docMk/>
            <pc:sldMk cId="448885074" sldId="829"/>
            <ac:spMk id="2" creationId="{D005BD13-CDB4-8E70-953B-37912FF1EED0}"/>
          </ac:spMkLst>
        </pc:spChg>
        <pc:spChg chg="add del mod">
          <ac:chgData name="이민재" userId="f97f16f7-28a5-49bd-9e05-fb3ef63d7997" providerId="ADAL" clId="{A26758E7-D55B-4E69-9F08-E85BE70BC2EC}" dt="2023-03-24T06:02:30.478" v="10919" actId="478"/>
          <ac:spMkLst>
            <pc:docMk/>
            <pc:sldMk cId="448885074" sldId="829"/>
            <ac:spMk id="3" creationId="{A2B9B075-603A-D068-CD05-D07C5084861B}"/>
          </ac:spMkLst>
        </pc:spChg>
        <pc:spChg chg="del">
          <ac:chgData name="이민재" userId="f97f16f7-28a5-49bd-9e05-fb3ef63d7997" providerId="ADAL" clId="{A26758E7-D55B-4E69-9F08-E85BE70BC2EC}" dt="2023-03-23T04:21:42.601" v="9855" actId="478"/>
          <ac:spMkLst>
            <pc:docMk/>
            <pc:sldMk cId="448885074" sldId="829"/>
            <ac:spMk id="3" creationId="{F6B23D2B-E235-293F-46B6-55C5A973A987}"/>
          </ac:spMkLst>
        </pc:spChg>
        <pc:spChg chg="add mod">
          <ac:chgData name="이민재" userId="f97f16f7-28a5-49bd-9e05-fb3ef63d7997" providerId="ADAL" clId="{A26758E7-D55B-4E69-9F08-E85BE70BC2EC}" dt="2023-03-24T06:04:55.465" v="10924" actId="20577"/>
          <ac:spMkLst>
            <pc:docMk/>
            <pc:sldMk cId="448885074" sldId="829"/>
            <ac:spMk id="5" creationId="{7F930EAA-0F08-5461-4081-2AB1F6297891}"/>
          </ac:spMkLst>
        </pc:spChg>
        <pc:spChg chg="del">
          <ac:chgData name="이민재" userId="f97f16f7-28a5-49bd-9e05-fb3ef63d7997" providerId="ADAL" clId="{A26758E7-D55B-4E69-9F08-E85BE70BC2EC}" dt="2023-03-23T04:21:43.344" v="9856" actId="478"/>
          <ac:spMkLst>
            <pc:docMk/>
            <pc:sldMk cId="448885074" sldId="829"/>
            <ac:spMk id="5" creationId="{940A5B92-F4F8-2E1B-185D-2525D2D9B36D}"/>
          </ac:spMkLst>
        </pc:spChg>
        <pc:spChg chg="add del mod">
          <ac:chgData name="이민재" userId="f97f16f7-28a5-49bd-9e05-fb3ef63d7997" providerId="ADAL" clId="{A26758E7-D55B-4E69-9F08-E85BE70BC2EC}" dt="2023-03-24T06:04:58.107" v="10926"/>
          <ac:spMkLst>
            <pc:docMk/>
            <pc:sldMk cId="448885074" sldId="829"/>
            <ac:spMk id="6" creationId="{2A08DAFE-252B-0671-E86F-DBCF0277CF3B}"/>
          </ac:spMkLst>
        </pc:spChg>
        <pc:spChg chg="add del mod">
          <ac:chgData name="이민재" userId="f97f16f7-28a5-49bd-9e05-fb3ef63d7997" providerId="ADAL" clId="{A26758E7-D55B-4E69-9F08-E85BE70BC2EC}" dt="2023-03-24T07:37:48.009" v="11308" actId="21"/>
          <ac:spMkLst>
            <pc:docMk/>
            <pc:sldMk cId="448885074" sldId="829"/>
            <ac:spMk id="8" creationId="{FAEDD46A-4009-13D8-262D-AF97A509FA82}"/>
          </ac:spMkLst>
        </pc:spChg>
        <pc:spChg chg="add del mod">
          <ac:chgData name="이민재" userId="f97f16f7-28a5-49bd-9e05-fb3ef63d7997" providerId="ADAL" clId="{A26758E7-D55B-4E69-9F08-E85BE70BC2EC}" dt="2023-03-24T07:36:48.197" v="11293"/>
          <ac:spMkLst>
            <pc:docMk/>
            <pc:sldMk cId="448885074" sldId="829"/>
            <ac:spMk id="10" creationId="{E54B791D-CCED-D76B-7C7A-C6C5154B2766}"/>
          </ac:spMkLst>
        </pc:spChg>
        <pc:spChg chg="add del mod">
          <ac:chgData name="이민재" userId="f97f16f7-28a5-49bd-9e05-fb3ef63d7997" providerId="ADAL" clId="{A26758E7-D55B-4E69-9F08-E85BE70BC2EC}" dt="2023-03-24T07:38:15.724" v="11335" actId="21"/>
          <ac:spMkLst>
            <pc:docMk/>
            <pc:sldMk cId="448885074" sldId="829"/>
            <ac:spMk id="12" creationId="{0F4E433E-84B2-4C9B-31DF-18D87B9B14DD}"/>
          </ac:spMkLst>
        </pc:spChg>
        <pc:spChg chg="add del mod">
          <ac:chgData name="이민재" userId="f97f16f7-28a5-49bd-9e05-fb3ef63d7997" providerId="ADAL" clId="{A26758E7-D55B-4E69-9F08-E85BE70BC2EC}" dt="2023-03-24T07:38:19.253" v="11338" actId="21"/>
          <ac:spMkLst>
            <pc:docMk/>
            <pc:sldMk cId="448885074" sldId="829"/>
            <ac:spMk id="13" creationId="{4E6070ED-2BE9-EE48-3D16-EB3D382D0B5D}"/>
          </ac:spMkLst>
        </pc:spChg>
        <pc:spChg chg="add del mod">
          <ac:chgData name="이민재" userId="f97f16f7-28a5-49bd-9e05-fb3ef63d7997" providerId="ADAL" clId="{A26758E7-D55B-4E69-9F08-E85BE70BC2EC}" dt="2023-03-24T07:38:22.389" v="11347" actId="21"/>
          <ac:spMkLst>
            <pc:docMk/>
            <pc:sldMk cId="448885074" sldId="829"/>
            <ac:spMk id="14" creationId="{0FD520A0-7BF9-1FAE-9758-800BE36AFAD6}"/>
          </ac:spMkLst>
        </pc:spChg>
        <pc:spChg chg="add del mod">
          <ac:chgData name="이민재" userId="f97f16f7-28a5-49bd-9e05-fb3ef63d7997" providerId="ADAL" clId="{A26758E7-D55B-4E69-9F08-E85BE70BC2EC}" dt="2023-03-24T07:38:23.321" v="11349" actId="21"/>
          <ac:spMkLst>
            <pc:docMk/>
            <pc:sldMk cId="448885074" sldId="829"/>
            <ac:spMk id="15" creationId="{E2DA0738-409B-5B19-EE44-42568679E203}"/>
          </ac:spMkLst>
        </pc:spChg>
        <pc:spChg chg="add mod">
          <ac:chgData name="이민재" userId="f97f16f7-28a5-49bd-9e05-fb3ef63d7997" providerId="ADAL" clId="{A26758E7-D55B-4E69-9F08-E85BE70BC2EC}" dt="2023-03-24T07:38:23.773" v="11350"/>
          <ac:spMkLst>
            <pc:docMk/>
            <pc:sldMk cId="448885074" sldId="829"/>
            <ac:spMk id="16" creationId="{A45E1BEA-6510-D67D-51DC-2F1C44A63E97}"/>
          </ac:spMkLst>
        </pc:spChg>
        <pc:spChg chg="add del mod">
          <ac:chgData name="이민재" userId="f97f16f7-28a5-49bd-9e05-fb3ef63d7997" providerId="ADAL" clId="{A26758E7-D55B-4E69-9F08-E85BE70BC2EC}" dt="2023-03-23T06:38:35.370" v="10267" actId="478"/>
          <ac:spMkLst>
            <pc:docMk/>
            <pc:sldMk cId="448885074" sldId="829"/>
            <ac:spMk id="24" creationId="{B5FDC995-BB1A-85E3-4533-48A997BC712F}"/>
          </ac:spMkLst>
        </pc:spChg>
        <pc:picChg chg="add del mod">
          <ac:chgData name="이민재" userId="f97f16f7-28a5-49bd-9e05-fb3ef63d7997" providerId="ADAL" clId="{A26758E7-D55B-4E69-9F08-E85BE70BC2EC}" dt="2023-03-23T06:16:38.364" v="10206" actId="478"/>
          <ac:picMkLst>
            <pc:docMk/>
            <pc:sldMk cId="448885074" sldId="829"/>
            <ac:picMk id="7" creationId="{74BD5214-A2BE-1BCC-8EB5-B4239EB262A6}"/>
          </ac:picMkLst>
        </pc:picChg>
        <pc:picChg chg="add mod">
          <ac:chgData name="이민재" userId="f97f16f7-28a5-49bd-9e05-fb3ef63d7997" providerId="ADAL" clId="{A26758E7-D55B-4E69-9F08-E85BE70BC2EC}" dt="2023-03-24T06:58:08.508" v="11060" actId="1037"/>
          <ac:picMkLst>
            <pc:docMk/>
            <pc:sldMk cId="448885074" sldId="829"/>
            <ac:picMk id="7" creationId="{D96AEA43-627E-0636-39A0-1035168E5868}"/>
          </ac:picMkLst>
        </pc:picChg>
        <pc:picChg chg="add del mod">
          <ac:chgData name="이민재" userId="f97f16f7-28a5-49bd-9e05-fb3ef63d7997" providerId="ADAL" clId="{A26758E7-D55B-4E69-9F08-E85BE70BC2EC}" dt="2023-03-24T06:17:57.125" v="10956" actId="478"/>
          <ac:picMkLst>
            <pc:docMk/>
            <pc:sldMk cId="448885074" sldId="829"/>
            <ac:picMk id="9" creationId="{B14C8F6D-EEC2-0A82-94E9-2D27B6B50AFB}"/>
          </ac:picMkLst>
        </pc:picChg>
        <pc:picChg chg="del">
          <ac:chgData name="이민재" userId="f97f16f7-28a5-49bd-9e05-fb3ef63d7997" providerId="ADAL" clId="{A26758E7-D55B-4E69-9F08-E85BE70BC2EC}" dt="2023-03-23T04:16:16.245" v="9845" actId="478"/>
          <ac:picMkLst>
            <pc:docMk/>
            <pc:sldMk cId="448885074" sldId="829"/>
            <ac:picMk id="11" creationId="{45872E81-130F-4A08-F88D-18D442BF94B9}"/>
          </ac:picMkLst>
        </pc:picChg>
        <pc:picChg chg="add mod">
          <ac:chgData name="이민재" userId="f97f16f7-28a5-49bd-9e05-fb3ef63d7997" providerId="ADAL" clId="{A26758E7-D55B-4E69-9F08-E85BE70BC2EC}" dt="2023-03-24T07:37:46.704" v="11307" actId="1035"/>
          <ac:picMkLst>
            <pc:docMk/>
            <pc:sldMk cId="448885074" sldId="829"/>
            <ac:picMk id="11" creationId="{9AFE3C53-08EE-3897-2527-D6B54B4F105B}"/>
          </ac:picMkLst>
        </pc:picChg>
        <pc:picChg chg="del">
          <ac:chgData name="이민재" userId="f97f16f7-28a5-49bd-9e05-fb3ef63d7997" providerId="ADAL" clId="{A26758E7-D55B-4E69-9F08-E85BE70BC2EC}" dt="2023-03-23T04:16:15.597" v="9843" actId="478"/>
          <ac:picMkLst>
            <pc:docMk/>
            <pc:sldMk cId="448885074" sldId="829"/>
            <ac:picMk id="12" creationId="{79D6EE3E-522B-BE15-03BC-BE6FCC1F8D40}"/>
          </ac:picMkLst>
        </pc:picChg>
        <pc:picChg chg="add del mod">
          <ac:chgData name="이민재" userId="f97f16f7-28a5-49bd-9e05-fb3ef63d7997" providerId="ADAL" clId="{A26758E7-D55B-4E69-9F08-E85BE70BC2EC}" dt="2023-03-23T04:30:51.021" v="9950" actId="478"/>
          <ac:picMkLst>
            <pc:docMk/>
            <pc:sldMk cId="448885074" sldId="829"/>
            <ac:picMk id="13" creationId="{C0BF9205-0EC4-D036-76F8-B46FC26E9748}"/>
          </ac:picMkLst>
        </pc:picChg>
        <pc:picChg chg="add del mod">
          <ac:chgData name="이민재" userId="f97f16f7-28a5-49bd-9e05-fb3ef63d7997" providerId="ADAL" clId="{A26758E7-D55B-4E69-9F08-E85BE70BC2EC}" dt="2023-03-23T13:16:35.504" v="10590" actId="478"/>
          <ac:picMkLst>
            <pc:docMk/>
            <pc:sldMk cId="448885074" sldId="829"/>
            <ac:picMk id="15" creationId="{3B13E1A7-0420-235F-35B1-E45F90239B35}"/>
          </ac:picMkLst>
        </pc:picChg>
        <pc:picChg chg="del">
          <ac:chgData name="이민재" userId="f97f16f7-28a5-49bd-9e05-fb3ef63d7997" providerId="ADAL" clId="{A26758E7-D55B-4E69-9F08-E85BE70BC2EC}" dt="2023-03-23T04:16:15.885" v="9844" actId="478"/>
          <ac:picMkLst>
            <pc:docMk/>
            <pc:sldMk cId="448885074" sldId="829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A26758E7-D55B-4E69-9F08-E85BE70BC2EC}" dt="2023-03-23T06:16:38.684" v="10207" actId="478"/>
          <ac:picMkLst>
            <pc:docMk/>
            <pc:sldMk cId="448885074" sldId="829"/>
            <ac:picMk id="18" creationId="{2EE25ABF-AC79-38F9-7907-B0BBA5E2BE5F}"/>
          </ac:picMkLst>
        </pc:picChg>
        <pc:picChg chg="add del mod">
          <ac:chgData name="이민재" userId="f97f16f7-28a5-49bd-9e05-fb3ef63d7997" providerId="ADAL" clId="{A26758E7-D55B-4E69-9F08-E85BE70BC2EC}" dt="2023-03-23T04:34:05.190" v="10013" actId="21"/>
          <ac:picMkLst>
            <pc:docMk/>
            <pc:sldMk cId="448885074" sldId="829"/>
            <ac:picMk id="20" creationId="{3FB6FEE2-3DCA-01BD-3B2A-37277BFEEDFF}"/>
          </ac:picMkLst>
        </pc:picChg>
        <pc:picChg chg="del">
          <ac:chgData name="이민재" userId="f97f16f7-28a5-49bd-9e05-fb3ef63d7997" providerId="ADAL" clId="{A26758E7-D55B-4E69-9F08-E85BE70BC2EC}" dt="2023-03-23T04:16:16.565" v="9846" actId="478"/>
          <ac:picMkLst>
            <pc:docMk/>
            <pc:sldMk cId="448885074" sldId="829"/>
            <ac:picMk id="22" creationId="{CCA735AA-B95F-6059-91F6-AE935C07396A}"/>
          </ac:picMkLst>
        </pc:picChg>
        <pc:picChg chg="add del mod">
          <ac:chgData name="이민재" userId="f97f16f7-28a5-49bd-9e05-fb3ef63d7997" providerId="ADAL" clId="{A26758E7-D55B-4E69-9F08-E85BE70BC2EC}" dt="2023-03-24T07:37:06.859" v="11299" actId="478"/>
          <ac:picMkLst>
            <pc:docMk/>
            <pc:sldMk cId="448885074" sldId="829"/>
            <ac:picMk id="23" creationId="{8D9CE761-9670-D28A-BB24-979CDC4A3386}"/>
          </ac:picMkLst>
        </pc:picChg>
        <pc:picChg chg="add mod">
          <ac:chgData name="이민재" userId="f97f16f7-28a5-49bd-9e05-fb3ef63d7997" providerId="ADAL" clId="{A26758E7-D55B-4E69-9F08-E85BE70BC2EC}" dt="2023-03-24T07:37:39.869" v="11303" actId="1076"/>
          <ac:picMkLst>
            <pc:docMk/>
            <pc:sldMk cId="448885074" sldId="829"/>
            <ac:picMk id="26" creationId="{93B8249F-F124-ED89-E0CF-3C367A91642E}"/>
          </ac:picMkLst>
        </pc:picChg>
      </pc:sldChg>
      <pc:sldChg chg="addSp delSp modSp mod">
        <pc:chgData name="이민재" userId="f97f16f7-28a5-49bd-9e05-fb3ef63d7997" providerId="ADAL" clId="{A26758E7-D55B-4E69-9F08-E85BE70BC2EC}" dt="2023-03-24T08:08:58.539" v="11516" actId="1037"/>
        <pc:sldMkLst>
          <pc:docMk/>
          <pc:sldMk cId="1183382749" sldId="830"/>
        </pc:sldMkLst>
        <pc:spChg chg="add mod">
          <ac:chgData name="이민재" userId="f97f16f7-28a5-49bd-9e05-fb3ef63d7997" providerId="ADAL" clId="{A26758E7-D55B-4E69-9F08-E85BE70BC2EC}" dt="2023-03-24T06:05:06.425" v="10933" actId="20577"/>
          <ac:spMkLst>
            <pc:docMk/>
            <pc:sldMk cId="1183382749" sldId="830"/>
            <ac:spMk id="2" creationId="{2B207537-CAAB-FEBB-F3CB-1949AD132211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2" creationId="{D005BD13-CDB4-8E70-953B-37912FF1EED0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3" creationId="{F6B23D2B-E235-293F-46B6-55C5A973A987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5" creationId="{940A5B92-F4F8-2E1B-185D-2525D2D9B36D}"/>
          </ac:spMkLst>
        </pc:spChg>
        <pc:spChg chg="add del mod">
          <ac:chgData name="이민재" userId="f97f16f7-28a5-49bd-9e05-fb3ef63d7997" providerId="ADAL" clId="{A26758E7-D55B-4E69-9F08-E85BE70BC2EC}" dt="2023-03-24T07:34:32.068" v="11245" actId="478"/>
          <ac:spMkLst>
            <pc:docMk/>
            <pc:sldMk cId="1183382749" sldId="830"/>
            <ac:spMk id="6" creationId="{DBE77052-E7CE-6A43-F88A-DC1D62C17634}"/>
          </ac:spMkLst>
        </pc:spChg>
        <pc:spChg chg="add mod">
          <ac:chgData name="이민재" userId="f97f16f7-28a5-49bd-9e05-fb3ef63d7997" providerId="ADAL" clId="{A26758E7-D55B-4E69-9F08-E85BE70BC2EC}" dt="2023-03-24T08:08:58.539" v="11516" actId="1037"/>
          <ac:spMkLst>
            <pc:docMk/>
            <pc:sldMk cId="1183382749" sldId="830"/>
            <ac:spMk id="13" creationId="{46EB99ED-CEA2-046B-63A9-D46381F0F222}"/>
          </ac:spMkLst>
        </pc:spChg>
        <pc:picChg chg="add del mod">
          <ac:chgData name="이민재" userId="f97f16f7-28a5-49bd-9e05-fb3ef63d7997" providerId="ADAL" clId="{A26758E7-D55B-4E69-9F08-E85BE70BC2EC}" dt="2023-03-24T08:03:16.930" v="11369" actId="478"/>
          <ac:picMkLst>
            <pc:docMk/>
            <pc:sldMk cId="1183382749" sldId="830"/>
            <ac:picMk id="5" creationId="{C5BD5A54-7007-C505-6EBA-47B9BF99E42F}"/>
          </ac:picMkLst>
        </pc:picChg>
        <pc:picChg chg="add del mod">
          <ac:chgData name="이민재" userId="f97f16f7-28a5-49bd-9e05-fb3ef63d7997" providerId="ADAL" clId="{A26758E7-D55B-4E69-9F08-E85BE70BC2EC}" dt="2023-03-23T06:16:40.437" v="10208" actId="478"/>
          <ac:picMkLst>
            <pc:docMk/>
            <pc:sldMk cId="1183382749" sldId="830"/>
            <ac:picMk id="7" creationId="{585E6079-80EB-C19A-2C39-EDC3D6BB8831}"/>
          </ac:picMkLst>
        </pc:picChg>
        <pc:picChg chg="add del mod">
          <ac:chgData name="이민재" userId="f97f16f7-28a5-49bd-9e05-fb3ef63d7997" providerId="ADAL" clId="{A26758E7-D55B-4E69-9F08-E85BE70BC2EC}" dt="2023-03-24T07:37:10.954" v="11300" actId="21"/>
          <ac:picMkLst>
            <pc:docMk/>
            <pc:sldMk cId="1183382749" sldId="830"/>
            <ac:picMk id="8" creationId="{F87A6B38-EBC9-5893-7424-C478C2A8A052}"/>
          </ac:picMkLst>
        </pc:picChg>
        <pc:picChg chg="add del mod">
          <ac:chgData name="이민재" userId="f97f16f7-28a5-49bd-9e05-fb3ef63d7997" providerId="ADAL" clId="{A26758E7-D55B-4E69-9F08-E85BE70BC2EC}" dt="2023-03-23T13:16:38.088" v="10591" actId="478"/>
          <ac:picMkLst>
            <pc:docMk/>
            <pc:sldMk cId="1183382749" sldId="830"/>
            <ac:picMk id="9" creationId="{F5FB57B5-3047-4557-65AA-824F17159CF1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0" creationId="{C16051EC-644D-3C3B-432E-FF06DC461A64}"/>
          </ac:picMkLst>
        </pc:picChg>
        <pc:picChg chg="add mod">
          <ac:chgData name="이민재" userId="f97f16f7-28a5-49bd-9e05-fb3ef63d7997" providerId="ADAL" clId="{A26758E7-D55B-4E69-9F08-E85BE70BC2EC}" dt="2023-03-24T07:39:29.469" v="11360" actId="1076"/>
          <ac:picMkLst>
            <pc:docMk/>
            <pc:sldMk cId="1183382749" sldId="830"/>
            <ac:picMk id="10" creationId="{D4D5D667-98D9-73DF-1625-9F578C248FE4}"/>
          </ac:picMkLst>
        </pc:picChg>
        <pc:picChg chg="add mod">
          <ac:chgData name="이민재" userId="f97f16f7-28a5-49bd-9e05-fb3ef63d7997" providerId="ADAL" clId="{A26758E7-D55B-4E69-9F08-E85BE70BC2EC}" dt="2023-03-24T08:03:26.635" v="11377" actId="1036"/>
          <ac:picMkLst>
            <pc:docMk/>
            <pc:sldMk cId="1183382749" sldId="830"/>
            <ac:picMk id="12" creationId="{F3CD0D78-512C-F001-87B3-1A34A9594B2C}"/>
          </ac:picMkLst>
        </pc:picChg>
        <pc:picChg chg="add del mod">
          <ac:chgData name="이민재" userId="f97f16f7-28a5-49bd-9e05-fb3ef63d7997" providerId="ADAL" clId="{A26758E7-D55B-4E69-9F08-E85BE70BC2EC}" dt="2023-03-23T04:34:18.871" v="10016" actId="478"/>
          <ac:picMkLst>
            <pc:docMk/>
            <pc:sldMk cId="1183382749" sldId="830"/>
            <ac:picMk id="12" creationId="{F7CE05D9-E4C5-CBC8-7C59-2C5BC6AAEAD1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3" creationId="{1D52E8D2-5075-ABD9-652A-E28A448524D0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4" creationId="{D4325CF9-C50A-6894-B132-3ADDBE7D0E63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5" creationId="{8412B122-42C0-13D5-E892-3476435301CC}"/>
          </ac:picMkLst>
        </pc:picChg>
        <pc:picChg chg="add del mod">
          <ac:chgData name="이민재" userId="f97f16f7-28a5-49bd-9e05-fb3ef63d7997" providerId="ADAL" clId="{A26758E7-D55B-4E69-9F08-E85BE70BC2EC}" dt="2023-03-23T06:16:40.717" v="10209" actId="478"/>
          <ac:picMkLst>
            <pc:docMk/>
            <pc:sldMk cId="1183382749" sldId="830"/>
            <ac:picMk id="17" creationId="{15A5627F-08B0-1C04-8126-92CA098FA73B}"/>
          </ac:picMkLst>
        </pc:picChg>
        <pc:picChg chg="add del mod">
          <ac:chgData name="이민재" userId="f97f16f7-28a5-49bd-9e05-fb3ef63d7997" providerId="ADAL" clId="{A26758E7-D55B-4E69-9F08-E85BE70BC2EC}" dt="2023-03-24T06:54:18.085" v="10982" actId="478"/>
          <ac:picMkLst>
            <pc:docMk/>
            <pc:sldMk cId="1183382749" sldId="830"/>
            <ac:picMk id="18" creationId="{A7705865-B2C9-C4AA-21D3-8978F00F891A}"/>
          </ac:picMkLst>
        </pc:picChg>
        <pc:picChg chg="add del">
          <ac:chgData name="이민재" userId="f97f16f7-28a5-49bd-9e05-fb3ef63d7997" providerId="ADAL" clId="{A26758E7-D55B-4E69-9F08-E85BE70BC2EC}" dt="2023-03-23T04:36:16.350" v="10033" actId="21"/>
          <ac:picMkLst>
            <pc:docMk/>
            <pc:sldMk cId="1183382749" sldId="830"/>
            <ac:picMk id="20" creationId="{9E1B3C7F-EADD-4E1E-0016-BBDE67C0E79A}"/>
          </ac:picMkLst>
        </pc:picChg>
        <pc:picChg chg="add del mod">
          <ac:chgData name="이민재" userId="f97f16f7-28a5-49bd-9e05-fb3ef63d7997" providerId="ADAL" clId="{A26758E7-D55B-4E69-9F08-E85BE70BC2EC}" dt="2023-03-24T07:34:30.699" v="11244" actId="478"/>
          <ac:picMkLst>
            <pc:docMk/>
            <pc:sldMk cId="1183382749" sldId="830"/>
            <ac:picMk id="22" creationId="{1B4BCE16-11BA-6FC3-2B47-8DAC8C8ABC04}"/>
          </ac:picMkLst>
        </pc:picChg>
        <pc:picChg chg="add mod">
          <ac:chgData name="이민재" userId="f97f16f7-28a5-49bd-9e05-fb3ef63d7997" providerId="ADAL" clId="{A26758E7-D55B-4E69-9F08-E85BE70BC2EC}" dt="2023-03-24T06:59:47.651" v="11159" actId="1076"/>
          <ac:picMkLst>
            <pc:docMk/>
            <pc:sldMk cId="1183382749" sldId="830"/>
            <ac:picMk id="24" creationId="{0E2D913A-04FF-1A1B-26A4-AFB83C04E4DB}"/>
          </ac:picMkLst>
        </pc:picChg>
      </pc:sldChg>
      <pc:sldChg chg="addSp delSp modSp mod">
        <pc:chgData name="이민재" userId="f97f16f7-28a5-49bd-9e05-fb3ef63d7997" providerId="ADAL" clId="{A26758E7-D55B-4E69-9F08-E85BE70BC2EC}" dt="2023-03-24T08:04:41.855" v="11391" actId="1035"/>
        <pc:sldMkLst>
          <pc:docMk/>
          <pc:sldMk cId="254360354" sldId="831"/>
        </pc:sldMkLst>
        <pc:spChg chg="add mod">
          <ac:chgData name="이민재" userId="f97f16f7-28a5-49bd-9e05-fb3ef63d7997" providerId="ADAL" clId="{A26758E7-D55B-4E69-9F08-E85BE70BC2EC}" dt="2023-03-24T06:05:08.962" v="10935" actId="20577"/>
          <ac:spMkLst>
            <pc:docMk/>
            <pc:sldMk cId="254360354" sldId="831"/>
            <ac:spMk id="2" creationId="{B84374AB-AFAD-866C-32EF-80343A172F6E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2" creationId="{D005BD13-CDB4-8E70-953B-37912FF1EED0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3" creationId="{F6B23D2B-E235-293F-46B6-55C5A973A987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5" creationId="{940A5B92-F4F8-2E1B-185D-2525D2D9B36D}"/>
          </ac:spMkLst>
        </pc:spChg>
        <pc:spChg chg="add mod">
          <ac:chgData name="이민재" userId="f97f16f7-28a5-49bd-9e05-fb3ef63d7997" providerId="ADAL" clId="{A26758E7-D55B-4E69-9F08-E85BE70BC2EC}" dt="2023-03-24T07:00:40.408" v="11187" actId="1076"/>
          <ac:spMkLst>
            <pc:docMk/>
            <pc:sldMk cId="254360354" sldId="831"/>
            <ac:spMk id="6" creationId="{559CB011-D5D6-8CDA-4DFC-DF1F0EF9DBA2}"/>
          </ac:spMkLst>
        </pc:spChg>
        <pc:picChg chg="add del mod">
          <ac:chgData name="이민재" userId="f97f16f7-28a5-49bd-9e05-fb3ef63d7997" providerId="ADAL" clId="{A26758E7-D55B-4E69-9F08-E85BE70BC2EC}" dt="2023-03-24T08:04:36.454" v="11384" actId="478"/>
          <ac:picMkLst>
            <pc:docMk/>
            <pc:sldMk cId="254360354" sldId="831"/>
            <ac:picMk id="5" creationId="{69528422-3379-FF86-AEE5-2E7820777C6B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6" creationId="{5681F2CC-9D00-A6D5-C343-7C181E81E432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7" creationId="{50F6AC04-D907-0537-8DF1-BE6B151FB0C9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8" creationId="{08422705-B4D4-F89A-2D8B-719114049805}"/>
          </ac:picMkLst>
        </pc:picChg>
        <pc:picChg chg="add mod">
          <ac:chgData name="이민재" userId="f97f16f7-28a5-49bd-9e05-fb3ef63d7997" providerId="ADAL" clId="{A26758E7-D55B-4E69-9F08-E85BE70BC2EC}" dt="2023-03-24T08:04:41.855" v="11391" actId="1035"/>
          <ac:picMkLst>
            <pc:docMk/>
            <pc:sldMk cId="254360354" sldId="831"/>
            <ac:picMk id="8" creationId="{B28D374C-1415-EE99-9044-5531581A3405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9" creationId="{A2837D45-6A6A-F94F-BB9F-9816512AF9F4}"/>
          </ac:picMkLst>
        </pc:picChg>
        <pc:picChg chg="add del mod">
          <ac:chgData name="이민재" userId="f97f16f7-28a5-49bd-9e05-fb3ef63d7997" providerId="ADAL" clId="{A26758E7-D55B-4E69-9F08-E85BE70BC2EC}" dt="2023-03-23T04:38:37.477" v="10191" actId="478"/>
          <ac:picMkLst>
            <pc:docMk/>
            <pc:sldMk cId="254360354" sldId="831"/>
            <ac:picMk id="10" creationId="{CFF5BCA0-8B96-936D-56ED-53E14B489EC1}"/>
          </ac:picMkLst>
        </pc:picChg>
        <pc:picChg chg="add del mod">
          <ac:chgData name="이민재" userId="f97f16f7-28a5-49bd-9e05-fb3ef63d7997" providerId="ADAL" clId="{A26758E7-D55B-4E69-9F08-E85BE70BC2EC}" dt="2023-03-23T04:34:29.102" v="10020" actId="478"/>
          <ac:picMkLst>
            <pc:docMk/>
            <pc:sldMk cId="254360354" sldId="831"/>
            <ac:picMk id="12" creationId="{0EC1C245-DE75-4FE9-80F9-8CA56E77F4A7}"/>
          </ac:picMkLst>
        </pc:picChg>
        <pc:picChg chg="add del mod">
          <ac:chgData name="이민재" userId="f97f16f7-28a5-49bd-9e05-fb3ef63d7997" providerId="ADAL" clId="{A26758E7-D55B-4E69-9F08-E85BE70BC2EC}" dt="2023-03-23T06:16:42.173" v="10211" actId="478"/>
          <ac:picMkLst>
            <pc:docMk/>
            <pc:sldMk cId="254360354" sldId="831"/>
            <ac:picMk id="14" creationId="{ED6A22FF-E5D5-F011-7DD2-26993C6C1EE8}"/>
          </ac:picMkLst>
        </pc:picChg>
        <pc:picChg chg="add del mod">
          <ac:chgData name="이민재" userId="f97f16f7-28a5-49bd-9e05-fb3ef63d7997" providerId="ADAL" clId="{A26758E7-D55B-4E69-9F08-E85BE70BC2EC}" dt="2023-03-23T13:16:48.266" v="10592" actId="478"/>
          <ac:picMkLst>
            <pc:docMk/>
            <pc:sldMk cId="254360354" sldId="831"/>
            <ac:picMk id="16" creationId="{436B9068-5C97-2AD1-794E-9FA2C973EA2E}"/>
          </ac:picMkLst>
        </pc:picChg>
        <pc:picChg chg="add del mod">
          <ac:chgData name="이민재" userId="f97f16f7-28a5-49bd-9e05-fb3ef63d7997" providerId="ADAL" clId="{A26758E7-D55B-4E69-9F08-E85BE70BC2EC}" dt="2023-03-24T06:55:02.090" v="10995" actId="478"/>
          <ac:picMkLst>
            <pc:docMk/>
            <pc:sldMk cId="254360354" sldId="831"/>
            <ac:picMk id="17" creationId="{CCCFA153-4D19-FC9B-1500-62ED6C9577E8}"/>
          </ac:picMkLst>
        </pc:picChg>
        <pc:picChg chg="add del mod">
          <ac:chgData name="이민재" userId="f97f16f7-28a5-49bd-9e05-fb3ef63d7997" providerId="ADAL" clId="{A26758E7-D55B-4E69-9F08-E85BE70BC2EC}" dt="2023-03-23T06:16:41.845" v="10210" actId="478"/>
          <ac:picMkLst>
            <pc:docMk/>
            <pc:sldMk cId="254360354" sldId="831"/>
            <ac:picMk id="19" creationId="{854D2AC2-F691-4083-5387-0E52C9CC8197}"/>
          </ac:picMkLst>
        </pc:picChg>
        <pc:picChg chg="add mod">
          <ac:chgData name="이민재" userId="f97f16f7-28a5-49bd-9e05-fb3ef63d7997" providerId="ADAL" clId="{A26758E7-D55B-4E69-9F08-E85BE70BC2EC}" dt="2023-03-24T07:00:36.710" v="11186" actId="1076"/>
          <ac:picMkLst>
            <pc:docMk/>
            <pc:sldMk cId="254360354" sldId="831"/>
            <ac:picMk id="21" creationId="{5FA8BB1C-6FAE-1492-A9AF-740CFFFA7DC4}"/>
          </ac:picMkLst>
        </pc:picChg>
        <pc:picChg chg="add mod">
          <ac:chgData name="이민재" userId="f97f16f7-28a5-49bd-9e05-fb3ef63d7997" providerId="ADAL" clId="{A26758E7-D55B-4E69-9F08-E85BE70BC2EC}" dt="2023-03-24T07:00:36.710" v="11186" actId="1076"/>
          <ac:picMkLst>
            <pc:docMk/>
            <pc:sldMk cId="254360354" sldId="831"/>
            <ac:picMk id="23" creationId="{1E02AED9-0660-6767-85D7-8418A20A43BB}"/>
          </ac:picMkLst>
        </pc:picChg>
      </pc:sldChg>
      <pc:sldChg chg="addSp delSp modSp mod">
        <pc:chgData name="이민재" userId="f97f16f7-28a5-49bd-9e05-fb3ef63d7997" providerId="ADAL" clId="{A26758E7-D55B-4E69-9F08-E85BE70BC2EC}" dt="2023-03-24T22:52:08.155" v="11620" actId="1076"/>
        <pc:sldMkLst>
          <pc:docMk/>
          <pc:sldMk cId="1256367860" sldId="832"/>
        </pc:sldMkLst>
        <pc:spChg chg="mod">
          <ac:chgData name="이민재" userId="f97f16f7-28a5-49bd-9e05-fb3ef63d7997" providerId="ADAL" clId="{A26758E7-D55B-4E69-9F08-E85BE70BC2EC}" dt="2023-03-24T22:16:40.057" v="11534" actId="1076"/>
          <ac:spMkLst>
            <pc:docMk/>
            <pc:sldMk cId="1256367860" sldId="832"/>
            <ac:spMk id="44" creationId="{AF2EAE43-F86D-379B-A2F7-7BEE065E8BBA}"/>
          </ac:spMkLst>
        </pc:spChg>
        <pc:picChg chg="add del mod">
          <ac:chgData name="이민재" userId="f97f16f7-28a5-49bd-9e05-fb3ef63d7997" providerId="ADAL" clId="{A26758E7-D55B-4E69-9F08-E85BE70BC2EC}" dt="2023-03-24T22:49:19.201" v="11587" actId="478"/>
          <ac:picMkLst>
            <pc:docMk/>
            <pc:sldMk cId="1256367860" sldId="832"/>
            <ac:picMk id="3" creationId="{26469C2E-41B6-C369-3B28-839CF3F4C128}"/>
          </ac:picMkLst>
        </pc:picChg>
        <pc:picChg chg="del mod">
          <ac:chgData name="이민재" userId="f97f16f7-28a5-49bd-9e05-fb3ef63d7997" providerId="ADAL" clId="{A26758E7-D55B-4E69-9F08-E85BE70BC2EC}" dt="2023-03-24T22:16:31.432" v="11523" actId="21"/>
          <ac:picMkLst>
            <pc:docMk/>
            <pc:sldMk cId="1256367860" sldId="832"/>
            <ac:picMk id="6" creationId="{33E6418F-944C-AC7A-9604-2529E2304607}"/>
          </ac:picMkLst>
        </pc:picChg>
        <pc:picChg chg="add mod">
          <ac:chgData name="이민재" userId="f97f16f7-28a5-49bd-9e05-fb3ef63d7997" providerId="ADAL" clId="{A26758E7-D55B-4E69-9F08-E85BE70BC2EC}" dt="2023-03-24T22:24:21.758" v="11562" actId="1076"/>
          <ac:picMkLst>
            <pc:docMk/>
            <pc:sldMk cId="1256367860" sldId="832"/>
            <ac:picMk id="7" creationId="{F3173828-9FA4-6268-10E2-97AAB9DF457D}"/>
          </ac:picMkLst>
        </pc:picChg>
        <pc:picChg chg="add mod">
          <ac:chgData name="이민재" userId="f97f16f7-28a5-49bd-9e05-fb3ef63d7997" providerId="ADAL" clId="{A26758E7-D55B-4E69-9F08-E85BE70BC2EC}" dt="2023-03-24T22:24:28.054" v="11565" actId="1076"/>
          <ac:picMkLst>
            <pc:docMk/>
            <pc:sldMk cId="1256367860" sldId="832"/>
            <ac:picMk id="9" creationId="{3B8A5FFE-73F8-4E13-A2BE-25F9638550AD}"/>
          </ac:picMkLst>
        </pc:picChg>
        <pc:picChg chg="add mod">
          <ac:chgData name="이민재" userId="f97f16f7-28a5-49bd-9e05-fb3ef63d7997" providerId="ADAL" clId="{A26758E7-D55B-4E69-9F08-E85BE70BC2EC}" dt="2023-03-24T22:49:30.380" v="11594" actId="1076"/>
          <ac:picMkLst>
            <pc:docMk/>
            <pc:sldMk cId="1256367860" sldId="832"/>
            <ac:picMk id="11" creationId="{B5420C85-BC06-59EC-3898-8E2142C31EB8}"/>
          </ac:picMkLst>
        </pc:picChg>
        <pc:picChg chg="add del mod">
          <ac:chgData name="이민재" userId="f97f16f7-28a5-49bd-9e05-fb3ef63d7997" providerId="ADAL" clId="{A26758E7-D55B-4E69-9F08-E85BE70BC2EC}" dt="2023-03-24T22:51:02.159" v="11601" actId="478"/>
          <ac:picMkLst>
            <pc:docMk/>
            <pc:sldMk cId="1256367860" sldId="832"/>
            <ac:picMk id="13" creationId="{2E579D88-2BB4-CE8A-4C04-E9E3173E92B9}"/>
          </ac:picMkLst>
        </pc:picChg>
        <pc:picChg chg="add mod">
          <ac:chgData name="이민재" userId="f97f16f7-28a5-49bd-9e05-fb3ef63d7997" providerId="ADAL" clId="{A26758E7-D55B-4E69-9F08-E85BE70BC2EC}" dt="2023-03-24T22:51:08.719" v="11609" actId="1076"/>
          <ac:picMkLst>
            <pc:docMk/>
            <pc:sldMk cId="1256367860" sldId="832"/>
            <ac:picMk id="15" creationId="{0A263296-46EB-9CB1-68E6-D2E93B3844BE}"/>
          </ac:picMkLst>
        </pc:picChg>
        <pc:picChg chg="add mod">
          <ac:chgData name="이민재" userId="f97f16f7-28a5-49bd-9e05-fb3ef63d7997" providerId="ADAL" clId="{A26758E7-D55B-4E69-9F08-E85BE70BC2EC}" dt="2023-03-24T22:52:08.155" v="11620" actId="1076"/>
          <ac:picMkLst>
            <pc:docMk/>
            <pc:sldMk cId="1256367860" sldId="832"/>
            <ac:picMk id="17" creationId="{AD7CB778-82F6-911F-BC1D-EE8B3AE82708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5T01:15:32.442" v="12873" actId="14100"/>
        <pc:sldMkLst>
          <pc:docMk/>
          <pc:sldMk cId="2461048070" sldId="835"/>
        </pc:sldMkLst>
        <pc:spChg chg="del">
          <ac:chgData name="이민재" userId="f97f16f7-28a5-49bd-9e05-fb3ef63d7997" providerId="ADAL" clId="{A26758E7-D55B-4E69-9F08-E85BE70BC2EC}" dt="2023-03-21T04:41:49.621" v="8577" actId="478"/>
          <ac:spMkLst>
            <pc:docMk/>
            <pc:sldMk cId="2461048070" sldId="835"/>
            <ac:spMk id="2" creationId="{32A8CB4A-9D76-8800-6254-32FBF57CE15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" creationId="{42328BE9-ED14-090F-EF66-1CE23EBA7124}"/>
          </ac:spMkLst>
        </pc:spChg>
        <pc:spChg chg="del">
          <ac:chgData name="이민재" userId="f97f16f7-28a5-49bd-9e05-fb3ef63d7997" providerId="ADAL" clId="{A26758E7-D55B-4E69-9F08-E85BE70BC2EC}" dt="2023-03-21T04:41:48.758" v="8576" actId="478"/>
          <ac:spMkLst>
            <pc:docMk/>
            <pc:sldMk cId="2461048070" sldId="835"/>
            <ac:spMk id="3" creationId="{20476208-8013-F672-E9B1-BF1285EA3A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" creationId="{CA9CFC78-E66A-2C21-1662-C39679A08BE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" creationId="{EB28375A-3CAB-4871-3927-E15BFF245B3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" creationId="{DB3D4CD5-E468-0439-9741-251B6D074A5C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10" creationId="{C4BDAB9B-6285-8F5F-EE2D-8282DD5574DE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12" creationId="{EDA9C04E-B08D-28F2-9EA6-5878990F8C3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" creationId="{0174B381-777F-98C5-C0B5-39840054295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" creationId="{076E2726-F40A-C2D7-1EBE-9166F4B7A1F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" creationId="{A4FB3A23-4FD4-F289-75FF-D194EA86038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7" creationId="{9672DB14-54D2-EFB0-795C-69AACAFD8D6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8" creationId="{889A1524-7013-4CC8-6EEA-2028AA41E98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0" creationId="{759D24B2-7C00-DA87-9AC7-A8CA7A2D48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1" creationId="{44FE227D-B095-8D0C-FAA9-9876F10CBAA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4" creationId="{6161CABD-2B09-9DF0-2E0B-741C16817B8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5" creationId="{3BDEE720-BF59-1D9C-B3D7-BD98BC92965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8" creationId="{AD0A5712-BFB4-4540-C71C-256B0CE6DAE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9" creationId="{86E2CE37-F60F-D338-9E50-20C9DCF2509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0" creationId="{2DEA1604-0626-0C0B-006B-4528280084F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1" creationId="{9883672C-DD5C-6C9F-F7D9-B79F07CB5ACD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2" creationId="{8355B711-4DD3-5E93-9D32-926D3B323A92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3" creationId="{9EB71568-530D-9D49-BC33-756AB553FE7B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4" creationId="{C144A4E0-B476-7183-3764-8F68E3A4A0E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5" creationId="{DDC95554-2BDB-DDE0-15B0-5EADD214937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6" creationId="{842D5865-2AEF-9B8B-5F6E-C7A02AB5580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7" creationId="{1B614249-F906-A5A1-EDC6-E6FDCAC59E8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8" creationId="{415BA29F-FF77-FF81-50CE-BCA31EFB956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9" creationId="{F29FB6B3-F40A-71C8-54DE-18D1A0B0D56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0" creationId="{4D727E78-8F07-E7CC-122A-E8E8E2957CF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1" creationId="{DBBF5531-89FE-595D-A7EB-84CA1162D8E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2" creationId="{16E8BF23-9D65-D141-2FED-0BD4F62050E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3" creationId="{DC8D9A4C-8E8D-0D3B-EAF1-278770251DB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4" creationId="{A97866FA-14AD-B9C4-80E7-F3E2F174273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5" creationId="{F56F7188-B9A3-FD79-4247-E4442E95EFB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6" creationId="{99CC8C97-A2DE-6CB5-26A2-86942D09D42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7" creationId="{7BF29DE8-591F-E90C-8895-A69054F0151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8" creationId="{A2B2DCF0-4792-824F-07F8-787659EBE93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9" creationId="{056B504B-FD11-CBC4-2B06-D06F9A98036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0" creationId="{7FDD6FB6-6749-2D83-E81F-A911B85BBF7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1" creationId="{69068CAD-EB1A-27C4-B9F5-2958BA8D52D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2" creationId="{D435A64D-A220-5433-8024-936903A74C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3" creationId="{272F71A1-BEB4-62FD-63C1-121C7C94054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4" creationId="{8B829CAF-E2BD-9A2A-14B7-52E701CDC90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5" creationId="{E3A67582-EE54-70B8-1443-27F1E0D9DEA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6" creationId="{413EE0B1-1A73-BC84-E619-8E3A952B62B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7" creationId="{22DCFE04-7A4F-8FB0-7865-F1FAC234F7B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8" creationId="{3045B9A8-29A7-89F8-3E97-2EABAA8B433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9" creationId="{97E287F3-CC3F-551F-1E06-B7657060D35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0" creationId="{FB49E018-A195-5BDE-66BF-D974E18B98F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1" creationId="{CE268244-A173-3D06-2E90-5493303C8AE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2" creationId="{2176C817-E0B3-3258-C24F-BD9D9395ED5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3" creationId="{637AD981-100F-02BD-0FFB-446CB26EB9B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4" creationId="{9890F5A4-179E-B41C-1026-B701B820415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5" creationId="{A53EB1F2-E4C5-C7F8-488D-69606BE74F1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6" creationId="{55D36BE4-1BB6-6496-3F6B-645BABBF37E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7" creationId="{A88A43AB-2852-4673-2098-68207B8A221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8" creationId="{FC88A414-138E-4269-EF25-86465441A0A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9" creationId="{AB75F4C0-9323-3BBB-F3FA-B3EAB8B9738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0" creationId="{969F1744-FEC1-CBDD-F4FB-7FFAF694039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1" creationId="{5BA707BF-1B7B-9BD5-4377-1403C47F733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2" creationId="{7A4405ED-FB4A-B411-3709-5D393D334EB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3" creationId="{909CD93F-D4A0-7C32-41DF-0B208AB2EB3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4" creationId="{C8E845AD-B8E6-6C9C-4F28-775C9800728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5" creationId="{BB483BAF-E0FD-2B1A-21AA-6A148BE8CDA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6" creationId="{F996032D-81C1-BD24-3A1D-FA24B6E24BF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7" creationId="{404BE22B-E9AB-820F-D643-2304B5E557C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8" creationId="{B249F2B8-DADB-8FA3-4774-F65F6C5FEBB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9" creationId="{CEB4B04F-DD14-6F7C-AECC-2AE6218D5E0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0" creationId="{7CBB6BBD-B0B1-10BB-FEA3-26CBADC1AC3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1" creationId="{F2F72192-C9AA-7283-7C47-065A22249B4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2" creationId="{E9D43381-AF17-6732-AAAF-B85F3E5410B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3" creationId="{0C9E7142-0400-9E01-B52C-CFE67731147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4" creationId="{27682FF2-254A-C5CD-0D94-A7096F0ADED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5" creationId="{239D5C9D-00D0-0AFF-2136-F1FF0155784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6" creationId="{D586DCE8-9396-205F-4527-F3F46581FAA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7" creationId="{0F9F2D2C-B829-2BFA-EEAB-CE2EF23F67F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8" creationId="{F21EA280-5E6A-243D-EE39-0DE8A839CD9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9" creationId="{AC177839-0D3B-24A2-D9A9-E36DCE611DD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0" creationId="{199EEFD8-EAB7-DBE2-33C0-4A039834A8E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1" creationId="{633A2510-C7F0-42A8-FD2C-55287DA7F81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2" creationId="{520BC3B6-5DAE-F427-7E2B-A62D10F4371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3" creationId="{9FCDC598-498C-8AE1-94C8-934BF19A976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4" creationId="{A5B0971E-10D3-42CD-ED0A-25A1E2DA709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5" creationId="{F28E6790-D09C-8574-C215-506D33E9468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6" creationId="{374BFB89-04A5-DE4F-451C-975EBD0F44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7" creationId="{73C46B98-E478-9CA3-5D12-0B27B270172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8" creationId="{B919BBE4-47DF-309F-10B5-719CDD7173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9" creationId="{B68AD7E1-9264-0006-FD24-D94059D8185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0" creationId="{C65526F8-E858-7323-DEED-431DFAC9F87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1" creationId="{2BB9CDDB-09F5-CFF7-BA97-C06E418DE2A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2" creationId="{1CAA476A-690F-1BAD-386F-F925BE1A7F1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3" creationId="{A1758BC5-F621-A2DD-BA76-FD05DB8F444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4" creationId="{BB18D9FF-5DF1-B269-1E8D-7441787C103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5" creationId="{A4888637-347E-32AB-C4BF-54197A3DF41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6" creationId="{8FB751B3-2AC0-C2CA-ADFB-B1D384B6663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7" creationId="{B81E80A2-13AC-D884-386D-F46C64004A9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8" creationId="{4C314536-CE44-E4FE-100C-25B075D5749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9" creationId="{B7C07ADB-F396-6C6E-D6FB-D65E7A303A1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0" creationId="{B8E0D649-BFC7-85D5-F665-A86D98F5239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1" creationId="{4D3006BA-1EC7-A376-6A2F-DE727E158DB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2" creationId="{11FBB163-A93A-19D8-DBAE-D1B3E832AD0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3" creationId="{53C29E6D-CF6A-E541-F895-F4DC2C88CB0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4" creationId="{CD79527B-BB6B-EFDD-3A34-117E9C58C9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5" creationId="{41A06245-428B-DD51-474D-11C083C2321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6" creationId="{DB3CDBB6-24A3-0D4F-8217-26FE17532D0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7" creationId="{60F4621B-A244-890D-8ADA-F906A3E5FED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8" creationId="{5E46FE46-AC12-3CF4-E7D3-EE6E3EEEEDE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9" creationId="{C2B2436E-B2B1-AC08-7DB5-14481B248BE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0" creationId="{328667BF-61A7-F251-3B3E-0558E4431B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1" creationId="{CBF0F3C2-DF33-A85F-3F43-30970E4FDB3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2" creationId="{224B59C9-2D08-E5C9-6EB1-6C44010E5C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3" creationId="{B72747FD-64C5-D291-F6A2-BBBBCFA59C0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4" creationId="{454707E5-7BA8-A338-5065-393C526DCF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5" creationId="{9F2872A4-B3EB-BF26-E2A9-104421F0D9D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6" creationId="{FC8DCCFC-F0C4-186E-F23F-27676D2BC19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7" creationId="{BE7C5014-0000-63CD-7F9D-513153C6EF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8" creationId="{CF9BF9F9-3041-48A3-7AB9-7F4BF2AAC7B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9" creationId="{A2349F48-C8AE-7F62-300C-56DB1ED110E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0" creationId="{48B03BD1-9AEE-8612-968E-89FF5E08F95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1" creationId="{2B2B0E73-D3CA-97B2-1E77-2EECB26F71E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2" creationId="{88C476FF-5AA9-7D09-8F27-E94FBFB4B6F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3" creationId="{9173EECD-BCB4-33F4-593E-2EF87DEE9D2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4" creationId="{B1F2D58E-5557-5609-CA4D-B9AC8A8D6D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5" creationId="{A2E26551-E2E3-5781-6A62-1FF3BD88556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6" creationId="{2C3C8741-CB56-35F1-FE54-D8B0DC32911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7" creationId="{5AD2EF41-7663-79A1-25B1-B9A5530AEE5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8" creationId="{7EEE18DD-512A-57BC-E36C-5104CC009CC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9" creationId="{9131A827-896E-1B4A-1A17-2255F1650D9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0" creationId="{47BF51E5-2B29-9120-A7E8-1E2A1FF8550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1" creationId="{758D3C8C-BDC8-D76B-DD77-BB6CD7EC441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2" creationId="{7F60208A-6686-6956-2FB7-A553656529A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3" creationId="{110A64CB-9AA5-0153-0D20-C24F133B63B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4" creationId="{65159771-2D0A-9F79-CC31-1E4328EB128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5" creationId="{D401DD4A-C5F1-D868-FF96-204B8024B9F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6" creationId="{FD0C9AB3-B2C6-6403-35E8-2425A35140D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7" creationId="{7D631425-66EB-2BC3-868F-4D8FD091C4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8" creationId="{F7D1C147-EFD1-1CF3-71CE-2C5A779740A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1" creationId="{154FF9A1-0C98-591F-5CDA-8D65B822E70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2" creationId="{F375C7D0-A380-2F17-5A7B-04B38301DC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3" creationId="{C7D58333-F455-E03A-4DE9-12FCEEA95E52}"/>
          </ac:spMkLst>
        </pc:spChg>
        <pc:spChg chg="add del mod">
          <ac:chgData name="이민재" userId="f97f16f7-28a5-49bd-9e05-fb3ef63d7997" providerId="ADAL" clId="{A26758E7-D55B-4E69-9F08-E85BE70BC2EC}" dt="2023-03-25T00:21:27.942" v="11823" actId="478"/>
          <ac:spMkLst>
            <pc:docMk/>
            <pc:sldMk cId="2461048070" sldId="835"/>
            <ac:spMk id="154" creationId="{15CF58D7-4DE6-4E77-1F9B-68DD2FB86322}"/>
          </ac:spMkLst>
        </pc:spChg>
        <pc:spChg chg="add del">
          <ac:chgData name="이민재" userId="f97f16f7-28a5-49bd-9e05-fb3ef63d7997" providerId="ADAL" clId="{A26758E7-D55B-4E69-9F08-E85BE70BC2EC}" dt="2023-03-25T00:21:31.934" v="11825" actId="478"/>
          <ac:spMkLst>
            <pc:docMk/>
            <pc:sldMk cId="2461048070" sldId="835"/>
            <ac:spMk id="155" creationId="{BFB3279C-4C8D-7024-4A0D-469FC97D2014}"/>
          </ac:spMkLst>
        </pc:spChg>
        <pc:spChg chg="add mod">
          <ac:chgData name="이민재" userId="f97f16f7-28a5-49bd-9e05-fb3ef63d7997" providerId="ADAL" clId="{A26758E7-D55B-4E69-9F08-E85BE70BC2EC}" dt="2023-03-25T00:42:13.570" v="12793" actId="1076"/>
          <ac:spMkLst>
            <pc:docMk/>
            <pc:sldMk cId="2461048070" sldId="835"/>
            <ac:spMk id="169" creationId="{D1BD8FD9-B67E-5DD8-51A0-F693284DF9B1}"/>
          </ac:spMkLst>
        </pc:spChg>
        <pc:spChg chg="add mod">
          <ac:chgData name="이민재" userId="f97f16f7-28a5-49bd-9e05-fb3ef63d7997" providerId="ADAL" clId="{A26758E7-D55B-4E69-9F08-E85BE70BC2EC}" dt="2023-03-25T00:42:11.100" v="12792" actId="1076"/>
          <ac:spMkLst>
            <pc:docMk/>
            <pc:sldMk cId="2461048070" sldId="835"/>
            <ac:spMk id="170" creationId="{AD2F2ADE-EB6C-9DE4-75C8-0D6FE894301B}"/>
          </ac:spMkLst>
        </pc:spChg>
        <pc:spChg chg="add mod">
          <ac:chgData name="이민재" userId="f97f16f7-28a5-49bd-9e05-fb3ef63d7997" providerId="ADAL" clId="{A26758E7-D55B-4E69-9F08-E85BE70BC2EC}" dt="2023-03-25T00:44:14.555" v="12797" actId="20577"/>
          <ac:spMkLst>
            <pc:docMk/>
            <pc:sldMk cId="2461048070" sldId="835"/>
            <ac:spMk id="171" creationId="{9091EB6F-66E8-7BCC-0165-B9F13B1AB7D6}"/>
          </ac:spMkLst>
        </pc:spChg>
        <pc:spChg chg="add mod">
          <ac:chgData name="이민재" userId="f97f16f7-28a5-49bd-9e05-fb3ef63d7997" providerId="ADAL" clId="{A26758E7-D55B-4E69-9F08-E85BE70BC2EC}" dt="2023-03-25T00:35:07.772" v="12538" actId="1076"/>
          <ac:spMkLst>
            <pc:docMk/>
            <pc:sldMk cId="2461048070" sldId="835"/>
            <ac:spMk id="172" creationId="{E307F654-BEEA-891E-A54C-AC63BD276D34}"/>
          </ac:spMkLst>
        </pc:spChg>
        <pc:spChg chg="add mod">
          <ac:chgData name="이민재" userId="f97f16f7-28a5-49bd-9e05-fb3ef63d7997" providerId="ADAL" clId="{A26758E7-D55B-4E69-9F08-E85BE70BC2EC}" dt="2023-03-25T00:37:48.713" v="12664" actId="1035"/>
          <ac:spMkLst>
            <pc:docMk/>
            <pc:sldMk cId="2461048070" sldId="835"/>
            <ac:spMk id="173" creationId="{6BE6F00F-AC19-5D03-715A-52427BDC156B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77" creationId="{2AD06A5F-6D74-543B-DDB8-887E2AF6B213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1" creationId="{D470E48A-9795-A87D-3828-021D54FF0B5E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2" creationId="{04725CBF-7A99-6873-89AC-641E9DCD1C6C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3" creationId="{34363D90-5087-B23C-A51C-23D74497F38A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4" creationId="{33B148E5-526F-228F-0944-7FF1A0E8D3DD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5" creationId="{B82A7648-FDA4-24D6-552E-D131C630052C}"/>
          </ac:spMkLst>
        </pc:spChg>
        <pc:spChg chg="add mod">
          <ac:chgData name="이민재" userId="f97f16f7-28a5-49bd-9e05-fb3ef63d7997" providerId="ADAL" clId="{A26758E7-D55B-4E69-9F08-E85BE70BC2EC}" dt="2023-03-25T00:37:04.498" v="12653" actId="14100"/>
          <ac:spMkLst>
            <pc:docMk/>
            <pc:sldMk cId="2461048070" sldId="835"/>
            <ac:spMk id="186" creationId="{73E9E18F-7F56-2D91-75CB-75C840E63160}"/>
          </ac:spMkLst>
        </pc:spChg>
        <pc:spChg chg="add mod">
          <ac:chgData name="이민재" userId="f97f16f7-28a5-49bd-9e05-fb3ef63d7997" providerId="ADAL" clId="{A26758E7-D55B-4E69-9F08-E85BE70BC2EC}" dt="2023-03-25T00:39:32.871" v="12703" actId="404"/>
          <ac:spMkLst>
            <pc:docMk/>
            <pc:sldMk cId="2461048070" sldId="835"/>
            <ac:spMk id="187" creationId="{6519562F-763C-3BB3-753F-675BD69C5C01}"/>
          </ac:spMkLst>
        </pc:spChg>
        <pc:spChg chg="add mod">
          <ac:chgData name="이민재" userId="f97f16f7-28a5-49bd-9e05-fb3ef63d7997" providerId="ADAL" clId="{A26758E7-D55B-4E69-9F08-E85BE70BC2EC}" dt="2023-03-25T01:15:32.442" v="12873" actId="14100"/>
          <ac:spMkLst>
            <pc:docMk/>
            <pc:sldMk cId="2461048070" sldId="835"/>
            <ac:spMk id="196" creationId="{F969D0CF-8DFA-3D99-91F4-F2F008881856}"/>
          </ac:spMkLst>
        </pc:spChg>
        <pc:graphicFrameChg chg="add del mod modGraphic">
          <ac:chgData name="이민재" userId="f97f16f7-28a5-49bd-9e05-fb3ef63d7997" providerId="ADAL" clId="{A26758E7-D55B-4E69-9F08-E85BE70BC2EC}" dt="2023-03-25T00:25:12.684" v="11907" actId="478"/>
          <ac:graphicFrameMkLst>
            <pc:docMk/>
            <pc:sldMk cId="2461048070" sldId="835"/>
            <ac:graphicFrameMk id="156" creationId="{2A8D1833-64EB-E73E-7FED-3EB52E12B2FD}"/>
          </ac:graphicFrameMkLst>
        </pc:graphicFrameChg>
        <pc:graphicFrameChg chg="add mod">
          <ac:chgData name="이민재" userId="f97f16f7-28a5-49bd-9e05-fb3ef63d7997" providerId="ADAL" clId="{A26758E7-D55B-4E69-9F08-E85BE70BC2EC}" dt="2023-03-25T00:22:27.094" v="11854" actId="571"/>
          <ac:graphicFrameMkLst>
            <pc:docMk/>
            <pc:sldMk cId="2461048070" sldId="835"/>
            <ac:graphicFrameMk id="157" creationId="{0AB73A23-797F-66A7-BB91-5077FA49D020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18.717" v="12760" actId="478"/>
          <ac:graphicFrameMkLst>
            <pc:docMk/>
            <pc:sldMk cId="2461048070" sldId="835"/>
            <ac:graphicFrameMk id="158" creationId="{6C294836-9B2A-55FB-7B2A-AD83663C35E0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17.409" v="12759" actId="478"/>
          <ac:graphicFrameMkLst>
            <pc:docMk/>
            <pc:sldMk cId="2461048070" sldId="835"/>
            <ac:graphicFrameMk id="159" creationId="{E2DFAAE2-24CE-4493-7CDD-87E67B7C1D6C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41:45.142" v="12785" actId="478"/>
          <ac:graphicFrameMkLst>
            <pc:docMk/>
            <pc:sldMk cId="2461048070" sldId="835"/>
            <ac:graphicFrameMk id="160" creationId="{D19291F9-471B-2890-9B31-BAD255FAE5DA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44.386" v="12784" actId="478"/>
          <ac:graphicFrameMkLst>
            <pc:docMk/>
            <pc:sldMk cId="2461048070" sldId="835"/>
            <ac:graphicFrameMk id="161" creationId="{56D50800-5A25-7C0C-A7D7-136C03A5AC54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38:45.550" v="12685" actId="478"/>
          <ac:graphicFrameMkLst>
            <pc:docMk/>
            <pc:sldMk cId="2461048070" sldId="835"/>
            <ac:graphicFrameMk id="174" creationId="{FEEFBE55-07D1-9118-B2D2-1D7972CA2DFF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38:44.727" v="12684" actId="478"/>
          <ac:graphicFrameMkLst>
            <pc:docMk/>
            <pc:sldMk cId="2461048070" sldId="835"/>
            <ac:graphicFrameMk id="175" creationId="{A04DB40E-0A91-E6B9-3CA8-1DF5AFF86E6C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39:25.454" v="12698" actId="403"/>
          <ac:graphicFrameMkLst>
            <pc:docMk/>
            <pc:sldMk cId="2461048070" sldId="835"/>
            <ac:graphicFrameMk id="176" creationId="{248760BB-3520-57FC-BB21-0C691AC36C27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7.226" v="12686" actId="478"/>
          <ac:graphicFrameMkLst>
            <pc:docMk/>
            <pc:sldMk cId="2461048070" sldId="835"/>
            <ac:graphicFrameMk id="178" creationId="{C05C3A79-1C7E-A5E3-D91B-114624F338BF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8.016" v="12687" actId="478"/>
          <ac:graphicFrameMkLst>
            <pc:docMk/>
            <pc:sldMk cId="2461048070" sldId="835"/>
            <ac:graphicFrameMk id="179" creationId="{A785C32D-81E8-A02E-852B-E2EBC05C111E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8.481" v="12688" actId="478"/>
          <ac:graphicFrameMkLst>
            <pc:docMk/>
            <pc:sldMk cId="2461048070" sldId="835"/>
            <ac:graphicFrameMk id="180" creationId="{9092A731-244E-2D83-9F9C-8C199A2BA2B9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39:28.551" v="12701" actId="404"/>
          <ac:graphicFrameMkLst>
            <pc:docMk/>
            <pc:sldMk cId="2461048070" sldId="835"/>
            <ac:graphicFrameMk id="191" creationId="{9A9B8156-C183-B8E3-8C0F-9CF96CF57835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41:59.148" v="12789" actId="14100"/>
          <ac:graphicFrameMkLst>
            <pc:docMk/>
            <pc:sldMk cId="2461048070" sldId="835"/>
            <ac:graphicFrameMk id="192" creationId="{B24FAFF3-AA3C-105E-DA47-C569F1C9B9B3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41:50.698" v="12787" actId="14100"/>
          <ac:graphicFrameMkLst>
            <pc:docMk/>
            <pc:sldMk cId="2461048070" sldId="835"/>
            <ac:graphicFrameMk id="193" creationId="{08053231-5669-1142-06BB-9A3907ABBC4E}"/>
          </ac:graphicFrameMkLst>
        </pc:graphicFrameChg>
        <pc:picChg chg="add del mod">
          <ac:chgData name="이민재" userId="f97f16f7-28a5-49bd-9e05-fb3ef63d7997" providerId="ADAL" clId="{A26758E7-D55B-4E69-9F08-E85BE70BC2EC}" dt="2023-03-25T00:16:57.342" v="11749" actId="478"/>
          <ac:picMkLst>
            <pc:docMk/>
            <pc:sldMk cId="2461048070" sldId="835"/>
            <ac:picMk id="6" creationId="{6D7684D9-D64C-D789-3CE8-2B6ACAFB2CB4}"/>
          </ac:picMkLst>
        </pc:picChg>
        <pc:picChg chg="add del mod">
          <ac:chgData name="이민재" userId="f97f16f7-28a5-49bd-9e05-fb3ef63d7997" providerId="ADAL" clId="{A26758E7-D55B-4E69-9F08-E85BE70BC2EC}" dt="2023-03-25T00:16:57.342" v="11749" actId="478"/>
          <ac:picMkLst>
            <pc:docMk/>
            <pc:sldMk cId="2461048070" sldId="835"/>
            <ac:picMk id="8" creationId="{1C9F3D10-D7AA-C436-64CA-C6BD56384E6B}"/>
          </ac:picMkLst>
        </pc:pic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9" creationId="{704959D6-BA6F-3B8B-32F8-B5A55B7436A7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1" creationId="{9C3DD151-C3C8-E2A7-B600-0C29AB0DDC7A}"/>
          </ac:cxnSpMkLst>
        </pc:cxnChg>
        <pc:cxnChg chg="add del mod">
          <ac:chgData name="이민재" userId="f97f16f7-28a5-49bd-9e05-fb3ef63d7997" providerId="ADAL" clId="{A26758E7-D55B-4E69-9F08-E85BE70BC2EC}" dt="2023-03-21T05:23:01.840" v="9329" actId="478"/>
          <ac:cxnSpMkLst>
            <pc:docMk/>
            <pc:sldMk cId="2461048070" sldId="835"/>
            <ac:cxnSpMk id="13" creationId="{9ED728FE-0CFE-0BA6-1C70-47E5DCB87E2B}"/>
          </ac:cxnSpMkLst>
        </pc:cxnChg>
        <pc:cxnChg chg="add del mod">
          <ac:chgData name="이민재" userId="f97f16f7-28a5-49bd-9e05-fb3ef63d7997" providerId="ADAL" clId="{A26758E7-D55B-4E69-9F08-E85BE70BC2EC}" dt="2023-03-21T05:23:02.808" v="9330" actId="478"/>
          <ac:cxnSpMkLst>
            <pc:docMk/>
            <pc:sldMk cId="2461048070" sldId="835"/>
            <ac:cxnSpMk id="14" creationId="{F2DE3F96-B6BE-C6D7-D320-54A2F364C8BC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6" creationId="{8AC4C681-2C52-AD9E-520F-7B7B743EE9F4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9" creationId="{32527674-EB80-7000-9532-7554E0514883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2" creationId="{8B44DF63-1D90-FF1D-3BC4-D4D5862E5C42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3" creationId="{D9097FE8-B722-1835-30DB-2D797CD50AC0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6" creationId="{217A54BB-9FEA-1852-C779-41E96AB0FC32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7" creationId="{CA6EE47D-7801-2B7C-86B4-82724F6AF17A}"/>
          </ac:cxnSpMkLst>
        </pc:cxnChg>
        <pc:cxnChg chg="add mod">
          <ac:chgData name="이민재" userId="f97f16f7-28a5-49bd-9e05-fb3ef63d7997" providerId="ADAL" clId="{A26758E7-D55B-4E69-9F08-E85BE70BC2EC}" dt="2023-03-25T00:36:28.679" v="12612" actId="1076"/>
          <ac:cxnSpMkLst>
            <pc:docMk/>
            <pc:sldMk cId="2461048070" sldId="835"/>
            <ac:cxnSpMk id="150" creationId="{A88D0449-6ACD-7F76-A8A4-3A57D305B1DC}"/>
          </ac:cxnSpMkLst>
        </pc:cxnChg>
        <pc:cxnChg chg="add mod">
          <ac:chgData name="이민재" userId="f97f16f7-28a5-49bd-9e05-fb3ef63d7997" providerId="ADAL" clId="{A26758E7-D55B-4E69-9F08-E85BE70BC2EC}" dt="2023-03-25T00:42:04.599" v="12790" actId="14100"/>
          <ac:cxnSpMkLst>
            <pc:docMk/>
            <pc:sldMk cId="2461048070" sldId="835"/>
            <ac:cxnSpMk id="162" creationId="{040F814B-055E-34F6-3DC9-64CAFA63E922}"/>
          </ac:cxnSpMkLst>
        </pc:cxnChg>
        <pc:cxnChg chg="add mod">
          <ac:chgData name="이민재" userId="f97f16f7-28a5-49bd-9e05-fb3ef63d7997" providerId="ADAL" clId="{A26758E7-D55B-4E69-9F08-E85BE70BC2EC}" dt="2023-03-25T00:42:06.786" v="12791" actId="14100"/>
          <ac:cxnSpMkLst>
            <pc:docMk/>
            <pc:sldMk cId="2461048070" sldId="835"/>
            <ac:cxnSpMk id="165" creationId="{8B56F757-BFFD-7069-DDA6-CE1560D2E5BA}"/>
          </ac:cxnSpMkLst>
        </pc:cxnChg>
        <pc:cxnChg chg="add mod">
          <ac:chgData name="이민재" userId="f97f16f7-28a5-49bd-9e05-fb3ef63d7997" providerId="ADAL" clId="{A26758E7-D55B-4E69-9F08-E85BE70BC2EC}" dt="2023-03-25T00:35:07.772" v="12538" actId="1076"/>
          <ac:cxnSpMkLst>
            <pc:docMk/>
            <pc:sldMk cId="2461048070" sldId="835"/>
            <ac:cxnSpMk id="167" creationId="{C8AEA4F4-2214-A921-3FD6-37E6522718EE}"/>
          </ac:cxnSpMkLst>
        </pc:cxnChg>
        <pc:cxnChg chg="add mod">
          <ac:chgData name="이민재" userId="f97f16f7-28a5-49bd-9e05-fb3ef63d7997" providerId="ADAL" clId="{A26758E7-D55B-4E69-9F08-E85BE70BC2EC}" dt="2023-03-25T00:37:55.546" v="12666" actId="692"/>
          <ac:cxnSpMkLst>
            <pc:docMk/>
            <pc:sldMk cId="2461048070" sldId="835"/>
            <ac:cxnSpMk id="189" creationId="{72B17E39-CABD-3EB2-BADC-A459B647CF45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6T15:14:02.184" v="15226" actId="20577"/>
        <pc:sldMkLst>
          <pc:docMk/>
          <pc:sldMk cId="2948444257" sldId="836"/>
        </pc:sldMkLst>
        <pc:spChg chg="add mod">
          <ac:chgData name="이민재" userId="f97f16f7-28a5-49bd-9e05-fb3ef63d7997" providerId="ADAL" clId="{A26758E7-D55B-4E69-9F08-E85BE70BC2EC}" dt="2023-03-26T15:12:03.985" v="15160" actId="571"/>
          <ac:spMkLst>
            <pc:docMk/>
            <pc:sldMk cId="2948444257" sldId="836"/>
            <ac:spMk id="2" creationId="{30687DF7-234B-EB26-FB18-E60200E73BC8}"/>
          </ac:spMkLst>
        </pc:spChg>
        <pc:spChg chg="add mod">
          <ac:chgData name="이민재" userId="f97f16f7-28a5-49bd-9e05-fb3ef63d7997" providerId="ADAL" clId="{A26758E7-D55B-4E69-9F08-E85BE70BC2EC}" dt="2023-03-26T15:13:24.551" v="15206" actId="14100"/>
          <ac:spMkLst>
            <pc:docMk/>
            <pc:sldMk cId="2948444257" sldId="836"/>
            <ac:spMk id="3" creationId="{935452D8-ADA8-CDAF-C254-3592D8E8359F}"/>
          </ac:spMkLst>
        </pc:spChg>
        <pc:spChg chg="add 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6" creationId="{5E4D2A72-658B-C876-3196-5ECCDC7FB035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8" creationId="{1D4583B4-2B0E-1997-4F69-65B71707B82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8" creationId="{B1EA4EAC-18BC-102E-B2C6-17234E8775FF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9" creationId="{2BE3AA9F-3D93-E2CA-F9E1-6D65B0F6885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0" creationId="{90A13FAF-DE33-04F1-AE43-E655F0A5A348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1" creationId="{FE18B58F-3808-A3FB-1F7D-7BC0F3F52E56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2" creationId="{98B0410F-83F1-0B41-A2B5-F8AB8CE7F6B1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3" creationId="{C2FDE313-370F-91F4-CD27-D5FAAC33464D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4" creationId="{3982BDD5-0A51-7CB4-2ABD-49A8A4450C08}"/>
          </ac:spMkLst>
        </pc:spChg>
        <pc:spChg chg="mod">
          <ac:chgData name="이민재" userId="f97f16f7-28a5-49bd-9e05-fb3ef63d7997" providerId="ADAL" clId="{A26758E7-D55B-4E69-9F08-E85BE70BC2EC}" dt="2023-03-26T15:14:02.184" v="15226" actId="20577"/>
          <ac:spMkLst>
            <pc:docMk/>
            <pc:sldMk cId="2948444257" sldId="836"/>
            <ac:spMk id="15" creationId="{DA0ED6E9-3802-2B12-7E2D-96728F62F9DB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6" creationId="{A84D9FAC-77C3-83DC-044C-71C53A91CB13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7" creationId="{C363076D-CDC1-1543-A14D-38F0ABC2B228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8" creationId="{85833456-63BC-2D79-7E76-B508923B80C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9" creationId="{792B2085-B876-86D2-08FA-7DA071500A62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0" creationId="{6D116E86-E03F-1C2F-80D3-8B0D877A76FE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20" creationId="{791CA3C2-49FC-DCD2-648D-3DAB3E242A77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21" creationId="{1A308C3D-6CFA-4615-38D3-F432056FF6FB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2" creationId="{863CACA5-27ED-3F7B-24CC-4666352D88BD}"/>
          </ac:spMkLst>
        </pc:spChg>
        <pc:spChg chg="add mod">
          <ac:chgData name="이민재" userId="f97f16f7-28a5-49bd-9e05-fb3ef63d7997" providerId="ADAL" clId="{A26758E7-D55B-4E69-9F08-E85BE70BC2EC}" dt="2023-03-26T15:13:13.022" v="15203" actId="1035"/>
          <ac:spMkLst>
            <pc:docMk/>
            <pc:sldMk cId="2948444257" sldId="836"/>
            <ac:spMk id="22" creationId="{928644F1-CC5B-3454-40F6-4FDF70466352}"/>
          </ac:spMkLst>
        </pc:spChg>
        <pc:spChg chg="add del mod">
          <ac:chgData name="이민재" userId="f97f16f7-28a5-49bd-9e05-fb3ef63d7997" providerId="ADAL" clId="{A26758E7-D55B-4E69-9F08-E85BE70BC2EC}" dt="2023-03-26T15:12:44.696" v="15171" actId="478"/>
          <ac:spMkLst>
            <pc:docMk/>
            <pc:sldMk cId="2948444257" sldId="836"/>
            <ac:spMk id="23" creationId="{3AC895A4-EDD2-D192-A996-8CABA430B69A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4" creationId="{B2B594C1-2099-6B06-4179-1E337AAB5878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5" creationId="{5CFCAFDF-79B0-69C2-7D42-46314DA8757A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6" creationId="{469D6D88-DB96-9276-0D4D-1F4F37B3735A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6" creationId="{5AEC5341-222D-BCB4-90B7-4889792F82FE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8" creationId="{2C6CC1BF-6436-AA96-F1C0-55A3710945AA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8" creationId="{3736E4AE-447C-9247-9111-04E9FF9A059E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9" creationId="{437F8A4D-345D-3FD2-B3A4-A4EFB778A7B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0" creationId="{43D80ECE-6653-2EDE-CD8B-78DFFBCF0A23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1" creationId="{7013A969-D8B1-9398-1368-9EB03B2C85C0}"/>
          </ac:spMkLst>
        </pc:spChg>
        <pc:spChg chg="mod">
          <ac:chgData name="이민재" userId="f97f16f7-28a5-49bd-9e05-fb3ef63d7997" providerId="ADAL" clId="{A26758E7-D55B-4E69-9F08-E85BE70BC2EC}" dt="2023-03-26T15:13:54.711" v="15222" actId="20577"/>
          <ac:spMkLst>
            <pc:docMk/>
            <pc:sldMk cId="2948444257" sldId="836"/>
            <ac:spMk id="32" creationId="{82625B22-7041-4A6E-AB76-4CCDCA0BE68D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2" creationId="{86A6E591-2D80-FEA6-2D1D-DDE85256972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4" creationId="{2402CC88-299E-C932-1D05-F1765BAF60D5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4" creationId="{9D61B2A2-9845-2CD9-9EAB-519B5E4B6E8D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5" creationId="{41EC14F7-2986-30D3-E421-30515C40DD1C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6" creationId="{50287728-0994-8645-D1C1-3DD3ECD01649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7" creationId="{536ED014-1AAD-A2DE-EE1F-F97AB9BE35E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8" creationId="{2D12E6CB-51C4-0360-F366-EEA11C53179F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8" creationId="{A1FD2681-1B55-96EE-81E9-4731E458AF06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40" creationId="{F10C8E5B-3D14-0CB2-149A-B9EEED08E679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42" creationId="{A27CE3DB-EA0A-B160-A2FD-ADCFB00DE299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4" creationId="{BFF71709-C332-93AA-11D6-BF1852EDA531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6" creationId="{8DFFABD9-EF28-98C4-65DA-78EC28D03AC5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8" creationId="{398F1E25-5B34-82B5-48FD-D7107B2B8521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0" creationId="{E05014E2-3FD4-471C-10CE-6939DB1A2924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2" creationId="{06BF4CBE-DFAF-254F-2F0D-2EA53B60ABA2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4" creationId="{E8733E59-4726-9D84-1C41-24094F91C3CB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56" creationId="{6D879EF3-D520-D4DE-CE43-2A58964A1590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58" creationId="{DA0B153D-A311-8869-48E9-1B85BE140EED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0" creationId="{77748CEC-7A37-3A90-21B1-029366FD1943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2" creationId="{E0F3001E-C710-509A-9065-B2F0A3C0967A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4" creationId="{E22C9D84-606B-AE30-EF08-39C0C809AFFD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6" creationId="{F273E9AF-19EA-5C20-8506-BDBAE4BEC2C1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68" creationId="{673720E7-546B-F7EF-242D-EF8DD3D01230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68" creationId="{878BF453-E270-DA10-17BB-DB885FAA71B4}"/>
          </ac:spMkLst>
        </pc:spChg>
        <pc:spChg chg="add del mod">
          <ac:chgData name="이민재" userId="f97f16f7-28a5-49bd-9e05-fb3ef63d7997" providerId="ADAL" clId="{A26758E7-D55B-4E69-9F08-E85BE70BC2EC}" dt="2023-03-21T05:10:58.081" v="9141" actId="478"/>
          <ac:spMkLst>
            <pc:docMk/>
            <pc:sldMk cId="2948444257" sldId="836"/>
            <ac:spMk id="70" creationId="{26F901A8-C944-9DE3-9396-F1912CD2F81E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72" creationId="{D2AD8E31-551D-0CB4-1845-D439CEE27A03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2" creationId="{D46F6403-C4BD-B97D-3671-85B87DD7792A}"/>
          </ac:spMkLst>
        </pc:spChg>
        <pc:spChg chg="add del mod">
          <ac:chgData name="이민재" userId="f97f16f7-28a5-49bd-9e05-fb3ef63d7997" providerId="ADAL" clId="{A26758E7-D55B-4E69-9F08-E85BE70BC2EC}" dt="2023-03-21T05:10:58.081" v="9141" actId="478"/>
          <ac:spMkLst>
            <pc:docMk/>
            <pc:sldMk cId="2948444257" sldId="836"/>
            <ac:spMk id="74" creationId="{4BB0BB2D-9BCF-DCC0-1A12-863D0F8CCEA0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4" creationId="{DCB4926A-1077-D637-4E32-250AE703B6DB}"/>
          </ac:spMkLst>
        </pc:spChg>
        <pc:spChg chg="add del mod">
          <ac:chgData name="이민재" userId="f97f16f7-28a5-49bd-9e05-fb3ef63d7997" providerId="ADAL" clId="{A26758E7-D55B-4E69-9F08-E85BE70BC2EC}" dt="2023-03-21T06:14:18.916" v="9459" actId="21"/>
          <ac:spMkLst>
            <pc:docMk/>
            <pc:sldMk cId="2948444257" sldId="836"/>
            <ac:spMk id="76" creationId="{4F2E0994-CA7F-47E0-EAFB-20A3B3025D48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6" creationId="{5494B4D9-C5AF-12BF-E598-19A1A1316F10}"/>
          </ac:spMkLst>
        </pc:spChg>
        <pc:spChg chg="add del mod">
          <ac:chgData name="이민재" userId="f97f16f7-28a5-49bd-9e05-fb3ef63d7997" providerId="ADAL" clId="{A26758E7-D55B-4E69-9F08-E85BE70BC2EC}" dt="2023-03-21T05:11:08.098" v="9151" actId="478"/>
          <ac:spMkLst>
            <pc:docMk/>
            <pc:sldMk cId="2948444257" sldId="836"/>
            <ac:spMk id="78" creationId="{7AD6FFF2-8713-6DE0-56A0-94623B49CEEB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8" creationId="{BB8AF77E-9B4F-934C-1499-47988C4E356A}"/>
          </ac:spMkLst>
        </pc:spChg>
        <pc:spChg chg="add del mod">
          <ac:chgData name="이민재" userId="f97f16f7-28a5-49bd-9e05-fb3ef63d7997" providerId="ADAL" clId="{A26758E7-D55B-4E69-9F08-E85BE70BC2EC}" dt="2023-03-21T06:14:18.916" v="9459" actId="21"/>
          <ac:spMkLst>
            <pc:docMk/>
            <pc:sldMk cId="2948444257" sldId="836"/>
            <ac:spMk id="80" creationId="{22D14476-E1CC-085F-192D-CBF3300363CA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80" creationId="{E0566ED6-0907-CE10-D9C8-04DBF8E8BB56}"/>
          </ac:spMkLst>
        </pc:spChg>
        <pc:spChg chg="add del mod">
          <ac:chgData name="이민재" userId="f97f16f7-28a5-49bd-9e05-fb3ef63d7997" providerId="ADAL" clId="{A26758E7-D55B-4E69-9F08-E85BE70BC2EC}" dt="2023-03-21T05:11:08.098" v="9151" actId="478"/>
          <ac:spMkLst>
            <pc:docMk/>
            <pc:sldMk cId="2948444257" sldId="836"/>
            <ac:spMk id="82" creationId="{10CBB5CF-9632-F36A-6F31-8A315CDB2D30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82" creationId="{BAE4BBC3-8E9F-5194-FA65-444449249ED8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86" creationId="{5F172BA7-5584-A404-A77B-1E8F8D872F41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88" creationId="{37B9699B-2066-F21D-F72B-DCFC7537894D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95" creationId="{989E24F4-3F11-92F0-AA52-5B20ACCDF288}"/>
          </ac:spMkLst>
        </pc:spChg>
        <pc:spChg chg="add del mod">
          <ac:chgData name="이민재" userId="f97f16f7-28a5-49bd-9e05-fb3ef63d7997" providerId="ADAL" clId="{A26758E7-D55B-4E69-9F08-E85BE70BC2EC}" dt="2023-03-25T04:53:48.955" v="13473" actId="21"/>
          <ac:spMkLst>
            <pc:docMk/>
            <pc:sldMk cId="2948444257" sldId="836"/>
            <ac:spMk id="119" creationId="{B70F16A1-D6C5-22B8-27CE-CCC9015D495D}"/>
          </ac:spMkLst>
        </pc:spChg>
        <pc:spChg chg="add del mod">
          <ac:chgData name="이민재" userId="f97f16f7-28a5-49bd-9e05-fb3ef63d7997" providerId="ADAL" clId="{A26758E7-D55B-4E69-9F08-E85BE70BC2EC}" dt="2023-03-25T05:14:39.472" v="14074" actId="478"/>
          <ac:spMkLst>
            <pc:docMk/>
            <pc:sldMk cId="2948444257" sldId="836"/>
            <ac:spMk id="120" creationId="{400D9428-BEA2-7892-114B-A928B33FDA19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123" creationId="{37788291-90A7-85DE-DA39-1DEC13DD532C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125" creationId="{EC13D744-0DEA-36BC-7861-9010856C5E6F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27" creationId="{CC9B11E4-5188-7687-AF98-ACFB24F08175}"/>
          </ac:spMkLst>
        </pc:spChg>
        <pc:spChg chg="add del mod">
          <ac:chgData name="이민재" userId="f97f16f7-28a5-49bd-9e05-fb3ef63d7997" providerId="ADAL" clId="{A26758E7-D55B-4E69-9F08-E85BE70BC2EC}" dt="2023-03-25T05:02:47.556" v="13885" actId="21"/>
          <ac:spMkLst>
            <pc:docMk/>
            <pc:sldMk cId="2948444257" sldId="836"/>
            <ac:spMk id="128" creationId="{F8954B8C-7715-DA70-1833-C00B965634E8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29" creationId="{409094FF-E8F9-8B5A-946D-5B654265752A}"/>
          </ac:spMkLst>
        </pc:spChg>
        <pc:spChg chg="add mod">
          <ac:chgData name="이민재" userId="f97f16f7-28a5-49bd-9e05-fb3ef63d7997" providerId="ADAL" clId="{A26758E7-D55B-4E69-9F08-E85BE70BC2EC}" dt="2023-03-25T05:04:12.945" v="13918" actId="1076"/>
          <ac:spMkLst>
            <pc:docMk/>
            <pc:sldMk cId="2948444257" sldId="836"/>
            <ac:spMk id="130" creationId="{C44B50CB-76B1-BBDC-A5E7-281D7F2FFB30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31" creationId="{18CAC0AB-3A08-E5CD-3438-852728E8AB72}"/>
          </ac:spMkLst>
        </pc:spChg>
        <pc:spChg chg="add mod">
          <ac:chgData name="이민재" userId="f97f16f7-28a5-49bd-9e05-fb3ef63d7997" providerId="ADAL" clId="{A26758E7-D55B-4E69-9F08-E85BE70BC2EC}" dt="2023-03-25T05:03:19.016" v="13899" actId="1076"/>
          <ac:spMkLst>
            <pc:docMk/>
            <pc:sldMk cId="2948444257" sldId="836"/>
            <ac:spMk id="132" creationId="{EA0806EC-729E-04AC-9FD9-8853FF073894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33" creationId="{8EDCF5BD-B424-9450-948E-FE9B5E5FEE0B}"/>
          </ac:spMkLst>
        </pc:spChg>
        <pc:spChg chg="add mod">
          <ac:chgData name="이민재" userId="f97f16f7-28a5-49bd-9e05-fb3ef63d7997" providerId="ADAL" clId="{A26758E7-D55B-4E69-9F08-E85BE70BC2EC}" dt="2023-03-25T05:04:22.242" v="13921" actId="1076"/>
          <ac:spMkLst>
            <pc:docMk/>
            <pc:sldMk cId="2948444257" sldId="836"/>
            <ac:spMk id="134" creationId="{2362A189-F380-B643-2E40-B9BE63E3AEAD}"/>
          </ac:spMkLst>
        </pc:spChg>
        <pc:spChg chg="add mod">
          <ac:chgData name="이민재" userId="f97f16f7-28a5-49bd-9e05-fb3ef63d7997" providerId="ADAL" clId="{A26758E7-D55B-4E69-9F08-E85BE70BC2EC}" dt="2023-03-25T05:03:56.668" v="13915" actId="1076"/>
          <ac:spMkLst>
            <pc:docMk/>
            <pc:sldMk cId="2948444257" sldId="836"/>
            <ac:spMk id="136" creationId="{F0BB3B36-AA4F-68CA-8968-CBD7A48479FF}"/>
          </ac:spMkLst>
        </pc:spChg>
        <pc:spChg chg="add mod">
          <ac:chgData name="이민재" userId="f97f16f7-28a5-49bd-9e05-fb3ef63d7997" providerId="ADAL" clId="{A26758E7-D55B-4E69-9F08-E85BE70BC2EC}" dt="2023-03-25T05:04:35.139" v="13927" actId="1076"/>
          <ac:spMkLst>
            <pc:docMk/>
            <pc:sldMk cId="2948444257" sldId="836"/>
            <ac:spMk id="138" creationId="{48DEAEC4-C4ED-B54B-F73F-E5583ACA01A8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143" creationId="{1C2E35FC-51A6-9A74-9C8F-6579DDD0E027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145" creationId="{9453AAEB-B74E-6ECB-322E-92603A0FE44E}"/>
          </ac:spMkLst>
        </pc:spChg>
        <pc:spChg chg="add del mod">
          <ac:chgData name="이민재" userId="f97f16f7-28a5-49bd-9e05-fb3ef63d7997" providerId="ADAL" clId="{A26758E7-D55B-4E69-9F08-E85BE70BC2EC}" dt="2023-03-24T23:29:53.269" v="11662" actId="21"/>
          <ac:spMkLst>
            <pc:docMk/>
            <pc:sldMk cId="2948444257" sldId="836"/>
            <ac:spMk id="147" creationId="{43DE8F3B-519C-CF9D-7ECF-1C2E96DD05D4}"/>
          </ac:spMkLst>
        </pc:spChg>
        <pc:spChg chg="add del mod">
          <ac:chgData name="이민재" userId="f97f16f7-28a5-49bd-9e05-fb3ef63d7997" providerId="ADAL" clId="{A26758E7-D55B-4E69-9F08-E85BE70BC2EC}" dt="2023-03-24T23:29:53.269" v="11662" actId="21"/>
          <ac:spMkLst>
            <pc:docMk/>
            <pc:sldMk cId="2948444257" sldId="836"/>
            <ac:spMk id="149" creationId="{F1BB71F2-94FE-0D1A-1337-289C322882E9}"/>
          </ac:spMkLst>
        </pc:spChg>
        <pc:spChg chg="add mod">
          <ac:chgData name="이민재" userId="f97f16f7-28a5-49bd-9e05-fb3ef63d7997" providerId="ADAL" clId="{A26758E7-D55B-4E69-9F08-E85BE70BC2EC}" dt="2023-03-25T05:05:28.656" v="13950" actId="1076"/>
          <ac:spMkLst>
            <pc:docMk/>
            <pc:sldMk cId="2948444257" sldId="836"/>
            <ac:spMk id="153" creationId="{1D811ADB-C37B-37F8-3094-D4D36A3CEE75}"/>
          </ac:spMkLst>
        </pc:spChg>
        <pc:spChg chg="add mod">
          <ac:chgData name="이민재" userId="f97f16f7-28a5-49bd-9e05-fb3ef63d7997" providerId="ADAL" clId="{A26758E7-D55B-4E69-9F08-E85BE70BC2EC}" dt="2023-03-25T05:05:37.797" v="13953" actId="1076"/>
          <ac:spMkLst>
            <pc:docMk/>
            <pc:sldMk cId="2948444257" sldId="836"/>
            <ac:spMk id="155" creationId="{BE89EF4B-12CF-DBDB-6605-42DFA55F5978}"/>
          </ac:spMkLst>
        </pc:spChg>
        <pc:spChg chg="add mod">
          <ac:chgData name="이민재" userId="f97f16f7-28a5-49bd-9e05-fb3ef63d7997" providerId="ADAL" clId="{A26758E7-D55B-4E69-9F08-E85BE70BC2EC}" dt="2023-03-25T05:06:07.374" v="13966" actId="1076"/>
          <ac:spMkLst>
            <pc:docMk/>
            <pc:sldMk cId="2948444257" sldId="836"/>
            <ac:spMk id="156" creationId="{DBAF0F31-8517-CBE7-4C49-B959BD32452D}"/>
          </ac:spMkLst>
        </pc:spChg>
        <pc:spChg chg="add mod">
          <ac:chgData name="이민재" userId="f97f16f7-28a5-49bd-9e05-fb3ef63d7997" providerId="ADAL" clId="{A26758E7-D55B-4E69-9F08-E85BE70BC2EC}" dt="2023-03-25T05:06:16.741" v="13969" actId="1076"/>
          <ac:spMkLst>
            <pc:docMk/>
            <pc:sldMk cId="2948444257" sldId="836"/>
            <ac:spMk id="158" creationId="{39AED6F5-94CF-E5B8-F383-0FD90E8DE4D0}"/>
          </ac:spMkLst>
        </pc:spChg>
        <pc:spChg chg="add mod">
          <ac:chgData name="이민재" userId="f97f16f7-28a5-49bd-9e05-fb3ef63d7997" providerId="ADAL" clId="{A26758E7-D55B-4E69-9F08-E85BE70BC2EC}" dt="2023-03-25T05:06:50.339" v="13999" actId="1076"/>
          <ac:spMkLst>
            <pc:docMk/>
            <pc:sldMk cId="2948444257" sldId="836"/>
            <ac:spMk id="160" creationId="{D9A17650-2BAA-D214-9C2B-19B0C8C1E423}"/>
          </ac:spMkLst>
        </pc:spChg>
        <pc:spChg chg="add mod">
          <ac:chgData name="이민재" userId="f97f16f7-28a5-49bd-9e05-fb3ef63d7997" providerId="ADAL" clId="{A26758E7-D55B-4E69-9F08-E85BE70BC2EC}" dt="2023-03-25T05:06:57.953" v="14005" actId="1076"/>
          <ac:spMkLst>
            <pc:docMk/>
            <pc:sldMk cId="2948444257" sldId="836"/>
            <ac:spMk id="162" creationId="{98414813-6E29-3BB8-8DFF-0999A58A6EA9}"/>
          </ac:spMkLst>
        </pc:spChg>
        <pc:spChg chg="add 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67" creationId="{45909848-2B94-8FD9-821C-CB6C23A780FC}"/>
          </ac:spMkLst>
        </pc:spChg>
        <pc:spChg chg="add del mod">
          <ac:chgData name="이민재" userId="f97f16f7-28a5-49bd-9e05-fb3ef63d7997" providerId="ADAL" clId="{A26758E7-D55B-4E69-9F08-E85BE70BC2EC}" dt="2023-03-25T04:57:08.588" v="13667" actId="21"/>
          <ac:spMkLst>
            <pc:docMk/>
            <pc:sldMk cId="2948444257" sldId="836"/>
            <ac:spMk id="168" creationId="{B0B5D42B-3150-ACB0-CD1E-2A2D0E4CEC27}"/>
          </ac:spMkLst>
        </pc:spChg>
        <pc:spChg chg="add del mod">
          <ac:chgData name="이민재" userId="f97f16f7-28a5-49bd-9e05-fb3ef63d7997" providerId="ADAL" clId="{A26758E7-D55B-4E69-9F08-E85BE70BC2EC}" dt="2023-03-25T04:57:35.317" v="13681" actId="21"/>
          <ac:spMkLst>
            <pc:docMk/>
            <pc:sldMk cId="2948444257" sldId="836"/>
            <ac:spMk id="169" creationId="{AEC72A81-44C5-326A-BB5A-27BF3896DA59}"/>
          </ac:spMkLst>
        </pc:spChg>
        <pc:spChg chg="add del mod">
          <ac:chgData name="이민재" userId="f97f16f7-28a5-49bd-9e05-fb3ef63d7997" providerId="ADAL" clId="{A26758E7-D55B-4E69-9F08-E85BE70BC2EC}" dt="2023-03-25T04:58:26.126" v="13745" actId="21"/>
          <ac:spMkLst>
            <pc:docMk/>
            <pc:sldMk cId="2948444257" sldId="836"/>
            <ac:spMk id="170" creationId="{8919A0D0-EB0A-01F9-6ABC-FBFE7786F3B4}"/>
          </ac:spMkLst>
        </pc:spChg>
        <pc:spChg chg="add del mod">
          <ac:chgData name="이민재" userId="f97f16f7-28a5-49bd-9e05-fb3ef63d7997" providerId="ADAL" clId="{A26758E7-D55B-4E69-9F08-E85BE70BC2EC}" dt="2023-03-25T04:59:55.248" v="13807" actId="21"/>
          <ac:spMkLst>
            <pc:docMk/>
            <pc:sldMk cId="2948444257" sldId="836"/>
            <ac:spMk id="171" creationId="{1B0C6312-8C7B-DEB3-8BCD-A04C67A7627D}"/>
          </ac:spMkLst>
        </pc:spChg>
        <pc:spChg chg="add del mod">
          <ac:chgData name="이민재" userId="f97f16f7-28a5-49bd-9e05-fb3ef63d7997" providerId="ADAL" clId="{A26758E7-D55B-4E69-9F08-E85BE70BC2EC}" dt="2023-03-25T05:00:26.351" v="13817" actId="21"/>
          <ac:spMkLst>
            <pc:docMk/>
            <pc:sldMk cId="2948444257" sldId="836"/>
            <ac:spMk id="172" creationId="{82C9BFFF-AB91-9039-3127-D3F3B4472ADD}"/>
          </ac:spMkLst>
        </pc:spChg>
        <pc:spChg chg="add mod">
          <ac:chgData name="이민재" userId="f97f16f7-28a5-49bd-9e05-fb3ef63d7997" providerId="ADAL" clId="{A26758E7-D55B-4E69-9F08-E85BE70BC2EC}" dt="2023-03-25T05:09:35.966" v="14058" actId="14100"/>
          <ac:spMkLst>
            <pc:docMk/>
            <pc:sldMk cId="2948444257" sldId="836"/>
            <ac:spMk id="173" creationId="{86690FE8-051A-BAEA-BE7B-E2140F71D470}"/>
          </ac:spMkLst>
        </pc:spChg>
        <pc:spChg chg="add mod">
          <ac:chgData name="이민재" userId="f97f16f7-28a5-49bd-9e05-fb3ef63d7997" providerId="ADAL" clId="{A26758E7-D55B-4E69-9F08-E85BE70BC2EC}" dt="2023-03-25T04:56:49.313" v="13659" actId="571"/>
          <ac:spMkLst>
            <pc:docMk/>
            <pc:sldMk cId="2948444257" sldId="836"/>
            <ac:spMk id="175" creationId="{A2C5A9F1-F9E7-153E-52A4-5CF895FF764A}"/>
          </ac:spMkLst>
        </pc:spChg>
        <pc:spChg chg="add del mod">
          <ac:chgData name="이민재" userId="f97f16f7-28a5-49bd-9e05-fb3ef63d7997" providerId="ADAL" clId="{A26758E7-D55B-4E69-9F08-E85BE70BC2EC}" dt="2023-03-25T04:57:08.588" v="13667" actId="21"/>
          <ac:spMkLst>
            <pc:docMk/>
            <pc:sldMk cId="2948444257" sldId="836"/>
            <ac:spMk id="176" creationId="{426AC51F-9D22-F0DA-3A18-A1C691BDBE42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78" creationId="{64EF1ADA-A860-C3B6-A501-FDEE760376D4}"/>
          </ac:spMkLst>
        </pc:spChg>
        <pc:spChg chg="mod">
          <ac:chgData name="이민재" userId="f97f16f7-28a5-49bd-9e05-fb3ef63d7997" providerId="ADAL" clId="{A26758E7-D55B-4E69-9F08-E85BE70BC2EC}" dt="2023-03-25T05:09:34.542" v="14052" actId="14100"/>
          <ac:spMkLst>
            <pc:docMk/>
            <pc:sldMk cId="2948444257" sldId="836"/>
            <ac:spMk id="179" creationId="{B146FD59-7A11-932C-BAF9-7D81666C19DE}"/>
          </ac:spMkLst>
        </pc:spChg>
        <pc:spChg chg="add del mod">
          <ac:chgData name="이민재" userId="f97f16f7-28a5-49bd-9e05-fb3ef63d7997" providerId="ADAL" clId="{A26758E7-D55B-4E69-9F08-E85BE70BC2EC}" dt="2023-03-25T04:57:35.317" v="13681" actId="21"/>
          <ac:spMkLst>
            <pc:docMk/>
            <pc:sldMk cId="2948444257" sldId="836"/>
            <ac:spMk id="180" creationId="{0C63BFF8-5559-AC54-F227-FFDE9B2FF04E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82" creationId="{592DD889-ED03-4A1D-CC55-29CA3CD98C73}"/>
          </ac:spMkLst>
        </pc:spChg>
        <pc:spChg chg="mod">
          <ac:chgData name="이민재" userId="f97f16f7-28a5-49bd-9e05-fb3ef63d7997" providerId="ADAL" clId="{A26758E7-D55B-4E69-9F08-E85BE70BC2EC}" dt="2023-03-25T05:09:34.757" v="14053" actId="113"/>
          <ac:spMkLst>
            <pc:docMk/>
            <pc:sldMk cId="2948444257" sldId="836"/>
            <ac:spMk id="183" creationId="{23AEB85F-19DC-A269-7AAE-1C62CADBDE4B}"/>
          </ac:spMkLst>
        </pc:spChg>
        <pc:spChg chg="add del mod">
          <ac:chgData name="이민재" userId="f97f16f7-28a5-49bd-9e05-fb3ef63d7997" providerId="ADAL" clId="{A26758E7-D55B-4E69-9F08-E85BE70BC2EC}" dt="2023-03-25T04:58:26.126" v="13745" actId="21"/>
          <ac:spMkLst>
            <pc:docMk/>
            <pc:sldMk cId="2948444257" sldId="836"/>
            <ac:spMk id="184" creationId="{A9DEAE15-5729-5263-D79B-30C20A5674EC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86" creationId="{63524CBD-80DD-5F92-187D-80E13D495F0C}"/>
          </ac:spMkLst>
        </pc:spChg>
        <pc:spChg chg="mod">
          <ac:chgData name="이민재" userId="f97f16f7-28a5-49bd-9e05-fb3ef63d7997" providerId="ADAL" clId="{A26758E7-D55B-4E69-9F08-E85BE70BC2EC}" dt="2023-03-25T05:09:35.381" v="14056" actId="113"/>
          <ac:spMkLst>
            <pc:docMk/>
            <pc:sldMk cId="2948444257" sldId="836"/>
            <ac:spMk id="187" creationId="{8939C27A-C37C-229A-9BAA-8E159354C6C2}"/>
          </ac:spMkLst>
        </pc:spChg>
        <pc:spChg chg="add del mod">
          <ac:chgData name="이민재" userId="f97f16f7-28a5-49bd-9e05-fb3ef63d7997" providerId="ADAL" clId="{A26758E7-D55B-4E69-9F08-E85BE70BC2EC}" dt="2023-03-25T04:59:55.248" v="13807" actId="21"/>
          <ac:spMkLst>
            <pc:docMk/>
            <pc:sldMk cId="2948444257" sldId="836"/>
            <ac:spMk id="188" creationId="{DC2E1B7C-D88C-39C9-B388-B842A55D6C9F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0" creationId="{D8AC31F8-280F-9D58-DFFA-A0E1F04057EA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1" creationId="{7E6B10ED-564C-1FDD-D2A5-5E5BC942CCC4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2" creationId="{1CCE4756-7926-F2BD-6379-F2441143C0AB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4" creationId="{1223C247-1161-DA95-814D-F8C39A0A4030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5" creationId="{199E9FC5-7D66-067E-6353-E0307A560A11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6" creationId="{C80A006D-0C5E-FBF0-B4B4-CFBF67F1409E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98" creationId="{F6EE9A51-121E-083C-95DF-B99D3B635EEC}"/>
          </ac:spMkLst>
        </pc:spChg>
        <pc:spChg chg="mod">
          <ac:chgData name="이민재" userId="f97f16f7-28a5-49bd-9e05-fb3ef63d7997" providerId="ADAL" clId="{A26758E7-D55B-4E69-9F08-E85BE70BC2EC}" dt="2023-03-25T05:09:35.180" v="14055" actId="113"/>
          <ac:spMkLst>
            <pc:docMk/>
            <pc:sldMk cId="2948444257" sldId="836"/>
            <ac:spMk id="199" creationId="{B331134D-A92D-9C04-E9AE-D671FFC4AFAE}"/>
          </ac:spMkLst>
        </pc:spChg>
        <pc:spChg chg="add del mod">
          <ac:chgData name="이민재" userId="f97f16f7-28a5-49bd-9e05-fb3ef63d7997" providerId="ADAL" clId="{A26758E7-D55B-4E69-9F08-E85BE70BC2EC}" dt="2023-03-25T05:00:26.351" v="13817" actId="21"/>
          <ac:spMkLst>
            <pc:docMk/>
            <pc:sldMk cId="2948444257" sldId="836"/>
            <ac:spMk id="200" creationId="{0B9DF327-3D08-542D-196E-A7A5C478B120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2" creationId="{5B9859E7-C88A-C69A-A828-80767C16DA2D}"/>
          </ac:spMkLst>
        </pc:spChg>
        <pc:spChg chg="mod">
          <ac:chgData name="이민재" userId="f97f16f7-28a5-49bd-9e05-fb3ef63d7997" providerId="ADAL" clId="{A26758E7-D55B-4E69-9F08-E85BE70BC2EC}" dt="2023-03-25T05:09:34.957" v="14054" actId="113"/>
          <ac:spMkLst>
            <pc:docMk/>
            <pc:sldMk cId="2948444257" sldId="836"/>
            <ac:spMk id="203" creationId="{EAAB9CFE-86CA-3376-5190-89E454C76424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5" creationId="{90CBF407-5A95-F64B-0B7E-3B0EC0704D36}"/>
          </ac:spMkLst>
        </pc:spChg>
        <pc:spChg chg="mod">
          <ac:chgData name="이민재" userId="f97f16f7-28a5-49bd-9e05-fb3ef63d7997" providerId="ADAL" clId="{A26758E7-D55B-4E69-9F08-E85BE70BC2EC}" dt="2023-03-25T05:09:33.390" v="14046" actId="14100"/>
          <ac:spMkLst>
            <pc:docMk/>
            <pc:sldMk cId="2948444257" sldId="836"/>
            <ac:spMk id="206" creationId="{5895EA84-ADE6-883F-C4AE-D3EE7D8D69F4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8" creationId="{7FD9AC00-0E51-0201-6F66-55E799345BAD}"/>
          </ac:spMkLst>
        </pc:spChg>
        <pc:spChg chg="mod">
          <ac:chgData name="이민재" userId="f97f16f7-28a5-49bd-9e05-fb3ef63d7997" providerId="ADAL" clId="{A26758E7-D55B-4E69-9F08-E85BE70BC2EC}" dt="2023-03-25T05:09:32.885" v="14044" actId="14100"/>
          <ac:spMkLst>
            <pc:docMk/>
            <pc:sldMk cId="2948444257" sldId="836"/>
            <ac:spMk id="209" creationId="{5DB03078-7163-B708-C086-D19341DCAC21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1" creationId="{EE159E86-0A02-AAD2-BFBB-F38D9BFBB190}"/>
          </ac:spMkLst>
        </pc:spChg>
        <pc:spChg chg="mod">
          <ac:chgData name="이민재" userId="f97f16f7-28a5-49bd-9e05-fb3ef63d7997" providerId="ADAL" clId="{A26758E7-D55B-4E69-9F08-E85BE70BC2EC}" dt="2023-03-25T05:09:33.589" v="14047" actId="113"/>
          <ac:spMkLst>
            <pc:docMk/>
            <pc:sldMk cId="2948444257" sldId="836"/>
            <ac:spMk id="212" creationId="{E9C7A68C-4042-1BEA-E331-AD1A9DDB8469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4" creationId="{3B8C4C89-59BF-73CE-93E6-6EF2386B2077}"/>
          </ac:spMkLst>
        </pc:spChg>
        <pc:spChg chg="mod">
          <ac:chgData name="이민재" userId="f97f16f7-28a5-49bd-9e05-fb3ef63d7997" providerId="ADAL" clId="{A26758E7-D55B-4E69-9F08-E85BE70BC2EC}" dt="2023-03-25T05:09:34.173" v="14050" actId="113"/>
          <ac:spMkLst>
            <pc:docMk/>
            <pc:sldMk cId="2948444257" sldId="836"/>
            <ac:spMk id="215" creationId="{38A9E4F4-D631-1BFC-3153-84F3AACB48FB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7" creationId="{7FDBC481-93F7-F629-4364-309304C4E08C}"/>
          </ac:spMkLst>
        </pc:spChg>
        <pc:spChg chg="mod">
          <ac:chgData name="이민재" userId="f97f16f7-28a5-49bd-9e05-fb3ef63d7997" providerId="ADAL" clId="{A26758E7-D55B-4E69-9F08-E85BE70BC2EC}" dt="2023-03-25T05:09:33.973" v="14049" actId="113"/>
          <ac:spMkLst>
            <pc:docMk/>
            <pc:sldMk cId="2948444257" sldId="836"/>
            <ac:spMk id="218" creationId="{7D540537-5931-3021-2D1F-DE30E9B99C6F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20" creationId="{A64F92A7-2369-5127-BBCA-CDE8EF55DB49}"/>
          </ac:spMkLst>
        </pc:spChg>
        <pc:spChg chg="mod">
          <ac:chgData name="이민재" userId="f97f16f7-28a5-49bd-9e05-fb3ef63d7997" providerId="ADAL" clId="{A26758E7-D55B-4E69-9F08-E85BE70BC2EC}" dt="2023-03-25T05:09:33.789" v="14048" actId="113"/>
          <ac:spMkLst>
            <pc:docMk/>
            <pc:sldMk cId="2948444257" sldId="836"/>
            <ac:spMk id="221" creationId="{8DDE6FF9-0038-7350-E129-C552FC4BD543}"/>
          </ac:spMkLst>
        </pc:spChg>
        <pc:spChg chg="add mod">
          <ac:chgData name="이민재" userId="f97f16f7-28a5-49bd-9e05-fb3ef63d7997" providerId="ADAL" clId="{A26758E7-D55B-4E69-9F08-E85BE70BC2EC}" dt="2023-03-25T05:02:55.097" v="13888" actId="1076"/>
          <ac:spMkLst>
            <pc:docMk/>
            <pc:sldMk cId="2948444257" sldId="836"/>
            <ac:spMk id="223" creationId="{26A3F830-E28F-5587-BF19-92A8E30041F0}"/>
          </ac:spMkLst>
        </pc:spChg>
        <pc:spChg chg="add mod">
          <ac:chgData name="이민재" userId="f97f16f7-28a5-49bd-9e05-fb3ef63d7997" providerId="ADAL" clId="{A26758E7-D55B-4E69-9F08-E85BE70BC2EC}" dt="2023-03-25T05:24:49.963" v="14471" actId="1037"/>
          <ac:spMkLst>
            <pc:docMk/>
            <pc:sldMk cId="2948444257" sldId="836"/>
            <ac:spMk id="257" creationId="{C3C763FE-3A11-702A-577F-D8D2990D1882}"/>
          </ac:spMkLst>
        </pc:spChg>
        <pc:spChg chg="add mod">
          <ac:chgData name="이민재" userId="f97f16f7-28a5-49bd-9e05-fb3ef63d7997" providerId="ADAL" clId="{A26758E7-D55B-4E69-9F08-E85BE70BC2EC}" dt="2023-03-25T05:25:01.541" v="14477" actId="1076"/>
          <ac:spMkLst>
            <pc:docMk/>
            <pc:sldMk cId="2948444257" sldId="836"/>
            <ac:spMk id="259" creationId="{8421B657-D73A-356C-DC45-53B4F3A48BCB}"/>
          </ac:spMkLst>
        </pc:spChg>
        <pc:spChg chg="add mod">
          <ac:chgData name="이민재" userId="f97f16f7-28a5-49bd-9e05-fb3ef63d7997" providerId="ADAL" clId="{A26758E7-D55B-4E69-9F08-E85BE70BC2EC}" dt="2023-03-25T05:25:09.028" v="14480" actId="1076"/>
          <ac:spMkLst>
            <pc:docMk/>
            <pc:sldMk cId="2948444257" sldId="836"/>
            <ac:spMk id="261" creationId="{76A3A39A-9FC5-EEC6-56F3-A37D66532510}"/>
          </ac:spMkLst>
        </pc:spChg>
        <pc:spChg chg="add del mod">
          <ac:chgData name="이민재" userId="f97f16f7-28a5-49bd-9e05-fb3ef63d7997" providerId="ADAL" clId="{A26758E7-D55B-4E69-9F08-E85BE70BC2EC}" dt="2023-03-26T15:12:31.075" v="15166" actId="21"/>
          <ac:spMkLst>
            <pc:docMk/>
            <pc:sldMk cId="2948444257" sldId="836"/>
            <ac:spMk id="263" creationId="{133A8F7E-D91D-3BA1-B90E-3669C4DF6D48}"/>
          </ac:spMkLst>
        </pc:spChg>
        <pc:spChg chg="add mod">
          <ac:chgData name="이민재" userId="f97f16f7-28a5-49bd-9e05-fb3ef63d7997" providerId="ADAL" clId="{A26758E7-D55B-4E69-9F08-E85BE70BC2EC}" dt="2023-03-25T05:25:48.162" v="14507" actId="1076"/>
          <ac:spMkLst>
            <pc:docMk/>
            <pc:sldMk cId="2948444257" sldId="836"/>
            <ac:spMk id="265" creationId="{3EF198EE-693B-2686-0C19-8EE067857EFB}"/>
          </ac:spMkLst>
        </pc:spChg>
        <pc:spChg chg="add mod">
          <ac:chgData name="이민재" userId="f97f16f7-28a5-49bd-9e05-fb3ef63d7997" providerId="ADAL" clId="{A26758E7-D55B-4E69-9F08-E85BE70BC2EC}" dt="2023-03-25T05:25:44.812" v="14506" actId="1076"/>
          <ac:spMkLst>
            <pc:docMk/>
            <pc:sldMk cId="2948444257" sldId="836"/>
            <ac:spMk id="267" creationId="{F5540D4D-B86A-5A52-3794-2BF84DF01BB5}"/>
          </ac:spMkLst>
        </pc:spChg>
        <pc:spChg chg="add mod">
          <ac:chgData name="이민재" userId="f97f16f7-28a5-49bd-9e05-fb3ef63d7997" providerId="ADAL" clId="{A26758E7-D55B-4E69-9F08-E85BE70BC2EC}" dt="2023-03-25T05:26:07.041" v="14519" actId="1076"/>
          <ac:spMkLst>
            <pc:docMk/>
            <pc:sldMk cId="2948444257" sldId="836"/>
            <ac:spMk id="269" creationId="{6733A6FC-4C09-124D-5E94-8B6546BFE810}"/>
          </ac:spMkLst>
        </pc:spChg>
        <pc:spChg chg="add mod">
          <ac:chgData name="이민재" userId="f97f16f7-28a5-49bd-9e05-fb3ef63d7997" providerId="ADAL" clId="{A26758E7-D55B-4E69-9F08-E85BE70BC2EC}" dt="2023-03-25T05:26:17.555" v="14523" actId="1076"/>
          <ac:spMkLst>
            <pc:docMk/>
            <pc:sldMk cId="2948444257" sldId="836"/>
            <ac:spMk id="271" creationId="{96BB34BA-E80B-239C-DEA5-2F86339DE7C9}"/>
          </ac:spMkLst>
        </pc:spChg>
        <pc:spChg chg="add mod">
          <ac:chgData name="이민재" userId="f97f16f7-28a5-49bd-9e05-fb3ef63d7997" providerId="ADAL" clId="{A26758E7-D55B-4E69-9F08-E85BE70BC2EC}" dt="2023-03-25T05:26:30.385" v="14535" actId="1076"/>
          <ac:spMkLst>
            <pc:docMk/>
            <pc:sldMk cId="2948444257" sldId="836"/>
            <ac:spMk id="273" creationId="{7FCA872B-DFA0-E8D8-1410-763FADF080FD}"/>
          </ac:spMkLst>
        </pc:spChg>
        <pc:spChg chg="add mod">
          <ac:chgData name="이민재" userId="f97f16f7-28a5-49bd-9e05-fb3ef63d7997" providerId="ADAL" clId="{A26758E7-D55B-4E69-9F08-E85BE70BC2EC}" dt="2023-03-25T05:26:43.472" v="14548" actId="1076"/>
          <ac:spMkLst>
            <pc:docMk/>
            <pc:sldMk cId="2948444257" sldId="836"/>
            <ac:spMk id="275" creationId="{58F0811F-37F2-6505-CDE8-B2B0DFE7EF7D}"/>
          </ac:spMkLst>
        </pc:spChg>
        <pc:spChg chg="add mod">
          <ac:chgData name="이민재" userId="f97f16f7-28a5-49bd-9e05-fb3ef63d7997" providerId="ADAL" clId="{A26758E7-D55B-4E69-9F08-E85BE70BC2EC}" dt="2023-03-25T05:26:58.165" v="14557" actId="1076"/>
          <ac:spMkLst>
            <pc:docMk/>
            <pc:sldMk cId="2948444257" sldId="836"/>
            <ac:spMk id="277" creationId="{80C6484D-C879-5AC9-E1D1-9857433B519F}"/>
          </ac:spMkLst>
        </pc:spChg>
        <pc:spChg chg="add mod">
          <ac:chgData name="이민재" userId="f97f16f7-28a5-49bd-9e05-fb3ef63d7997" providerId="ADAL" clId="{A26758E7-D55B-4E69-9F08-E85BE70BC2EC}" dt="2023-03-25T05:27:09.240" v="14564" actId="1076"/>
          <ac:spMkLst>
            <pc:docMk/>
            <pc:sldMk cId="2948444257" sldId="836"/>
            <ac:spMk id="279" creationId="{620344A0-DF81-AEA7-C88F-EBB6E7526712}"/>
          </ac:spMkLst>
        </pc:spChg>
        <pc:spChg chg="add mod">
          <ac:chgData name="이민재" userId="f97f16f7-28a5-49bd-9e05-fb3ef63d7997" providerId="ADAL" clId="{A26758E7-D55B-4E69-9F08-E85BE70BC2EC}" dt="2023-03-25T05:27:23.239" v="14575" actId="1076"/>
          <ac:spMkLst>
            <pc:docMk/>
            <pc:sldMk cId="2948444257" sldId="836"/>
            <ac:spMk id="281" creationId="{65F4004A-AEBD-54F0-54C8-9015FF4E94C1}"/>
          </ac:spMkLst>
        </pc:spChg>
        <pc:spChg chg="add mod">
          <ac:chgData name="이민재" userId="f97f16f7-28a5-49bd-9e05-fb3ef63d7997" providerId="ADAL" clId="{A26758E7-D55B-4E69-9F08-E85BE70BC2EC}" dt="2023-03-25T05:24:27.261" v="14463" actId="1076"/>
          <ac:spMkLst>
            <pc:docMk/>
            <pc:sldMk cId="2948444257" sldId="836"/>
            <ac:spMk id="283" creationId="{123D4FF9-BAD0-9782-B2F1-3E272E5C132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6" creationId="{6647709F-158E-A617-FBC2-E5927D44F53B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7" creationId="{1B39D983-4BAE-3AF0-41D6-65A31D63E739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9" creationId="{ED29B817-8D6F-32B6-6CD5-637BCF2B013A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0" creationId="{B9113EFE-1D91-360E-DCBD-C22B46DD582D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2" creationId="{58E4B4C3-A335-91A5-0686-AA5D0A20ADB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3" creationId="{7FC0AB86-B448-9B7D-75DA-7F8150F7C426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5" creationId="{4BFE0577-B854-9404-ABC4-EAC0F39A197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6" creationId="{B1E0CC08-3FD2-96BB-D7E1-1F7FA6A96CE8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8" creationId="{262E5E56-66BD-0A44-3F92-DD8E7E1E42A9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9" creationId="{BCBC2B86-0A27-2EC2-B8E2-7BD1B1BA277A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1" creationId="{B0262AEC-3B44-829E-F4A0-083153E8660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2" creationId="{D370A533-114D-9909-5D93-11489362120F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4" creationId="{B1D31FDE-9BF1-0ABF-DBDB-6234BFE56B1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5" creationId="{1D5F5CD5-5DCA-12E6-D73E-9C2D9A5F4E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7" creationId="{A12D7013-4D1D-3FA2-B490-D0D58AEEF89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8" creationId="{427B4BCF-387E-16E2-3E47-735896901A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0" creationId="{65D01386-C4B4-737B-1D78-140FF3F62BC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1" creationId="{C867ECC3-7A9B-A200-39B5-A9E812332788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3" creationId="{BEF029D0-64C6-BFEA-B493-BF2F499CBC9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4" creationId="{4C883CC1-166D-0279-32E5-AE990C811D80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6" creationId="{481561E9-07A4-FEF3-8457-DED8DC3DE40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7" creationId="{7B1B17C2-ABC4-FC1F-CB4B-269069ABA82F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9" creationId="{686BC02B-5222-27BA-62E8-0F3D155053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40" creationId="{36DD53D1-A4D6-9B2A-C80C-A3A5B34EDBAE}"/>
          </ac:spMkLst>
        </pc:spChg>
        <pc:spChg chg="add mod">
          <ac:chgData name="이민재" userId="f97f16f7-28a5-49bd-9e05-fb3ef63d7997" providerId="ADAL" clId="{A26758E7-D55B-4E69-9F08-E85BE70BC2EC}" dt="2023-03-25T05:28:44.596" v="14630" actId="1036"/>
          <ac:spMkLst>
            <pc:docMk/>
            <pc:sldMk cId="2948444257" sldId="836"/>
            <ac:spMk id="341" creationId="{6488248F-302F-3B66-AD2E-1084B09A5CE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3" creationId="{C0577196-0576-AEE4-1D80-E3798710A006}"/>
          </ac:spMkLst>
        </pc:spChg>
        <pc:spChg chg="mod">
          <ac:chgData name="이민재" userId="f97f16f7-28a5-49bd-9e05-fb3ef63d7997" providerId="ADAL" clId="{A26758E7-D55B-4E69-9F08-E85BE70BC2EC}" dt="2023-03-25T05:29:09.423" v="14647" actId="14100"/>
          <ac:spMkLst>
            <pc:docMk/>
            <pc:sldMk cId="2948444257" sldId="836"/>
            <ac:spMk id="344" creationId="{E3428FDC-68A2-EEF3-E865-24FB0DBDB534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6" creationId="{E32043CF-1A80-78F3-0B54-9042056F75DF}"/>
          </ac:spMkLst>
        </pc:spChg>
        <pc:spChg chg="mod">
          <ac:chgData name="이민재" userId="f97f16f7-28a5-49bd-9e05-fb3ef63d7997" providerId="ADAL" clId="{A26758E7-D55B-4E69-9F08-E85BE70BC2EC}" dt="2023-03-25T05:29:12.073" v="14648" actId="14100"/>
          <ac:spMkLst>
            <pc:docMk/>
            <pc:sldMk cId="2948444257" sldId="836"/>
            <ac:spMk id="347" creationId="{BFD9CC81-6100-8195-2225-0632DD539A83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9" creationId="{EACA41B6-2985-CB03-1729-357419DD2529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0" creationId="{A104376F-A12B-8598-804A-6BEFC39D6591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2" creationId="{9B8AE881-344A-6DEA-0E91-407B00EC5F59}"/>
          </ac:spMkLst>
        </pc:spChg>
        <pc:spChg chg="mod">
          <ac:chgData name="이민재" userId="f97f16f7-28a5-49bd-9e05-fb3ef63d7997" providerId="ADAL" clId="{A26758E7-D55B-4E69-9F08-E85BE70BC2EC}" dt="2023-03-25T05:29:39.593" v="14678" actId="20577"/>
          <ac:spMkLst>
            <pc:docMk/>
            <pc:sldMk cId="2948444257" sldId="836"/>
            <ac:spMk id="353" creationId="{F5EBED9F-2554-6D3B-EBE3-0E0617247E5F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5" creationId="{3705E2E3-ED23-4B6D-224D-48706204BACE}"/>
          </ac:spMkLst>
        </pc:spChg>
        <pc:spChg chg="mod">
          <ac:chgData name="이민재" userId="f97f16f7-28a5-49bd-9e05-fb3ef63d7997" providerId="ADAL" clId="{A26758E7-D55B-4E69-9F08-E85BE70BC2EC}" dt="2023-03-25T05:29:33.392" v="14674" actId="20577"/>
          <ac:spMkLst>
            <pc:docMk/>
            <pc:sldMk cId="2948444257" sldId="836"/>
            <ac:spMk id="356" creationId="{B44910A1-83EE-C927-035E-E0855972A6F6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8" creationId="{3F9AFD9C-2B3D-0DF0-6608-F28D7348C3FA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9" creationId="{991FE626-65C0-A8ED-FCEC-A8AFD1B8BDA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1" creationId="{A43FE07E-7575-9A27-1A3E-1EB619BE238F}"/>
          </ac:spMkLst>
        </pc:spChg>
        <pc:spChg chg="mod">
          <ac:chgData name="이민재" userId="f97f16f7-28a5-49bd-9e05-fb3ef63d7997" providerId="ADAL" clId="{A26758E7-D55B-4E69-9F08-E85BE70BC2EC}" dt="2023-03-25T05:29:18.820" v="14657" actId="14100"/>
          <ac:spMkLst>
            <pc:docMk/>
            <pc:sldMk cId="2948444257" sldId="836"/>
            <ac:spMk id="362" creationId="{FB4109DF-4BE9-21BA-3129-4BBF1E4EEF7E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4" creationId="{6B43CF75-3B75-55FB-F822-3F6DADC1A2BE}"/>
          </ac:spMkLst>
        </pc:spChg>
        <pc:spChg chg="mod">
          <ac:chgData name="이민재" userId="f97f16f7-28a5-49bd-9e05-fb3ef63d7997" providerId="ADAL" clId="{A26758E7-D55B-4E69-9F08-E85BE70BC2EC}" dt="2023-03-25T05:29:22.537" v="14662" actId="14100"/>
          <ac:spMkLst>
            <pc:docMk/>
            <pc:sldMk cId="2948444257" sldId="836"/>
            <ac:spMk id="365" creationId="{E8543B9E-9CF9-D381-201A-48B45F075FE0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7" creationId="{5621F30D-C201-9B26-74B0-25C6B9F53A0A}"/>
          </ac:spMkLst>
        </pc:spChg>
        <pc:spChg chg="mod">
          <ac:chgData name="이민재" userId="f97f16f7-28a5-49bd-9e05-fb3ef63d7997" providerId="ADAL" clId="{A26758E7-D55B-4E69-9F08-E85BE70BC2EC}" dt="2023-03-25T05:29:24.422" v="14666" actId="20577"/>
          <ac:spMkLst>
            <pc:docMk/>
            <pc:sldMk cId="2948444257" sldId="836"/>
            <ac:spMk id="368" creationId="{22D9442A-10E1-975C-D56E-EF9C6991D10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0" creationId="{7ED79258-8DB0-8409-C495-867A19B5BBC8}"/>
          </ac:spMkLst>
        </pc:spChg>
        <pc:spChg chg="mod">
          <ac:chgData name="이민재" userId="f97f16f7-28a5-49bd-9e05-fb3ef63d7997" providerId="ADAL" clId="{A26758E7-D55B-4E69-9F08-E85BE70BC2EC}" dt="2023-03-25T05:29:30.831" v="14672" actId="20577"/>
          <ac:spMkLst>
            <pc:docMk/>
            <pc:sldMk cId="2948444257" sldId="836"/>
            <ac:spMk id="371" creationId="{9E927CE4-EEAE-BDEA-B17C-D83262C071E9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3" creationId="{7C4258B2-9054-4620-7740-86613D72D983}"/>
          </ac:spMkLst>
        </pc:spChg>
        <pc:spChg chg="mod">
          <ac:chgData name="이민재" userId="f97f16f7-28a5-49bd-9e05-fb3ef63d7997" providerId="ADAL" clId="{A26758E7-D55B-4E69-9F08-E85BE70BC2EC}" dt="2023-03-25T05:29:28.230" v="14670" actId="20577"/>
          <ac:spMkLst>
            <pc:docMk/>
            <pc:sldMk cId="2948444257" sldId="836"/>
            <ac:spMk id="374" creationId="{802C0B66-600F-A41E-E52E-22251F963206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6" creationId="{43CBCE7F-3E2F-E5D7-38DE-3C9207575330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7" creationId="{C6854019-7349-C4E7-BA5E-C3A73AA9E313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79" creationId="{C0A8E00F-DA7D-2515-F2CE-B567D3626D08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0" creationId="{0223C043-118D-8931-428B-C717EDEE7553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2" creationId="{940CFEFB-8FC1-B081-D81A-C786D343513A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3" creationId="{77EECF1F-E79F-20A0-130A-FA94352443AC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5" creationId="{180D3B52-DE9E-A19D-1A54-8CFED2889447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6" creationId="{20E16BE4-4E03-B25F-2A9C-A377F952D53D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8" creationId="{8BC25FB5-C195-3512-60E4-75DA04910EE1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9" creationId="{23B05A62-032C-B74F-EE4D-91369781AE79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91" creationId="{2FB33D75-8D86-D06A-C5F3-786D0146A21A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92" creationId="{1EDCC802-B2A1-7002-DD9C-9BF6F2DE7CF2}"/>
          </ac:spMkLst>
        </pc:s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7" creationId="{3A8FEF4F-9AC0-5828-0EE2-30EC72A61A10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0" creationId="{E5A94A65-2ACA-6D8A-C903-DCF72CF961B7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3" creationId="{5E7A590E-A13F-A23E-2F92-BE789F3EA946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6" creationId="{62A8ABF7-C1F6-5D26-E81F-7AD0BD2AA417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9" creationId="{70288C58-5957-0365-6C30-26EA758B9EE9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24" creationId="{DC4E1434-F6E8-2217-8011-C56338F1DA54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27" creationId="{696AEC5F-237D-9EFD-8FDD-0BAA370A6D7E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0" creationId="{16A6E573-9710-6221-0039-4DE1877E5ED3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3" creationId="{3565E495-4993-8F93-63FD-AE60223352DD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6" creationId="{6367F4F1-00D0-F12D-2DE8-A0426FA9DA2A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74" creationId="{1E3F1216-2CC6-A86F-6DFC-92084B5A61B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77" creationId="{7F9396E3-CAC5-B77E-0053-E11DE964FAB7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81" creationId="{73DE2110-6A12-521F-6527-D25B56ABF8C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85" creationId="{BD0703AD-EA68-DEC4-93EA-5B519411E2BC}"/>
          </ac:grpSpMkLst>
        </pc:grpChg>
        <pc:grpChg chg="add del mod">
          <ac:chgData name="이민재" userId="f97f16f7-28a5-49bd-9e05-fb3ef63d7997" providerId="ADAL" clId="{A26758E7-D55B-4E69-9F08-E85BE70BC2EC}" dt="2023-03-25T04:59:28.905" v="13784"/>
          <ac:grpSpMkLst>
            <pc:docMk/>
            <pc:sldMk cId="2948444257" sldId="836"/>
            <ac:grpSpMk id="189" creationId="{930E45C5-6EC8-1564-0B5D-2BA2891F16A5}"/>
          </ac:grpSpMkLst>
        </pc:grpChg>
        <pc:grpChg chg="add del mod">
          <ac:chgData name="이민재" userId="f97f16f7-28a5-49bd-9e05-fb3ef63d7997" providerId="ADAL" clId="{A26758E7-D55B-4E69-9F08-E85BE70BC2EC}" dt="2023-03-25T04:59:49.538" v="13801"/>
          <ac:grpSpMkLst>
            <pc:docMk/>
            <pc:sldMk cId="2948444257" sldId="836"/>
            <ac:grpSpMk id="193" creationId="{D841DF7F-637D-8706-EFE9-9B331406AD78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97" creationId="{AA715616-E3F1-850F-0990-740906664673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1" creationId="{99063A3A-6C27-EC04-3513-8DD9C1647D1E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4" creationId="{385B2EB1-B8EE-6444-EFD3-8BAD97FC8FC6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7" creationId="{66740544-2E3C-A49C-2B2C-1550310EB0C2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0" creationId="{448306FC-02FB-94D2-6EA1-17C59068AC2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3" creationId="{5FD63034-6A4C-1A4C-ABDC-3239DB633B2A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6" creationId="{745F3967-7C67-2937-A398-E6876174C933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9" creationId="{3806CEC8-3563-678B-635D-FCA0AC25D69A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05" creationId="{1D1190A4-BA65-16FE-D36D-239C2DD4BB4C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08" creationId="{5FAD4414-6AB5-C77C-4F2A-6AA9C52DA47F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1" creationId="{A917A4BE-8051-04DE-CF9B-02E506A8F47E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4" creationId="{19F42C9E-9690-9545-ACBD-425CD50FC789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7" creationId="{BC3E1555-C8B2-3354-018E-2F16BD905555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0" creationId="{229144EB-7D94-C030-5FD5-942EC682C4EF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3" creationId="{AFEE2AA3-FC2D-FEAB-8D05-BCB115D8C05E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6" creationId="{789FE8D6-1358-0D07-40F1-BE801815E272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9" creationId="{22B5555A-F02A-B5EA-9AFC-D2CEB6A88896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2" creationId="{26BFE0F6-6DDD-E9D2-AAD4-A73BA11C7657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5" creationId="{8F76AFB6-7444-EB7F-78A4-96B44C313C58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8" creationId="{28B73DCB-7FD1-898B-2166-31DA3C8B9E36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2" creationId="{3F480B17-ED8F-9D8E-E018-EBE804B15B74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5" creationId="{D6E95A88-1E61-AE15-0959-F7F9A8DE237A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8" creationId="{0A2D8E43-6506-F647-0817-BF2433ED7F32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51" creationId="{2CF7F1F5-0002-DB96-B9CD-7284860115B4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54" creationId="{0D1B3677-B027-5710-6EDE-245E0FB49092}"/>
          </ac:grpSpMkLst>
        </pc:grpChg>
        <pc:grpChg chg="add del mod">
          <ac:chgData name="이민재" userId="f97f16f7-28a5-49bd-9e05-fb3ef63d7997" providerId="ADAL" clId="{A26758E7-D55B-4E69-9F08-E85BE70BC2EC}" dt="2023-03-25T05:29:35.037" v="14675" actId="478"/>
          <ac:grpSpMkLst>
            <pc:docMk/>
            <pc:sldMk cId="2948444257" sldId="836"/>
            <ac:grpSpMk id="357" creationId="{26C7B603-54F2-86D8-9575-C20788EFCAC9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0" creationId="{69342A8A-5472-46DD-02E6-3836416F2580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3" creationId="{4A600CE3-2B53-5076-E3E1-C421A2961722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6" creationId="{C2112655-395B-E33B-CB05-8EC4653CCE59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9" creationId="{81E682F7-E8F4-667A-8C2B-C459C7C1EF68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72" creationId="{765D93BB-6DB6-9066-29DB-5EFFC714303D}"/>
          </ac:grpSpMkLst>
        </pc:grpChg>
        <pc:grpChg chg="add del mod">
          <ac:chgData name="이민재" userId="f97f16f7-28a5-49bd-9e05-fb3ef63d7997" providerId="ADAL" clId="{A26758E7-D55B-4E69-9F08-E85BE70BC2EC}" dt="2023-03-25T05:29:37.164" v="14676" actId="478"/>
          <ac:grpSpMkLst>
            <pc:docMk/>
            <pc:sldMk cId="2948444257" sldId="836"/>
            <ac:grpSpMk id="375" creationId="{FD6639FF-1E8B-1805-63B5-1460411A710A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78" creationId="{15CFC439-055E-C645-7E1D-1F8CBCBF511B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1" creationId="{24F0A4DC-BE6B-878D-AD46-EB3596FF8B44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4" creationId="{753B1721-9F9F-2B9F-0BF0-6B2B8C6F30AF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7" creationId="{495ADFEB-7AFA-C287-3AB0-2B96333D235C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90" creationId="{9806B6EC-B322-5C3E-B100-19772345D069}"/>
          </ac:grpSpMkLst>
        </pc:grpChg>
        <pc:picChg chg="add del mod">
          <ac:chgData name="이민재" userId="f97f16f7-28a5-49bd-9e05-fb3ef63d7997" providerId="ADAL" clId="{A26758E7-D55B-4E69-9F08-E85BE70BC2EC}" dt="2023-03-25T04:52:39.053" v="13446" actId="478"/>
          <ac:picMkLst>
            <pc:docMk/>
            <pc:sldMk cId="2948444257" sldId="836"/>
            <ac:picMk id="3" creationId="{BBE870EA-2B45-A695-3016-08A570760D12}"/>
          </ac:picMkLst>
        </pc:picChg>
        <pc:picChg chg="add mod">
          <ac:chgData name="이민재" userId="f97f16f7-28a5-49bd-9e05-fb3ef63d7997" providerId="ADAL" clId="{A26758E7-D55B-4E69-9F08-E85BE70BC2EC}" dt="2023-03-26T15:12:31.964" v="15167"/>
          <ac:picMkLst>
            <pc:docMk/>
            <pc:sldMk cId="2948444257" sldId="836"/>
            <ac:picMk id="5" creationId="{0C0C3599-3BD2-C81D-26F3-EA85BA2DCC01}"/>
          </ac:picMkLst>
        </pc:picChg>
        <pc:picChg chg="add del mod">
          <ac:chgData name="이민재" userId="f97f16f7-28a5-49bd-9e05-fb3ef63d7997" providerId="ADAL" clId="{A26758E7-D55B-4E69-9F08-E85BE70BC2EC}" dt="2023-03-25T05:14:37.055" v="14072" actId="478"/>
          <ac:picMkLst>
            <pc:docMk/>
            <pc:sldMk cId="2948444257" sldId="836"/>
            <ac:picMk id="5" creationId="{773171FE-8E46-575C-5A70-C1123B89F757}"/>
          </ac:picMkLst>
        </pc:picChg>
        <pc:picChg chg="del">
          <ac:chgData name="이민재" userId="f97f16f7-28a5-49bd-9e05-fb3ef63d7997" providerId="ADAL" clId="{A26758E7-D55B-4E69-9F08-E85BE70BC2EC}" dt="2023-03-21T04:42:19.175" v="8603" actId="478"/>
          <ac:picMkLst>
            <pc:docMk/>
            <pc:sldMk cId="2948444257" sldId="836"/>
            <ac:picMk id="6" creationId="{6D7684D9-D64C-D789-3CE8-2B6ACAFB2CB4}"/>
          </ac:picMkLst>
        </pc:picChg>
        <pc:picChg chg="add del mod">
          <ac:chgData name="이민재" userId="f97f16f7-28a5-49bd-9e05-fb3ef63d7997" providerId="ADAL" clId="{A26758E7-D55B-4E69-9F08-E85BE70BC2EC}" dt="2023-03-25T04:52:39.400" v="13447" actId="478"/>
          <ac:picMkLst>
            <pc:docMk/>
            <pc:sldMk cId="2948444257" sldId="836"/>
            <ac:picMk id="7" creationId="{75DD5689-D206-149C-B447-EC172A3FB723}"/>
          </ac:picMkLst>
        </pc:picChg>
        <pc:picChg chg="del">
          <ac:chgData name="이민재" userId="f97f16f7-28a5-49bd-9e05-fb3ef63d7997" providerId="ADAL" clId="{A26758E7-D55B-4E69-9F08-E85BE70BC2EC}" dt="2023-03-21T04:42:19.519" v="8604" actId="478"/>
          <ac:picMkLst>
            <pc:docMk/>
            <pc:sldMk cId="2948444257" sldId="836"/>
            <ac:picMk id="8" creationId="{1C9F3D10-D7AA-C436-64CA-C6BD56384E6B}"/>
          </ac:picMkLst>
        </pc:picChg>
        <pc:picChg chg="add del mod">
          <ac:chgData name="이민재" userId="f97f16f7-28a5-49bd-9e05-fb3ef63d7997" providerId="ADAL" clId="{A26758E7-D55B-4E69-9F08-E85BE70BC2EC}" dt="2023-03-21T06:12:29.943" v="9414" actId="478"/>
          <ac:picMkLst>
            <pc:docMk/>
            <pc:sldMk cId="2948444257" sldId="836"/>
            <ac:picMk id="10" creationId="{AFDDF949-1235-BA40-4ECE-DA783B4D2905}"/>
          </ac:picMkLst>
        </pc:picChg>
        <pc:picChg chg="add del mod">
          <ac:chgData name="이민재" userId="f97f16f7-28a5-49bd-9e05-fb3ef63d7997" providerId="ADAL" clId="{A26758E7-D55B-4E69-9F08-E85BE70BC2EC}" dt="2023-03-24T23:28:05.574" v="11622" actId="478"/>
          <ac:picMkLst>
            <pc:docMk/>
            <pc:sldMk cId="2948444257" sldId="836"/>
            <ac:picMk id="12" creationId="{B2DDE89E-54D9-724D-E09B-8D2095C227C0}"/>
          </ac:picMkLst>
        </pc:picChg>
        <pc:picChg chg="add del mod">
          <ac:chgData name="이민재" userId="f97f16f7-28a5-49bd-9e05-fb3ef63d7997" providerId="ADAL" clId="{A26758E7-D55B-4E69-9F08-E85BE70BC2EC}" dt="2023-03-24T23:28:05.989" v="11623" actId="478"/>
          <ac:picMkLst>
            <pc:docMk/>
            <pc:sldMk cId="2948444257" sldId="836"/>
            <ac:picMk id="14" creationId="{F5202AF0-DF4C-8DD2-4932-E58CFF01D1B0}"/>
          </ac:picMkLst>
        </pc:picChg>
        <pc:picChg chg="add del mod">
          <ac:chgData name="이민재" userId="f97f16f7-28a5-49bd-9e05-fb3ef63d7997" providerId="ADAL" clId="{A26758E7-D55B-4E69-9F08-E85BE70BC2EC}" dt="2023-03-21T06:12:30.447" v="9415" actId="478"/>
          <ac:picMkLst>
            <pc:docMk/>
            <pc:sldMk cId="2948444257" sldId="836"/>
            <ac:picMk id="16" creationId="{E04DD5EF-8F30-FF73-7E03-ED430D45CD14}"/>
          </ac:picMkLst>
        </pc:picChg>
        <pc:picChg chg="add del mod">
          <ac:chgData name="이민재" userId="f97f16f7-28a5-49bd-9e05-fb3ef63d7997" providerId="ADAL" clId="{A26758E7-D55B-4E69-9F08-E85BE70BC2EC}" dt="2023-03-25T05:14:38.181" v="14073" actId="478"/>
          <ac:picMkLst>
            <pc:docMk/>
            <pc:sldMk cId="2948444257" sldId="836"/>
            <ac:picMk id="70" creationId="{B0B5FB0B-F4E2-392F-0961-70E5AE14D964}"/>
          </ac:picMkLst>
        </pc:picChg>
        <pc:picChg chg="add del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84" creationId="{CFDDAD94-9F25-E2D9-61C7-0619F0A06542}"/>
          </ac:picMkLst>
        </pc:picChg>
        <pc:picChg chg="add del mod">
          <ac:chgData name="이민재" userId="f97f16f7-28a5-49bd-9e05-fb3ef63d7997" providerId="ADAL" clId="{A26758E7-D55B-4E69-9F08-E85BE70BC2EC}" dt="2023-03-25T04:27:03.566" v="12893" actId="478"/>
          <ac:picMkLst>
            <pc:docMk/>
            <pc:sldMk cId="2948444257" sldId="836"/>
            <ac:picMk id="98" creationId="{1A18CF4F-7E2B-5445-E3E3-2BC4A6A8F70F}"/>
          </ac:picMkLst>
        </pc:picChg>
        <pc:picChg chg="add del mod modCrop">
          <ac:chgData name="이민재" userId="f97f16f7-28a5-49bd-9e05-fb3ef63d7997" providerId="ADAL" clId="{A26758E7-D55B-4E69-9F08-E85BE70BC2EC}" dt="2023-03-25T04:27:17.808" v="12895" actId="478"/>
          <ac:picMkLst>
            <pc:docMk/>
            <pc:sldMk cId="2948444257" sldId="836"/>
            <ac:picMk id="99" creationId="{CE122125-AF73-B6B7-F0F6-4A9D8754EE5B}"/>
          </ac:picMkLst>
        </pc:picChg>
        <pc:picChg chg="add del mod modCrop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01" creationId="{C97552DB-0E85-F7F8-F047-5F971383ED41}"/>
          </ac:picMkLst>
        </pc:picChg>
        <pc:picChg chg="add del mod modCrop">
          <ac:chgData name="이민재" userId="f97f16f7-28a5-49bd-9e05-fb3ef63d7997" providerId="ADAL" clId="{A26758E7-D55B-4E69-9F08-E85BE70BC2EC}" dt="2023-03-25T04:30:14.189" v="12952" actId="478"/>
          <ac:picMkLst>
            <pc:docMk/>
            <pc:sldMk cId="2948444257" sldId="836"/>
            <ac:picMk id="102" creationId="{9F3E44FD-9C6B-671A-CCFD-13FB7E648B95}"/>
          </ac:picMkLst>
        </pc:picChg>
        <pc:picChg chg="add del mod">
          <ac:chgData name="이민재" userId="f97f16f7-28a5-49bd-9e05-fb3ef63d7997" providerId="ADAL" clId="{A26758E7-D55B-4E69-9F08-E85BE70BC2EC}" dt="2023-03-25T04:30:15.909" v="12953" actId="21"/>
          <ac:picMkLst>
            <pc:docMk/>
            <pc:sldMk cId="2948444257" sldId="836"/>
            <ac:picMk id="103" creationId="{1BA21DA6-3CD3-99AA-FD91-0A4F499542BE}"/>
          </ac:picMkLst>
        </pc:picChg>
        <pc:picChg chg="add del mod">
          <ac:chgData name="이민재" userId="f97f16f7-28a5-49bd-9e05-fb3ef63d7997" providerId="ADAL" clId="{A26758E7-D55B-4E69-9F08-E85BE70BC2EC}" dt="2023-03-25T04:30:15.909" v="12953" actId="21"/>
          <ac:picMkLst>
            <pc:docMk/>
            <pc:sldMk cId="2948444257" sldId="836"/>
            <ac:picMk id="104" creationId="{59C30E9F-F950-1178-4906-7C4726A56712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5" creationId="{7DF30B6A-6524-D881-7DA8-8EB383321783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6" creationId="{63C7D5C6-42E4-A106-3EC2-BD3EFEA070BD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7" creationId="{8AD1DA58-C25D-1463-2E3D-16448738B7C8}"/>
          </ac:picMkLst>
        </pc:picChg>
        <pc:picChg chg="add del mod modCrop">
          <ac:chgData name="이민재" userId="f97f16f7-28a5-49bd-9e05-fb3ef63d7997" providerId="ADAL" clId="{A26758E7-D55B-4E69-9F08-E85BE70BC2EC}" dt="2023-03-25T04:37:20.413" v="13184" actId="21"/>
          <ac:picMkLst>
            <pc:docMk/>
            <pc:sldMk cId="2948444257" sldId="836"/>
            <ac:picMk id="108" creationId="{4F59C5AD-8352-6F57-3327-08D0834C0A6C}"/>
          </ac:picMkLst>
        </pc:picChg>
        <pc:picChg chg="add del mod">
          <ac:chgData name="이민재" userId="f97f16f7-28a5-49bd-9e05-fb3ef63d7997" providerId="ADAL" clId="{A26758E7-D55B-4E69-9F08-E85BE70BC2EC}" dt="2023-03-25T04:37:20.413" v="13184" actId="21"/>
          <ac:picMkLst>
            <pc:docMk/>
            <pc:sldMk cId="2948444257" sldId="836"/>
            <ac:picMk id="109" creationId="{412C0177-7FFA-DEAC-9EA8-042B034509E9}"/>
          </ac:picMkLst>
        </pc:picChg>
        <pc:picChg chg="add del mod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10" creationId="{6FAFFD6D-C0F8-F07C-85DA-A7E0BE628007}"/>
          </ac:picMkLst>
        </pc:picChg>
        <pc:picChg chg="add del mod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11" creationId="{487CA005-030B-DFFD-0787-22A7D4E3EF39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2" creationId="{6EA6DB39-2327-4AE2-9C5B-2F2D982F4C0F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3" creationId="{C4CEF3E1-3C51-40B1-7201-3BC868EFF05A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4" creationId="{D38B40AD-A741-68B5-6A09-91B27388E6E1}"/>
          </ac:picMkLst>
        </pc:picChg>
        <pc:picChg chg="add del mod">
          <ac:chgData name="이민재" userId="f97f16f7-28a5-49bd-9e05-fb3ef63d7997" providerId="ADAL" clId="{A26758E7-D55B-4E69-9F08-E85BE70BC2EC}" dt="2023-03-25T04:39:56.550" v="13235" actId="478"/>
          <ac:picMkLst>
            <pc:docMk/>
            <pc:sldMk cId="2948444257" sldId="836"/>
            <ac:picMk id="115" creationId="{B654877B-0984-605D-0C38-6CB35AA30F41}"/>
          </ac:picMkLst>
        </pc:picChg>
        <pc:picChg chg="add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116" creationId="{FA9CDFDA-AA16-5AD5-137B-2152064F3CFD}"/>
          </ac:picMkLst>
        </pc:picChg>
        <pc:picChg chg="add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117" creationId="{20D79065-68F9-EF50-68DE-D782783524F5}"/>
          </ac:picMkLst>
        </pc:picChg>
        <pc:picChg chg="add del mod">
          <ac:chgData name="이민재" userId="f97f16f7-28a5-49bd-9e05-fb3ef63d7997" providerId="ADAL" clId="{A26758E7-D55B-4E69-9F08-E85BE70BC2EC}" dt="2023-03-21T06:28:08.690" v="9508" actId="478"/>
          <ac:picMkLst>
            <pc:docMk/>
            <pc:sldMk cId="2948444257" sldId="836"/>
            <ac:picMk id="119" creationId="{0381158F-5044-D28A-77F6-518D7FDB74B0}"/>
          </ac:picMkLst>
        </pc:picChg>
        <pc:picChg chg="add del mod">
          <ac:chgData name="이민재" userId="f97f16f7-28a5-49bd-9e05-fb3ef63d7997" providerId="ADAL" clId="{A26758E7-D55B-4E69-9F08-E85BE70BC2EC}" dt="2023-03-21T06:28:08.267" v="9507" actId="478"/>
          <ac:picMkLst>
            <pc:docMk/>
            <pc:sldMk cId="2948444257" sldId="836"/>
            <ac:picMk id="121" creationId="{31D9EBA6-5ACC-EC05-6914-90B1E7329F14}"/>
          </ac:picMkLst>
        </pc:picChg>
        <pc:picChg chg="add del mod">
          <ac:chgData name="이민재" userId="f97f16f7-28a5-49bd-9e05-fb3ef63d7997" providerId="ADAL" clId="{A26758E7-D55B-4E69-9F08-E85BE70BC2EC}" dt="2023-03-25T04:49:46.817" v="13403" actId="478"/>
          <ac:picMkLst>
            <pc:docMk/>
            <pc:sldMk cId="2948444257" sldId="836"/>
            <ac:picMk id="122" creationId="{76B3AD39-06B8-FF42-30A0-82572B5F3480}"/>
          </ac:picMkLst>
        </pc:picChg>
        <pc:picChg chg="add mod">
          <ac:chgData name="이민재" userId="f97f16f7-28a5-49bd-9e05-fb3ef63d7997" providerId="ADAL" clId="{A26758E7-D55B-4E69-9F08-E85BE70BC2EC}" dt="2023-03-25T04:56:37.538" v="13632" actId="1076"/>
          <ac:picMkLst>
            <pc:docMk/>
            <pc:sldMk cId="2948444257" sldId="836"/>
            <ac:picMk id="124" creationId="{2E17EF45-E639-AF85-D520-1CD9EB050FC3}"/>
          </ac:picMkLst>
        </pc:picChg>
        <pc:picChg chg="add mod">
          <ac:chgData name="이민재" userId="f97f16f7-28a5-49bd-9e05-fb3ef63d7997" providerId="ADAL" clId="{A26758E7-D55B-4E69-9F08-E85BE70BC2EC}" dt="2023-03-25T05:06:31.197" v="13978" actId="1038"/>
          <ac:picMkLst>
            <pc:docMk/>
            <pc:sldMk cId="2948444257" sldId="836"/>
            <ac:picMk id="126" creationId="{8EB590D2-34E3-4F34-D37C-48F46E9A2255}"/>
          </ac:picMkLst>
        </pc:picChg>
        <pc:picChg chg="add del mod">
          <ac:chgData name="이민재" userId="f97f16f7-28a5-49bd-9e05-fb3ef63d7997" providerId="ADAL" clId="{A26758E7-D55B-4E69-9F08-E85BE70BC2EC}" dt="2023-03-25T04:52:39.800" v="13448" actId="478"/>
          <ac:picMkLst>
            <pc:docMk/>
            <pc:sldMk cId="2948444257" sldId="836"/>
            <ac:picMk id="139" creationId="{FFB32D4D-5BA4-241A-3145-86E940733A02}"/>
          </ac:picMkLst>
        </pc:picChg>
        <pc:picChg chg="add mod">
          <ac:chgData name="이민재" userId="f97f16f7-28a5-49bd-9e05-fb3ef63d7997" providerId="ADAL" clId="{A26758E7-D55B-4E69-9F08-E85BE70BC2EC}" dt="2023-03-25T05:02:41.199" v="13884" actId="1035"/>
          <ac:picMkLst>
            <pc:docMk/>
            <pc:sldMk cId="2948444257" sldId="836"/>
            <ac:picMk id="140" creationId="{4452A7EA-E096-FBAF-F1E5-88B22A517813}"/>
          </ac:picMkLst>
        </pc:picChg>
        <pc:picChg chg="add del mod">
          <ac:chgData name="이민재" userId="f97f16f7-28a5-49bd-9e05-fb3ef63d7997" providerId="ADAL" clId="{A26758E7-D55B-4E69-9F08-E85BE70BC2EC}" dt="2023-03-24T23:28:06.854" v="11624" actId="478"/>
          <ac:picMkLst>
            <pc:docMk/>
            <pc:sldMk cId="2948444257" sldId="836"/>
            <ac:picMk id="141" creationId="{9A5B7786-D8B1-04AE-83E2-5EBF9545B763}"/>
          </ac:picMkLst>
        </pc:picChg>
        <pc:picChg chg="add mod">
          <ac:chgData name="이민재" userId="f97f16f7-28a5-49bd-9e05-fb3ef63d7997" providerId="ADAL" clId="{A26758E7-D55B-4E69-9F08-E85BE70BC2EC}" dt="2023-03-25T05:03:31.173" v="13905" actId="14100"/>
          <ac:picMkLst>
            <pc:docMk/>
            <pc:sldMk cId="2948444257" sldId="836"/>
            <ac:picMk id="150" creationId="{E7170E24-6A4E-9AC1-2B0C-8C273D92DA06}"/>
          </ac:picMkLst>
        </pc:picChg>
        <pc:picChg chg="add mod">
          <ac:chgData name="이민재" userId="f97f16f7-28a5-49bd-9e05-fb3ef63d7997" providerId="ADAL" clId="{A26758E7-D55B-4E69-9F08-E85BE70BC2EC}" dt="2023-03-25T05:03:53.515" v="13914" actId="14100"/>
          <ac:picMkLst>
            <pc:docMk/>
            <pc:sldMk cId="2948444257" sldId="836"/>
            <ac:picMk id="151" creationId="{4201876A-1511-0DEF-9D53-C52FEE7508B8}"/>
          </ac:picMkLst>
        </pc:picChg>
        <pc:picChg chg="add mod">
          <ac:chgData name="이민재" userId="f97f16f7-28a5-49bd-9e05-fb3ef63d7997" providerId="ADAL" clId="{A26758E7-D55B-4E69-9F08-E85BE70BC2EC}" dt="2023-03-25T05:05:09.393" v="13939" actId="1035"/>
          <ac:picMkLst>
            <pc:docMk/>
            <pc:sldMk cId="2948444257" sldId="836"/>
            <ac:picMk id="163" creationId="{B33A6B9E-633F-F8B4-1824-43F3548BBF57}"/>
          </ac:picMkLst>
        </pc:picChg>
        <pc:picChg chg="add mod">
          <ac:chgData name="이민재" userId="f97f16f7-28a5-49bd-9e05-fb3ef63d7997" providerId="ADAL" clId="{A26758E7-D55B-4E69-9F08-E85BE70BC2EC}" dt="2023-03-25T05:05:55.446" v="13962" actId="14100"/>
          <ac:picMkLst>
            <pc:docMk/>
            <pc:sldMk cId="2948444257" sldId="836"/>
            <ac:picMk id="164" creationId="{E2B6D950-9B7F-9726-C326-0639BDA1F672}"/>
          </ac:picMkLst>
        </pc:picChg>
        <pc:picChg chg="add mod">
          <ac:chgData name="이민재" userId="f97f16f7-28a5-49bd-9e05-fb3ef63d7997" providerId="ADAL" clId="{A26758E7-D55B-4E69-9F08-E85BE70BC2EC}" dt="2023-03-25T05:06:40.689" v="13990" actId="14100"/>
          <ac:picMkLst>
            <pc:docMk/>
            <pc:sldMk cId="2948444257" sldId="836"/>
            <ac:picMk id="165" creationId="{9AD88C11-4E07-F5CD-81BE-AEEEE96EF1A9}"/>
          </ac:picMkLst>
        </pc:picChg>
        <pc:picChg chg="add del mod">
          <ac:chgData name="이민재" userId="f97f16f7-28a5-49bd-9e05-fb3ef63d7997" providerId="ADAL" clId="{A26758E7-D55B-4E69-9F08-E85BE70BC2EC}" dt="2023-03-25T05:15:00.372" v="14079" actId="21"/>
          <ac:picMkLst>
            <pc:docMk/>
            <pc:sldMk cId="2948444257" sldId="836"/>
            <ac:picMk id="239" creationId="{C7EBA09D-1A54-5749-3E7A-436E92D15F85}"/>
          </ac:picMkLst>
        </pc:picChg>
        <pc:picChg chg="add mod">
          <ac:chgData name="이민재" userId="f97f16f7-28a5-49bd-9e05-fb3ef63d7997" providerId="ADAL" clId="{A26758E7-D55B-4E69-9F08-E85BE70BC2EC}" dt="2023-03-25T05:29:56.318" v="14732" actId="1076"/>
          <ac:picMkLst>
            <pc:docMk/>
            <pc:sldMk cId="2948444257" sldId="836"/>
            <ac:picMk id="240" creationId="{83A07C02-53BC-5E1B-B660-68FD1601B2AF}"/>
          </ac:picMkLst>
        </pc:picChg>
        <pc:picChg chg="add mod">
          <ac:chgData name="이민재" userId="f97f16f7-28a5-49bd-9e05-fb3ef63d7997" providerId="ADAL" clId="{A26758E7-D55B-4E69-9F08-E85BE70BC2EC}" dt="2023-03-25T05:26:50.541" v="14554" actId="1076"/>
          <ac:picMkLst>
            <pc:docMk/>
            <pc:sldMk cId="2948444257" sldId="836"/>
            <ac:picMk id="241" creationId="{9AD32F0B-0CF0-8281-532C-C2795ED8D589}"/>
          </ac:picMkLst>
        </pc:picChg>
        <pc:picChg chg="add mod">
          <ac:chgData name="이민재" userId="f97f16f7-28a5-49bd-9e05-fb3ef63d7997" providerId="ADAL" clId="{A26758E7-D55B-4E69-9F08-E85BE70BC2EC}" dt="2023-03-25T05:22:56.484" v="14427" actId="1037"/>
          <ac:picMkLst>
            <pc:docMk/>
            <pc:sldMk cId="2948444257" sldId="836"/>
            <ac:picMk id="242" creationId="{B500F985-4F6A-3593-6FB9-0749B9C0FF18}"/>
          </ac:picMkLst>
        </pc:picChg>
        <pc:picChg chg="add del mod modCrop">
          <ac:chgData name="이민재" userId="f97f16f7-28a5-49bd-9e05-fb3ef63d7997" providerId="ADAL" clId="{A26758E7-D55B-4E69-9F08-E85BE70BC2EC}" dt="2023-03-25T05:16:57.521" v="14147" actId="21"/>
          <ac:picMkLst>
            <pc:docMk/>
            <pc:sldMk cId="2948444257" sldId="836"/>
            <ac:picMk id="243" creationId="{0DE492A2-88CA-4B8C-998C-5C59B231D388}"/>
          </ac:picMkLst>
        </pc:picChg>
        <pc:picChg chg="add del mod modCrop">
          <ac:chgData name="이민재" userId="f97f16f7-28a5-49bd-9e05-fb3ef63d7997" providerId="ADAL" clId="{A26758E7-D55B-4E69-9F08-E85BE70BC2EC}" dt="2023-03-25T05:18:54.732" v="14233" actId="21"/>
          <ac:picMkLst>
            <pc:docMk/>
            <pc:sldMk cId="2948444257" sldId="836"/>
            <ac:picMk id="244" creationId="{97B0CD17-D387-8026-29C9-737386700273}"/>
          </ac:picMkLst>
        </pc:picChg>
        <pc:picChg chg="add del mod modCrop">
          <ac:chgData name="이민재" userId="f97f16f7-28a5-49bd-9e05-fb3ef63d7997" providerId="ADAL" clId="{A26758E7-D55B-4E69-9F08-E85BE70BC2EC}" dt="2023-03-25T05:20:03.209" v="14290" actId="21"/>
          <ac:picMkLst>
            <pc:docMk/>
            <pc:sldMk cId="2948444257" sldId="836"/>
            <ac:picMk id="245" creationId="{302EA77B-A361-D24B-2843-0366B33E82BD}"/>
          </ac:picMkLst>
        </pc:picChg>
        <pc:picChg chg="add mod">
          <ac:chgData name="이민재" userId="f97f16f7-28a5-49bd-9e05-fb3ef63d7997" providerId="ADAL" clId="{A26758E7-D55B-4E69-9F08-E85BE70BC2EC}" dt="2023-03-25T05:21:10.133" v="14335" actId="14100"/>
          <ac:picMkLst>
            <pc:docMk/>
            <pc:sldMk cId="2948444257" sldId="836"/>
            <ac:picMk id="246" creationId="{E574B858-FC86-069D-164E-714F2C999BF2}"/>
          </ac:picMkLst>
        </pc:picChg>
        <pc:picChg chg="add mod">
          <ac:chgData name="이민재" userId="f97f16f7-28a5-49bd-9e05-fb3ef63d7997" providerId="ADAL" clId="{A26758E7-D55B-4E69-9F08-E85BE70BC2EC}" dt="2023-03-25T05:21:27.222" v="14352" actId="1038"/>
          <ac:picMkLst>
            <pc:docMk/>
            <pc:sldMk cId="2948444257" sldId="836"/>
            <ac:picMk id="247" creationId="{B4D8CE6E-22DB-C0BE-40D0-CA34191140D6}"/>
          </ac:picMkLst>
        </pc:picChg>
        <pc:picChg chg="add del mod">
          <ac:chgData name="이민재" userId="f97f16f7-28a5-49bd-9e05-fb3ef63d7997" providerId="ADAL" clId="{A26758E7-D55B-4E69-9F08-E85BE70BC2EC}" dt="2023-03-26T15:12:31.075" v="15166" actId="21"/>
          <ac:picMkLst>
            <pc:docMk/>
            <pc:sldMk cId="2948444257" sldId="836"/>
            <ac:picMk id="248" creationId="{D3F54776-DF20-A1C3-B009-6FB2F6B5BCB8}"/>
          </ac:picMkLst>
        </pc:picChg>
        <pc:picChg chg="add mod">
          <ac:chgData name="이민재" userId="f97f16f7-28a5-49bd-9e05-fb3ef63d7997" providerId="ADAL" clId="{A26758E7-D55B-4E69-9F08-E85BE70BC2EC}" dt="2023-03-25T05:25:58.395" v="14510" actId="1038"/>
          <ac:picMkLst>
            <pc:docMk/>
            <pc:sldMk cId="2948444257" sldId="836"/>
            <ac:picMk id="249" creationId="{70FB9983-F30D-723A-0ADB-A52479EE9D0D}"/>
          </ac:picMkLst>
        </pc:picChg>
        <pc:picChg chg="add mod">
          <ac:chgData name="이민재" userId="f97f16f7-28a5-49bd-9e05-fb3ef63d7997" providerId="ADAL" clId="{A26758E7-D55B-4E69-9F08-E85BE70BC2EC}" dt="2023-03-25T05:22:15.282" v="14386" actId="14100"/>
          <ac:picMkLst>
            <pc:docMk/>
            <pc:sldMk cId="2948444257" sldId="836"/>
            <ac:picMk id="250" creationId="{A2AB5AE9-2EBD-E24B-2D66-5D88E03D1FCD}"/>
          </ac:picMkLst>
        </pc:picChg>
        <pc:picChg chg="add del mod modCrop">
          <ac:chgData name="이민재" userId="f97f16f7-28a5-49bd-9e05-fb3ef63d7997" providerId="ADAL" clId="{A26758E7-D55B-4E69-9F08-E85BE70BC2EC}" dt="2023-03-25T05:19:17.209" v="14256" actId="21"/>
          <ac:picMkLst>
            <pc:docMk/>
            <pc:sldMk cId="2948444257" sldId="836"/>
            <ac:picMk id="251" creationId="{53CC36B0-8590-A979-56C8-EE58D604A152}"/>
          </ac:picMkLst>
        </pc:picChg>
        <pc:picChg chg="add del mod modCrop">
          <ac:chgData name="이민재" userId="f97f16f7-28a5-49bd-9e05-fb3ef63d7997" providerId="ADAL" clId="{A26758E7-D55B-4E69-9F08-E85BE70BC2EC}" dt="2023-03-25T05:20:30.454" v="14305" actId="21"/>
          <ac:picMkLst>
            <pc:docMk/>
            <pc:sldMk cId="2948444257" sldId="836"/>
            <ac:picMk id="252" creationId="{B226157C-31EA-4A77-55DF-A831401716D5}"/>
          </ac:picMkLst>
        </pc:picChg>
        <pc:picChg chg="add mod">
          <ac:chgData name="이민재" userId="f97f16f7-28a5-49bd-9e05-fb3ef63d7997" providerId="ADAL" clId="{A26758E7-D55B-4E69-9F08-E85BE70BC2EC}" dt="2023-03-25T05:22:37.248" v="14404" actId="14100"/>
          <ac:picMkLst>
            <pc:docMk/>
            <pc:sldMk cId="2948444257" sldId="836"/>
            <ac:picMk id="253" creationId="{947CC103-D137-8A7A-F9C7-52F205309CE6}"/>
          </ac:picMkLst>
        </pc:picChg>
        <pc:picChg chg="add mod">
          <ac:chgData name="이민재" userId="f97f16f7-28a5-49bd-9e05-fb3ef63d7997" providerId="ADAL" clId="{A26758E7-D55B-4E69-9F08-E85BE70BC2EC}" dt="2023-03-25T05:23:15.369" v="14435" actId="14100"/>
          <ac:picMkLst>
            <pc:docMk/>
            <pc:sldMk cId="2948444257" sldId="836"/>
            <ac:picMk id="254" creationId="{311D5ECA-B7E1-ECEC-D3AA-641C33CA84FD}"/>
          </ac:picMkLst>
        </pc:picChg>
        <pc:picChg chg="add mod">
          <ac:chgData name="이민재" userId="f97f16f7-28a5-49bd-9e05-fb3ef63d7997" providerId="ADAL" clId="{A26758E7-D55B-4E69-9F08-E85BE70BC2EC}" dt="2023-03-25T05:23:38.920" v="14461" actId="14100"/>
          <ac:picMkLst>
            <pc:docMk/>
            <pc:sldMk cId="2948444257" sldId="836"/>
            <ac:picMk id="255" creationId="{439C224F-ADC8-4AD2-2CA1-1370095412E6}"/>
          </ac:picMkLst>
        </pc:pic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6" creationId="{119D67DE-A2F3-1360-D6C3-AAECAF02DF1F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9" creationId="{F596F554-5070-7B09-F67E-577B7BF6717A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1" creationId="{C4B5F0AB-3FC0-F08E-C7A1-30D6DCAA5B02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5" creationId="{27DE1BDD-4287-0B16-5F5C-46C21854E9F1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7" creationId="{EED4A95B-6E1E-CA13-2D1D-93E12069FB9C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8" creationId="{344178DB-174D-65A3-7659-A20133946BC8}"/>
          </ac:cxnSpMkLst>
        </pc:cxnChg>
        <pc:cxnChg chg="add del mod">
          <ac:chgData name="이민재" userId="f97f16f7-28a5-49bd-9e05-fb3ef63d7997" providerId="ADAL" clId="{A26758E7-D55B-4E69-9F08-E85BE70BC2EC}" dt="2023-03-21T05:02:36.407" v="9050" actId="478"/>
          <ac:cxnSpMkLst>
            <pc:docMk/>
            <pc:sldMk cId="2948444257" sldId="836"/>
            <ac:cxnSpMk id="19" creationId="{083362D1-ED44-F132-9167-F065831C8629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1" creationId="{5785616A-1E7C-3187-453C-FAD69AA7AC62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3" creationId="{94FD65E7-8067-2B48-C11D-BD7A77C660B3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5" creationId="{E6BEAC4A-90D6-19E7-3CD3-910AE89A9CDA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7" creationId="{AF454BEF-81B2-9AB6-4038-FC3ED48AFAD6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9" creationId="{5EF86B01-1CD5-0622-D97F-41D24380143D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1" creationId="{5401E949-8142-A131-2E66-BAC408BA06F4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3" creationId="{4B82CA5E-4475-0BCC-F0E2-9F6733BCDDA7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5" creationId="{36926788-6A56-78CB-38F5-8C1447D9F5A1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7" creationId="{73103682-06D7-4F99-DF37-726076D82372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9" creationId="{BF1D155C-DC40-B64B-5E90-C129A9AAEB27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41" creationId="{7DC90B87-D9DA-2787-32A4-2DF0F54A112D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3" creationId="{01183F34-8D79-64A0-2005-C241DB65F193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5" creationId="{FCC406D4-06CE-3173-859D-1FAA7EC5EB25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7" creationId="{D867CC10-BC7A-D3B4-F431-314C52BB324F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9" creationId="{9CA5F8AB-0AD5-5BE1-721F-AB7E447C3DBD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51" creationId="{874D260B-2F31-11F6-00BC-2C275E09422F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53" creationId="{A4C85C40-69F3-4BC6-D6DA-902EB2E72EB7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5" creationId="{8737E610-CDA9-19F8-B43D-87F5154E49AD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7" creationId="{1C248017-61B7-B587-68E5-A16790203B7F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9" creationId="{F81320CB-604D-DC75-6B09-8634B5A0F30F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1" creationId="{325A696C-F1A6-7EE7-E4F4-3200A2A26F23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3" creationId="{7B4B9153-DCA8-F1EA-EED3-893B32D06C24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5" creationId="{3A4A8BB1-FB8D-1DCC-9DE0-1FF7F311049A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67" creationId="{C5B2400A-3B59-D36F-EF7D-3925EEA382A1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67" creationId="{F5A9D87E-9E51-6091-00E6-EFE7D464013E}"/>
          </ac:cxnSpMkLst>
        </pc:cxnChg>
        <pc:cxnChg chg="add del mod">
          <ac:chgData name="이민재" userId="f97f16f7-28a5-49bd-9e05-fb3ef63d7997" providerId="ADAL" clId="{A26758E7-D55B-4E69-9F08-E85BE70BC2EC}" dt="2023-03-21T05:10:58.081" v="9141" actId="478"/>
          <ac:cxnSpMkLst>
            <pc:docMk/>
            <pc:sldMk cId="2948444257" sldId="836"/>
            <ac:cxnSpMk id="69" creationId="{BF955466-820A-8836-9D18-B5AF46662588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71" creationId="{2A77DCEF-8EAF-0D93-074A-7D70A1E0FB12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1" creationId="{FABC9319-B183-5705-CAE0-E83532E002FA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3" creationId="{64D1F974-7D76-6235-F6B0-D719B74E4E67}"/>
          </ac:cxnSpMkLst>
        </pc:cxnChg>
        <pc:cxnChg chg="add del mod">
          <ac:chgData name="이민재" userId="f97f16f7-28a5-49bd-9e05-fb3ef63d7997" providerId="ADAL" clId="{A26758E7-D55B-4E69-9F08-E85BE70BC2EC}" dt="2023-03-21T05:10:58.081" v="9141" actId="478"/>
          <ac:cxnSpMkLst>
            <pc:docMk/>
            <pc:sldMk cId="2948444257" sldId="836"/>
            <ac:cxnSpMk id="73" creationId="{DB2B9465-0FF3-CB61-D544-AFFD5C18700A}"/>
          </ac:cxnSpMkLst>
        </pc:cxnChg>
        <pc:cxnChg chg="add del mod">
          <ac:chgData name="이민재" userId="f97f16f7-28a5-49bd-9e05-fb3ef63d7997" providerId="ADAL" clId="{A26758E7-D55B-4E69-9F08-E85BE70BC2EC}" dt="2023-03-25T04:43:20.324" v="13344" actId="21"/>
          <ac:cxnSpMkLst>
            <pc:docMk/>
            <pc:sldMk cId="2948444257" sldId="836"/>
            <ac:cxnSpMk id="75" creationId="{12158968-27F1-C847-10D4-A7508E73A7BE}"/>
          </ac:cxnSpMkLst>
        </pc:cxnChg>
        <pc:cxnChg chg="add del mod">
          <ac:chgData name="이민재" userId="f97f16f7-28a5-49bd-9e05-fb3ef63d7997" providerId="ADAL" clId="{A26758E7-D55B-4E69-9F08-E85BE70BC2EC}" dt="2023-03-21T06:14:18.916" v="9459" actId="21"/>
          <ac:cxnSpMkLst>
            <pc:docMk/>
            <pc:sldMk cId="2948444257" sldId="836"/>
            <ac:cxnSpMk id="75" creationId="{E4EBE063-439B-43E7-478C-AA0E46EBBB59}"/>
          </ac:cxnSpMkLst>
        </pc:cxnChg>
        <pc:cxnChg chg="add del mod">
          <ac:chgData name="이민재" userId="f97f16f7-28a5-49bd-9e05-fb3ef63d7997" providerId="ADAL" clId="{A26758E7-D55B-4E69-9F08-E85BE70BC2EC}" dt="2023-03-21T05:11:08.098" v="9151" actId="478"/>
          <ac:cxnSpMkLst>
            <pc:docMk/>
            <pc:sldMk cId="2948444257" sldId="836"/>
            <ac:cxnSpMk id="77" creationId="{3E98C270-A615-63E0-B19F-E09A0DBE68F5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7" creationId="{AA9D3BF9-C7FE-300D-3466-B09CD08871FC}"/>
          </ac:cxnSpMkLst>
        </pc:cxnChg>
        <pc:cxnChg chg="add del mod">
          <ac:chgData name="이민재" userId="f97f16f7-28a5-49bd-9e05-fb3ef63d7997" providerId="ADAL" clId="{A26758E7-D55B-4E69-9F08-E85BE70BC2EC}" dt="2023-03-21T06:14:18.916" v="9459" actId="21"/>
          <ac:cxnSpMkLst>
            <pc:docMk/>
            <pc:sldMk cId="2948444257" sldId="836"/>
            <ac:cxnSpMk id="79" creationId="{65CD5872-9986-BABE-3A50-EF09B011D1B4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9" creationId="{70930DCE-BC24-D837-08EE-023F214F9F81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81" creationId="{840627EA-E141-0232-5D9D-02D6399C378B}"/>
          </ac:cxnSpMkLst>
        </pc:cxnChg>
        <pc:cxnChg chg="add del mod">
          <ac:chgData name="이민재" userId="f97f16f7-28a5-49bd-9e05-fb3ef63d7997" providerId="ADAL" clId="{A26758E7-D55B-4E69-9F08-E85BE70BC2EC}" dt="2023-03-21T05:11:08.098" v="9151" actId="478"/>
          <ac:cxnSpMkLst>
            <pc:docMk/>
            <pc:sldMk cId="2948444257" sldId="836"/>
            <ac:cxnSpMk id="81" creationId="{E2DA2F09-1AB8-3FB4-177E-CA67BA981648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85" creationId="{270B4D51-865E-23F6-5492-A92F94AD25C9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87" creationId="{ACC535F8-9969-A644-F8F7-B9F8B01ECC54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94" creationId="{6C37C1B7-8B6E-E365-65A0-303AEFEEDBCE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118" creationId="{D9762E51-EA2D-6385-3FF9-8CEB7BD4E3AA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122" creationId="{41128EA8-15CE-B997-5AA7-18DACBFB0E77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124" creationId="{2065DB4E-4006-5DB5-47AD-206B701DCF82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26" creationId="{7CED4D1D-843D-8E04-4758-C7A4F7AE3622}"/>
          </ac:cxnSpMkLst>
        </pc:cxnChg>
        <pc:cxnChg chg="add del mod">
          <ac:chgData name="이민재" userId="f97f16f7-28a5-49bd-9e05-fb3ef63d7997" providerId="ADAL" clId="{A26758E7-D55B-4E69-9F08-E85BE70BC2EC}" dt="2023-03-25T05:02:47.556" v="13885" actId="21"/>
          <ac:cxnSpMkLst>
            <pc:docMk/>
            <pc:sldMk cId="2948444257" sldId="836"/>
            <ac:cxnSpMk id="127" creationId="{5A6C6D63-9DC6-E400-35DE-434974D40516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28" creationId="{988301B8-8BF1-C34F-88C4-12F04ED89087}"/>
          </ac:cxnSpMkLst>
        </pc:cxnChg>
        <pc:cxnChg chg="add mod">
          <ac:chgData name="이민재" userId="f97f16f7-28a5-49bd-9e05-fb3ef63d7997" providerId="ADAL" clId="{A26758E7-D55B-4E69-9F08-E85BE70BC2EC}" dt="2023-03-25T05:04:08.555" v="13917" actId="14100"/>
          <ac:cxnSpMkLst>
            <pc:docMk/>
            <pc:sldMk cId="2948444257" sldId="836"/>
            <ac:cxnSpMk id="129" creationId="{9EC0DACE-C258-57E9-5379-25ACDC9844FA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30" creationId="{3F82E8A2-47B2-DD33-99C9-3BF806A4D28C}"/>
          </ac:cxnSpMkLst>
        </pc:cxnChg>
        <pc:cxnChg chg="add mod">
          <ac:chgData name="이민재" userId="f97f16f7-28a5-49bd-9e05-fb3ef63d7997" providerId="ADAL" clId="{A26758E7-D55B-4E69-9F08-E85BE70BC2EC}" dt="2023-03-25T05:03:15.778" v="13898" actId="14100"/>
          <ac:cxnSpMkLst>
            <pc:docMk/>
            <pc:sldMk cId="2948444257" sldId="836"/>
            <ac:cxnSpMk id="131" creationId="{57140EDD-89EA-9572-5773-63DE9D5F6C73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32" creationId="{370C96C4-CC7C-5BE9-F316-6A273A9347BC}"/>
          </ac:cxnSpMkLst>
        </pc:cxnChg>
        <pc:cxnChg chg="add mod">
          <ac:chgData name="이민재" userId="f97f16f7-28a5-49bd-9e05-fb3ef63d7997" providerId="ADAL" clId="{A26758E7-D55B-4E69-9F08-E85BE70BC2EC}" dt="2023-03-25T05:04:17.619" v="13920" actId="14100"/>
          <ac:cxnSpMkLst>
            <pc:docMk/>
            <pc:sldMk cId="2948444257" sldId="836"/>
            <ac:cxnSpMk id="133" creationId="{0C8D80F8-D334-2575-3FA2-3DF35B95C503}"/>
          </ac:cxnSpMkLst>
        </pc:cxnChg>
        <pc:cxnChg chg="add mod">
          <ac:chgData name="이민재" userId="f97f16f7-28a5-49bd-9e05-fb3ef63d7997" providerId="ADAL" clId="{A26758E7-D55B-4E69-9F08-E85BE70BC2EC}" dt="2023-03-25T05:03:41.355" v="13909" actId="14100"/>
          <ac:cxnSpMkLst>
            <pc:docMk/>
            <pc:sldMk cId="2948444257" sldId="836"/>
            <ac:cxnSpMk id="135" creationId="{009BF270-05DD-981F-5453-0546276D4966}"/>
          </ac:cxnSpMkLst>
        </pc:cxnChg>
        <pc:cxnChg chg="add mod">
          <ac:chgData name="이민재" userId="f97f16f7-28a5-49bd-9e05-fb3ef63d7997" providerId="ADAL" clId="{A26758E7-D55B-4E69-9F08-E85BE70BC2EC}" dt="2023-03-25T05:04:29.577" v="13925" actId="14100"/>
          <ac:cxnSpMkLst>
            <pc:docMk/>
            <pc:sldMk cId="2948444257" sldId="836"/>
            <ac:cxnSpMk id="137" creationId="{CA070FC9-C24F-EC7C-8077-8C260547070B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42" creationId="{AB7756F4-ABBA-1EA0-8BAA-BAA5EE0342B6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44" creationId="{66D22AD1-77C5-1805-3BFC-248BA58F409E}"/>
          </ac:cxnSpMkLst>
        </pc:cxnChg>
        <pc:cxnChg chg="add del mod">
          <ac:chgData name="이민재" userId="f97f16f7-28a5-49bd-9e05-fb3ef63d7997" providerId="ADAL" clId="{A26758E7-D55B-4E69-9F08-E85BE70BC2EC}" dt="2023-03-24T23:29:53.269" v="11662" actId="21"/>
          <ac:cxnSpMkLst>
            <pc:docMk/>
            <pc:sldMk cId="2948444257" sldId="836"/>
            <ac:cxnSpMk id="146" creationId="{3C63699C-1C50-788E-56AC-17395B11846C}"/>
          </ac:cxnSpMkLst>
        </pc:cxnChg>
        <pc:cxnChg chg="add del mod">
          <ac:chgData name="이민재" userId="f97f16f7-28a5-49bd-9e05-fb3ef63d7997" providerId="ADAL" clId="{A26758E7-D55B-4E69-9F08-E85BE70BC2EC}" dt="2023-03-24T23:29:53.269" v="11662" actId="21"/>
          <ac:cxnSpMkLst>
            <pc:docMk/>
            <pc:sldMk cId="2948444257" sldId="836"/>
            <ac:cxnSpMk id="148" creationId="{7C3BDCA3-F443-9D22-A4B8-7D64CA76AF53}"/>
          </ac:cxnSpMkLst>
        </pc:cxnChg>
        <pc:cxnChg chg="add mod">
          <ac:chgData name="이민재" userId="f97f16f7-28a5-49bd-9e05-fb3ef63d7997" providerId="ADAL" clId="{A26758E7-D55B-4E69-9F08-E85BE70BC2EC}" dt="2023-03-25T05:05:26.532" v="13949" actId="14100"/>
          <ac:cxnSpMkLst>
            <pc:docMk/>
            <pc:sldMk cId="2948444257" sldId="836"/>
            <ac:cxnSpMk id="152" creationId="{44F28D2C-0C46-DFF1-176A-95F26E7909D1}"/>
          </ac:cxnSpMkLst>
        </pc:cxnChg>
        <pc:cxnChg chg="add mod">
          <ac:chgData name="이민재" userId="f97f16f7-28a5-49bd-9e05-fb3ef63d7997" providerId="ADAL" clId="{A26758E7-D55B-4E69-9F08-E85BE70BC2EC}" dt="2023-03-25T05:05:34.168" v="13952" actId="14100"/>
          <ac:cxnSpMkLst>
            <pc:docMk/>
            <pc:sldMk cId="2948444257" sldId="836"/>
            <ac:cxnSpMk id="154" creationId="{193C7DDF-87E6-E356-03A6-1A9CB498901A}"/>
          </ac:cxnSpMkLst>
        </pc:cxnChg>
        <pc:cxnChg chg="add mod">
          <ac:chgData name="이민재" userId="f97f16f7-28a5-49bd-9e05-fb3ef63d7997" providerId="ADAL" clId="{A26758E7-D55B-4E69-9F08-E85BE70BC2EC}" dt="2023-03-25T05:06:13.965" v="13968" actId="14100"/>
          <ac:cxnSpMkLst>
            <pc:docMk/>
            <pc:sldMk cId="2948444257" sldId="836"/>
            <ac:cxnSpMk id="157" creationId="{41344E64-0B23-EF75-4AD4-1D96F39738F9}"/>
          </ac:cxnSpMkLst>
        </pc:cxnChg>
        <pc:cxnChg chg="add mod">
          <ac:chgData name="이민재" userId="f97f16f7-28a5-49bd-9e05-fb3ef63d7997" providerId="ADAL" clId="{A26758E7-D55B-4E69-9F08-E85BE70BC2EC}" dt="2023-03-25T05:06:46.765" v="13998" actId="14100"/>
          <ac:cxnSpMkLst>
            <pc:docMk/>
            <pc:sldMk cId="2948444257" sldId="836"/>
            <ac:cxnSpMk id="159" creationId="{7395F62E-540D-7627-A9BA-C7A8A618F840}"/>
          </ac:cxnSpMkLst>
        </pc:cxnChg>
        <pc:cxnChg chg="add mod">
          <ac:chgData name="이민재" userId="f97f16f7-28a5-49bd-9e05-fb3ef63d7997" providerId="ADAL" clId="{A26758E7-D55B-4E69-9F08-E85BE70BC2EC}" dt="2023-03-25T05:06:55.024" v="14004" actId="14100"/>
          <ac:cxnSpMkLst>
            <pc:docMk/>
            <pc:sldMk cId="2948444257" sldId="836"/>
            <ac:cxnSpMk id="161" creationId="{3466E20C-3378-8814-FAA4-0E6F75618155}"/>
          </ac:cxnSpMkLst>
        </pc:cxnChg>
        <pc:cxnChg chg="add mod">
          <ac:chgData name="이민재" userId="f97f16f7-28a5-49bd-9e05-fb3ef63d7997" providerId="ADAL" clId="{A26758E7-D55B-4E69-9F08-E85BE70BC2EC}" dt="2023-03-25T05:06:04.828" v="13965" actId="14100"/>
          <ac:cxnSpMkLst>
            <pc:docMk/>
            <pc:sldMk cId="2948444257" sldId="836"/>
            <ac:cxnSpMk id="166" creationId="{80441E38-00C8-2B80-2E95-D2749C0AA023}"/>
          </ac:cxnSpMkLst>
        </pc:cxnChg>
        <pc:cxnChg chg="add mod">
          <ac:chgData name="이민재" userId="f97f16f7-28a5-49bd-9e05-fb3ef63d7997" providerId="ADAL" clId="{A26758E7-D55B-4E69-9F08-E85BE70BC2EC}" dt="2023-03-25T05:03:01.090" v="13890" actId="14100"/>
          <ac:cxnSpMkLst>
            <pc:docMk/>
            <pc:sldMk cId="2948444257" sldId="836"/>
            <ac:cxnSpMk id="222" creationId="{1F469317-0D81-4CBA-5BF8-1B97F20EA40B}"/>
          </ac:cxnSpMkLst>
        </pc:cxnChg>
        <pc:cxnChg chg="add mod">
          <ac:chgData name="이민재" userId="f97f16f7-28a5-49bd-9e05-fb3ef63d7997" providerId="ADAL" clId="{A26758E7-D55B-4E69-9F08-E85BE70BC2EC}" dt="2023-03-25T05:24:44.529" v="14468" actId="1036"/>
          <ac:cxnSpMkLst>
            <pc:docMk/>
            <pc:sldMk cId="2948444257" sldId="836"/>
            <ac:cxnSpMk id="256" creationId="{94D10B3C-4D09-F499-65C0-BD75F50F3DC0}"/>
          </ac:cxnSpMkLst>
        </pc:cxnChg>
        <pc:cxnChg chg="add mod">
          <ac:chgData name="이민재" userId="f97f16f7-28a5-49bd-9e05-fb3ef63d7997" providerId="ADAL" clId="{A26758E7-D55B-4E69-9F08-E85BE70BC2EC}" dt="2023-03-25T05:24:59.463" v="14476" actId="14100"/>
          <ac:cxnSpMkLst>
            <pc:docMk/>
            <pc:sldMk cId="2948444257" sldId="836"/>
            <ac:cxnSpMk id="258" creationId="{D6C1A5F9-700C-817C-9462-5988F3EBBB0F}"/>
          </ac:cxnSpMkLst>
        </pc:cxnChg>
        <pc:cxnChg chg="add mod">
          <ac:chgData name="이민재" userId="f97f16f7-28a5-49bd-9e05-fb3ef63d7997" providerId="ADAL" clId="{A26758E7-D55B-4E69-9F08-E85BE70BC2EC}" dt="2023-03-25T05:25:06.962" v="14479" actId="14100"/>
          <ac:cxnSpMkLst>
            <pc:docMk/>
            <pc:sldMk cId="2948444257" sldId="836"/>
            <ac:cxnSpMk id="260" creationId="{69EDE213-F0EC-03E7-D509-A6036FE2DD1B}"/>
          </ac:cxnSpMkLst>
        </pc:cxnChg>
        <pc:cxnChg chg="add mod">
          <ac:chgData name="이민재" userId="f97f16f7-28a5-49bd-9e05-fb3ef63d7997" providerId="ADAL" clId="{A26758E7-D55B-4E69-9F08-E85BE70BC2EC}" dt="2023-03-25T05:25:15.035" v="14486" actId="14100"/>
          <ac:cxnSpMkLst>
            <pc:docMk/>
            <pc:sldMk cId="2948444257" sldId="836"/>
            <ac:cxnSpMk id="262" creationId="{BA39CC11-6CB5-AE06-C31A-431794B9E9E3}"/>
          </ac:cxnSpMkLst>
        </pc:cxnChg>
        <pc:cxnChg chg="add mod">
          <ac:chgData name="이민재" userId="f97f16f7-28a5-49bd-9e05-fb3ef63d7997" providerId="ADAL" clId="{A26758E7-D55B-4E69-9F08-E85BE70BC2EC}" dt="2023-03-25T05:25:22.563" v="14491" actId="14100"/>
          <ac:cxnSpMkLst>
            <pc:docMk/>
            <pc:sldMk cId="2948444257" sldId="836"/>
            <ac:cxnSpMk id="264" creationId="{8114E513-A920-0876-060F-98072DEF2AAF}"/>
          </ac:cxnSpMkLst>
        </pc:cxnChg>
        <pc:cxnChg chg="add mod">
          <ac:chgData name="이민재" userId="f97f16f7-28a5-49bd-9e05-fb3ef63d7997" providerId="ADAL" clId="{A26758E7-D55B-4E69-9F08-E85BE70BC2EC}" dt="2023-03-25T05:25:40.378" v="14505" actId="14100"/>
          <ac:cxnSpMkLst>
            <pc:docMk/>
            <pc:sldMk cId="2948444257" sldId="836"/>
            <ac:cxnSpMk id="266" creationId="{C11B6FD7-9A1D-8E85-F870-30FA48A54E44}"/>
          </ac:cxnSpMkLst>
        </pc:cxnChg>
        <pc:cxnChg chg="add mod">
          <ac:chgData name="이민재" userId="f97f16f7-28a5-49bd-9e05-fb3ef63d7997" providerId="ADAL" clId="{A26758E7-D55B-4E69-9F08-E85BE70BC2EC}" dt="2023-03-25T05:26:04.349" v="14518" actId="14100"/>
          <ac:cxnSpMkLst>
            <pc:docMk/>
            <pc:sldMk cId="2948444257" sldId="836"/>
            <ac:cxnSpMk id="268" creationId="{47AE784F-EF6B-AD4F-6045-21C9640B756A}"/>
          </ac:cxnSpMkLst>
        </pc:cxnChg>
        <pc:cxnChg chg="add mod">
          <ac:chgData name="이민재" userId="f97f16f7-28a5-49bd-9e05-fb3ef63d7997" providerId="ADAL" clId="{A26758E7-D55B-4E69-9F08-E85BE70BC2EC}" dt="2023-03-25T05:26:15.281" v="14522" actId="14100"/>
          <ac:cxnSpMkLst>
            <pc:docMk/>
            <pc:sldMk cId="2948444257" sldId="836"/>
            <ac:cxnSpMk id="270" creationId="{4142016F-DB0D-578D-3B6B-9CCA707C6410}"/>
          </ac:cxnSpMkLst>
        </pc:cxnChg>
        <pc:cxnChg chg="add mod">
          <ac:chgData name="이민재" userId="f97f16f7-28a5-49bd-9e05-fb3ef63d7997" providerId="ADAL" clId="{A26758E7-D55B-4E69-9F08-E85BE70BC2EC}" dt="2023-03-25T05:26:27.901" v="14534" actId="14100"/>
          <ac:cxnSpMkLst>
            <pc:docMk/>
            <pc:sldMk cId="2948444257" sldId="836"/>
            <ac:cxnSpMk id="272" creationId="{36614E4B-5DB5-9019-E2C9-216FFB69EDCC}"/>
          </ac:cxnSpMkLst>
        </pc:cxnChg>
        <pc:cxnChg chg="add mod">
          <ac:chgData name="이민재" userId="f97f16f7-28a5-49bd-9e05-fb3ef63d7997" providerId="ADAL" clId="{A26758E7-D55B-4E69-9F08-E85BE70BC2EC}" dt="2023-03-25T05:26:41.257" v="14547" actId="14100"/>
          <ac:cxnSpMkLst>
            <pc:docMk/>
            <pc:sldMk cId="2948444257" sldId="836"/>
            <ac:cxnSpMk id="274" creationId="{9B72B826-510E-5B2A-0A8E-7ECF3C548391}"/>
          </ac:cxnSpMkLst>
        </pc:cxnChg>
        <pc:cxnChg chg="add mod">
          <ac:chgData name="이민재" userId="f97f16f7-28a5-49bd-9e05-fb3ef63d7997" providerId="ADAL" clId="{A26758E7-D55B-4E69-9F08-E85BE70BC2EC}" dt="2023-03-25T05:27:00.682" v="14559" actId="1036"/>
          <ac:cxnSpMkLst>
            <pc:docMk/>
            <pc:sldMk cId="2948444257" sldId="836"/>
            <ac:cxnSpMk id="276" creationId="{4E0D87A5-9ACB-2459-D3B9-A22D0C13D4D4}"/>
          </ac:cxnSpMkLst>
        </pc:cxnChg>
        <pc:cxnChg chg="add mod">
          <ac:chgData name="이민재" userId="f97f16f7-28a5-49bd-9e05-fb3ef63d7997" providerId="ADAL" clId="{A26758E7-D55B-4E69-9F08-E85BE70BC2EC}" dt="2023-03-25T05:27:07.055" v="14563" actId="14100"/>
          <ac:cxnSpMkLst>
            <pc:docMk/>
            <pc:sldMk cId="2948444257" sldId="836"/>
            <ac:cxnSpMk id="278" creationId="{0CE0B5D0-CB00-8DB9-F99D-F09F868901FD}"/>
          </ac:cxnSpMkLst>
        </pc:cxnChg>
        <pc:cxnChg chg="add mod">
          <ac:chgData name="이민재" userId="f97f16f7-28a5-49bd-9e05-fb3ef63d7997" providerId="ADAL" clId="{A26758E7-D55B-4E69-9F08-E85BE70BC2EC}" dt="2023-03-25T05:27:21.335" v="14574" actId="14100"/>
          <ac:cxnSpMkLst>
            <pc:docMk/>
            <pc:sldMk cId="2948444257" sldId="836"/>
            <ac:cxnSpMk id="280" creationId="{B8DD79F4-C100-DBF7-E922-D25A97713A3B}"/>
          </ac:cxnSpMkLst>
        </pc:cxnChg>
        <pc:cxnChg chg="add mod">
          <ac:chgData name="이민재" userId="f97f16f7-28a5-49bd-9e05-fb3ef63d7997" providerId="ADAL" clId="{A26758E7-D55B-4E69-9F08-E85BE70BC2EC}" dt="2023-03-25T05:27:26.915" v="14581" actId="14100"/>
          <ac:cxnSpMkLst>
            <pc:docMk/>
            <pc:sldMk cId="2948444257" sldId="836"/>
            <ac:cxnSpMk id="282" creationId="{FF639C97-CD08-6968-A8B5-DD0997CAF3BD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2" creationId="{7D87299A-4837-FFAF-E300-E041271593A5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3" creationId="{86B2FA9C-78A8-6F38-D133-977898AFA6D5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4" creationId="{385F330C-139A-4917-45D8-30F5DE8929F4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1T04:51:09.145" v="8813" actId="571"/>
        <pc:sldMkLst>
          <pc:docMk/>
          <pc:sldMk cId="767737328" sldId="837"/>
        </pc:sldMkLst>
        <pc:picChg chg="add mod">
          <ac:chgData name="이민재" userId="f97f16f7-28a5-49bd-9e05-fb3ef63d7997" providerId="ADAL" clId="{A26758E7-D55B-4E69-9F08-E85BE70BC2EC}" dt="2023-03-21T04:48:04.119" v="8758" actId="1076"/>
          <ac:picMkLst>
            <pc:docMk/>
            <pc:sldMk cId="767737328" sldId="837"/>
            <ac:picMk id="3" creationId="{F9E6264B-4CEB-DB9E-D421-7D73E4E7FF5E}"/>
          </ac:picMkLst>
        </pc:picChg>
        <pc:picChg chg="del">
          <ac:chgData name="이민재" userId="f97f16f7-28a5-49bd-9e05-fb3ef63d7997" providerId="ADAL" clId="{A26758E7-D55B-4E69-9F08-E85BE70BC2EC}" dt="2023-03-21T04:45:55.092" v="8685" actId="478"/>
          <ac:picMkLst>
            <pc:docMk/>
            <pc:sldMk cId="767737328" sldId="837"/>
            <ac:picMk id="6" creationId="{6D7684D9-D64C-D789-3CE8-2B6ACAFB2CB4}"/>
          </ac:picMkLst>
        </pc:picChg>
        <pc:picChg chg="add mod">
          <ac:chgData name="이민재" userId="f97f16f7-28a5-49bd-9e05-fb3ef63d7997" providerId="ADAL" clId="{A26758E7-D55B-4E69-9F08-E85BE70BC2EC}" dt="2023-03-21T04:48:09.932" v="8759" actId="1076"/>
          <ac:picMkLst>
            <pc:docMk/>
            <pc:sldMk cId="767737328" sldId="837"/>
            <ac:picMk id="7" creationId="{CE208E2C-BF70-0040-4EB1-2923BB38EDF0}"/>
          </ac:picMkLst>
        </pc:picChg>
        <pc:picChg chg="del">
          <ac:chgData name="이민재" userId="f97f16f7-28a5-49bd-9e05-fb3ef63d7997" providerId="ADAL" clId="{A26758E7-D55B-4E69-9F08-E85BE70BC2EC}" dt="2023-03-21T04:45:55.371" v="8686" actId="478"/>
          <ac:picMkLst>
            <pc:docMk/>
            <pc:sldMk cId="767737328" sldId="837"/>
            <ac:picMk id="8" creationId="{1C9F3D10-D7AA-C436-64CA-C6BD56384E6B}"/>
          </ac:picMkLst>
        </pc:picChg>
        <pc:picChg chg="add mod">
          <ac:chgData name="이민재" userId="f97f16f7-28a5-49bd-9e05-fb3ef63d7997" providerId="ADAL" clId="{A26758E7-D55B-4E69-9F08-E85BE70BC2EC}" dt="2023-03-21T04:48:15.972" v="8760" actId="1076"/>
          <ac:picMkLst>
            <pc:docMk/>
            <pc:sldMk cId="767737328" sldId="837"/>
            <ac:picMk id="10" creationId="{1CE46820-C548-9E2C-CA0C-BFB369502B6F}"/>
          </ac:picMkLst>
        </pc:picChg>
        <pc:picChg chg="add mod">
          <ac:chgData name="이민재" userId="f97f16f7-28a5-49bd-9e05-fb3ef63d7997" providerId="ADAL" clId="{A26758E7-D55B-4E69-9F08-E85BE70BC2EC}" dt="2023-03-21T04:48:25.183" v="8761" actId="1076"/>
          <ac:picMkLst>
            <pc:docMk/>
            <pc:sldMk cId="767737328" sldId="837"/>
            <ac:picMk id="12" creationId="{69B25623-F2A3-2DF6-BF3B-5582E6DCF964}"/>
          </ac:picMkLst>
        </pc:picChg>
        <pc:picChg chg="add mod modCrop">
          <ac:chgData name="이민재" userId="f97f16f7-28a5-49bd-9e05-fb3ef63d7997" providerId="ADAL" clId="{A26758E7-D55B-4E69-9F08-E85BE70BC2EC}" dt="2023-03-21T04:48:48.872" v="8765" actId="732"/>
          <ac:picMkLst>
            <pc:docMk/>
            <pc:sldMk cId="767737328" sldId="837"/>
            <ac:picMk id="14" creationId="{16D49137-3727-F4E4-0FF3-BF4F589955FA}"/>
          </ac:picMkLst>
        </pc:picChg>
        <pc:picChg chg="add mod modCrop">
          <ac:chgData name="이민재" userId="f97f16f7-28a5-49bd-9e05-fb3ef63d7997" providerId="ADAL" clId="{A26758E7-D55B-4E69-9F08-E85BE70BC2EC}" dt="2023-03-21T04:48:44.110" v="8764" actId="732"/>
          <ac:picMkLst>
            <pc:docMk/>
            <pc:sldMk cId="767737328" sldId="837"/>
            <ac:picMk id="16" creationId="{C2D5CEF3-A760-CC29-9C2B-3C6E1F63899E}"/>
          </ac:picMkLst>
        </pc:picChg>
        <pc:picChg chg="add mod">
          <ac:chgData name="이민재" userId="f97f16f7-28a5-49bd-9e05-fb3ef63d7997" providerId="ADAL" clId="{A26758E7-D55B-4E69-9F08-E85BE70BC2EC}" dt="2023-03-21T04:49:01.858" v="8776" actId="1076"/>
          <ac:picMkLst>
            <pc:docMk/>
            <pc:sldMk cId="767737328" sldId="837"/>
            <ac:picMk id="18" creationId="{A1A93099-AB4C-EF1D-8476-AE273922741F}"/>
          </ac:picMkLst>
        </pc:picChg>
        <pc:picChg chg="add mod">
          <ac:chgData name="이민재" userId="f97f16f7-28a5-49bd-9e05-fb3ef63d7997" providerId="ADAL" clId="{A26758E7-D55B-4E69-9F08-E85BE70BC2EC}" dt="2023-03-21T04:49:17.498" v="8789" actId="1076"/>
          <ac:picMkLst>
            <pc:docMk/>
            <pc:sldMk cId="767737328" sldId="837"/>
            <ac:picMk id="20" creationId="{4DBD851A-158C-4651-39D7-332D96F5D432}"/>
          </ac:picMkLst>
        </pc:picChg>
        <pc:picChg chg="add mod">
          <ac:chgData name="이민재" userId="f97f16f7-28a5-49bd-9e05-fb3ef63d7997" providerId="ADAL" clId="{A26758E7-D55B-4E69-9F08-E85BE70BC2EC}" dt="2023-03-21T04:49:30.160" v="8801" actId="1076"/>
          <ac:picMkLst>
            <pc:docMk/>
            <pc:sldMk cId="767737328" sldId="837"/>
            <ac:picMk id="22" creationId="{0EB9240D-26F7-9B86-C83F-4192EFEB51DE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3" creationId="{197496E2-E2D7-771A-1D61-5300D308B802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4" creationId="{541886D8-A7B2-638F-4836-DE3FC9CC16F1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5" creationId="{AF7F1DA3-9B31-3828-F740-F006F20D19A0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6" creationId="{9BE4CB44-F406-CE4F-AF89-85A2E87B5420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7" creationId="{C5B27CE8-8B18-6CC3-85FE-99C6EBFA93D9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1T04:54:39.688" v="9047" actId="1036"/>
        <pc:sldMkLst>
          <pc:docMk/>
          <pc:sldMk cId="3020909841" sldId="838"/>
        </pc:sldMkLst>
        <pc:picChg chg="del">
          <ac:chgData name="이민재" userId="f97f16f7-28a5-49bd-9e05-fb3ef63d7997" providerId="ADAL" clId="{A26758E7-D55B-4E69-9F08-E85BE70BC2EC}" dt="2023-03-21T04:49:54.899" v="8803" actId="478"/>
          <ac:picMkLst>
            <pc:docMk/>
            <pc:sldMk cId="3020909841" sldId="838"/>
            <ac:picMk id="3" creationId="{F9E6264B-4CEB-DB9E-D421-7D73E4E7FF5E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5" creationId="{5CB6B6F5-9B53-47DC-DC16-404C0C63C5B6}"/>
          </ac:picMkLst>
        </pc:picChg>
        <pc:picChg chg="del">
          <ac:chgData name="이민재" userId="f97f16f7-28a5-49bd-9e05-fb3ef63d7997" providerId="ADAL" clId="{A26758E7-D55B-4E69-9F08-E85BE70BC2EC}" dt="2023-03-21T04:49:55.242" v="8804" actId="478"/>
          <ac:picMkLst>
            <pc:docMk/>
            <pc:sldMk cId="3020909841" sldId="838"/>
            <ac:picMk id="7" creationId="{CE208E2C-BF70-0040-4EB1-2923BB38EDF0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8" creationId="{36E68392-048D-BF8E-6A21-B6710AA6182C}"/>
          </ac:picMkLst>
        </pc:picChg>
        <pc:picChg chg="del">
          <ac:chgData name="이민재" userId="f97f16f7-28a5-49bd-9e05-fb3ef63d7997" providerId="ADAL" clId="{A26758E7-D55B-4E69-9F08-E85BE70BC2EC}" dt="2023-03-21T04:49:55.522" v="8805" actId="478"/>
          <ac:picMkLst>
            <pc:docMk/>
            <pc:sldMk cId="3020909841" sldId="838"/>
            <ac:picMk id="10" creationId="{1CE46820-C548-9E2C-CA0C-BFB369502B6F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1" creationId="{B0368F46-14EA-4213-F95C-C74A27B32F4C}"/>
          </ac:picMkLst>
        </pc:picChg>
        <pc:picChg chg="del">
          <ac:chgData name="이민재" userId="f97f16f7-28a5-49bd-9e05-fb3ef63d7997" providerId="ADAL" clId="{A26758E7-D55B-4E69-9F08-E85BE70BC2EC}" dt="2023-03-21T04:49:56.411" v="8808" actId="478"/>
          <ac:picMkLst>
            <pc:docMk/>
            <pc:sldMk cId="3020909841" sldId="838"/>
            <ac:picMk id="12" creationId="{69B25623-F2A3-2DF6-BF3B-5582E6DCF964}"/>
          </ac:picMkLst>
        </pc:picChg>
        <pc:picChg chg="del">
          <ac:chgData name="이민재" userId="f97f16f7-28a5-49bd-9e05-fb3ef63d7997" providerId="ADAL" clId="{A26758E7-D55B-4E69-9F08-E85BE70BC2EC}" dt="2023-03-21T04:49:56.107" v="8807" actId="478"/>
          <ac:picMkLst>
            <pc:docMk/>
            <pc:sldMk cId="3020909841" sldId="838"/>
            <ac:picMk id="14" creationId="{16D49137-3727-F4E4-0FF3-BF4F589955FA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5" creationId="{BB2E0424-120E-160B-EBDF-A36923AF6B1C}"/>
          </ac:picMkLst>
        </pc:picChg>
        <pc:picChg chg="del">
          <ac:chgData name="이민재" userId="f97f16f7-28a5-49bd-9e05-fb3ef63d7997" providerId="ADAL" clId="{A26758E7-D55B-4E69-9F08-E85BE70BC2EC}" dt="2023-03-21T04:49:55.843" v="8806" actId="478"/>
          <ac:picMkLst>
            <pc:docMk/>
            <pc:sldMk cId="3020909841" sldId="838"/>
            <ac:picMk id="16" creationId="{C2D5CEF3-A760-CC29-9C2B-3C6E1F63899E}"/>
          </ac:picMkLst>
        </pc:picChg>
        <pc:picChg chg="del">
          <ac:chgData name="이민재" userId="f97f16f7-28a5-49bd-9e05-fb3ef63d7997" providerId="ADAL" clId="{A26758E7-D55B-4E69-9F08-E85BE70BC2EC}" dt="2023-03-21T04:49:56.691" v="8809" actId="478"/>
          <ac:picMkLst>
            <pc:docMk/>
            <pc:sldMk cId="3020909841" sldId="838"/>
            <ac:picMk id="18" creationId="{A1A93099-AB4C-EF1D-8476-AE273922741F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9" creationId="{4B009C20-B92F-2C36-813E-8C4EF6A08DD1}"/>
          </ac:picMkLst>
        </pc:picChg>
        <pc:picChg chg="del">
          <ac:chgData name="이민재" userId="f97f16f7-28a5-49bd-9e05-fb3ef63d7997" providerId="ADAL" clId="{A26758E7-D55B-4E69-9F08-E85BE70BC2EC}" dt="2023-03-21T04:49:56.995" v="8810" actId="478"/>
          <ac:picMkLst>
            <pc:docMk/>
            <pc:sldMk cId="3020909841" sldId="838"/>
            <ac:picMk id="20" creationId="{4DBD851A-158C-4651-39D7-332D96F5D432}"/>
          </ac:picMkLst>
        </pc:picChg>
        <pc:picChg chg="add del">
          <ac:chgData name="이민재" userId="f97f16f7-28a5-49bd-9e05-fb3ef63d7997" providerId="ADAL" clId="{A26758E7-D55B-4E69-9F08-E85BE70BC2EC}" dt="2023-03-21T04:51:11.365" v="8815" actId="478"/>
          <ac:picMkLst>
            <pc:docMk/>
            <pc:sldMk cId="3020909841" sldId="838"/>
            <ac:picMk id="22" creationId="{0EB9240D-26F7-9B86-C83F-4192EFEB51DE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23" creationId="{C1FA0556-896C-88D0-4ED1-BB69933071E5}"/>
          </ac:picMkLst>
        </pc:picChg>
        <pc:picChg chg="add mod">
          <ac:chgData name="이민재" userId="f97f16f7-28a5-49bd-9e05-fb3ef63d7997" providerId="ADAL" clId="{A26758E7-D55B-4E69-9F08-E85BE70BC2EC}" dt="2023-03-21T04:54:07.229" v="8988" actId="1076"/>
          <ac:picMkLst>
            <pc:docMk/>
            <pc:sldMk cId="3020909841" sldId="838"/>
            <ac:picMk id="25" creationId="{8C5DD32F-BF7B-D926-841C-C9345EBD17E4}"/>
          </ac:picMkLst>
        </pc:picChg>
        <pc:picChg chg="add mod">
          <ac:chgData name="이민재" userId="f97f16f7-28a5-49bd-9e05-fb3ef63d7997" providerId="ADAL" clId="{A26758E7-D55B-4E69-9F08-E85BE70BC2EC}" dt="2023-03-21T04:54:33.507" v="9020" actId="1036"/>
          <ac:picMkLst>
            <pc:docMk/>
            <pc:sldMk cId="3020909841" sldId="838"/>
            <ac:picMk id="27" creationId="{92D19DB5-9C35-1440-7324-435ADC1F7C9D}"/>
          </ac:picMkLst>
        </pc:picChg>
        <pc:picChg chg="add mod">
          <ac:chgData name="이민재" userId="f97f16f7-28a5-49bd-9e05-fb3ef63d7997" providerId="ADAL" clId="{A26758E7-D55B-4E69-9F08-E85BE70BC2EC}" dt="2023-03-21T04:54:22.481" v="9001" actId="1076"/>
          <ac:picMkLst>
            <pc:docMk/>
            <pc:sldMk cId="3020909841" sldId="838"/>
            <ac:picMk id="29" creationId="{766FA77C-0B1C-B62F-27A7-30A88C2C22A1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4T08:05:28.471" v="11404" actId="1076"/>
        <pc:sldMkLst>
          <pc:docMk/>
          <pc:sldMk cId="3683216325" sldId="839"/>
        </pc:sldMkLst>
        <pc:spChg chg="del">
          <ac:chgData name="이민재" userId="f97f16f7-28a5-49bd-9e05-fb3ef63d7997" providerId="ADAL" clId="{A26758E7-D55B-4E69-9F08-E85BE70BC2EC}" dt="2023-03-23T11:40:07.093" v="10309" actId="478"/>
          <ac:spMkLst>
            <pc:docMk/>
            <pc:sldMk cId="3683216325" sldId="839"/>
            <ac:spMk id="2" creationId="{7503BD6F-043F-A59A-9292-316651F7B4E2}"/>
          </ac:spMkLst>
        </pc:spChg>
        <pc:spChg chg="add mod">
          <ac:chgData name="이민재" userId="f97f16f7-28a5-49bd-9e05-fb3ef63d7997" providerId="ADAL" clId="{A26758E7-D55B-4E69-9F08-E85BE70BC2EC}" dt="2023-03-24T06:05:11.074" v="10937" actId="20577"/>
          <ac:spMkLst>
            <pc:docMk/>
            <pc:sldMk cId="3683216325" sldId="839"/>
            <ac:spMk id="2" creationId="{D12B332F-F270-5500-31DD-2DD817DC0636}"/>
          </ac:spMkLst>
        </pc:spChg>
        <pc:spChg chg="del">
          <ac:chgData name="이민재" userId="f97f16f7-28a5-49bd-9e05-fb3ef63d7997" providerId="ADAL" clId="{A26758E7-D55B-4E69-9F08-E85BE70BC2EC}" dt="2023-03-23T11:40:06.204" v="10308" actId="478"/>
          <ac:spMkLst>
            <pc:docMk/>
            <pc:sldMk cId="3683216325" sldId="839"/>
            <ac:spMk id="3" creationId="{EE3A24EB-79BD-B4B8-4146-F0B116142283}"/>
          </ac:spMkLst>
        </pc:spChg>
        <pc:spChg chg="add del mod">
          <ac:chgData name="이민재" userId="f97f16f7-28a5-49bd-9e05-fb3ef63d7997" providerId="ADAL" clId="{A26758E7-D55B-4E69-9F08-E85BE70BC2EC}" dt="2023-03-24T07:00:26.672" v="11182"/>
          <ac:spMkLst>
            <pc:docMk/>
            <pc:sldMk cId="3683216325" sldId="839"/>
            <ac:spMk id="6" creationId="{4A52A1F7-33D6-49F4-8786-E6448BD65D93}"/>
          </ac:spMkLst>
        </pc:spChg>
        <pc:spChg chg="add mod">
          <ac:chgData name="이민재" userId="f97f16f7-28a5-49bd-9e05-fb3ef63d7997" providerId="ADAL" clId="{A26758E7-D55B-4E69-9F08-E85BE70BC2EC}" dt="2023-03-24T07:01:07.330" v="11190" actId="1038"/>
          <ac:spMkLst>
            <pc:docMk/>
            <pc:sldMk cId="3683216325" sldId="839"/>
            <ac:spMk id="7" creationId="{1D587C94-A29E-239A-9EBE-635B6C48DA98}"/>
          </ac:spMkLst>
        </pc:spChg>
        <pc:picChg chg="add del mod">
          <ac:chgData name="이민재" userId="f97f16f7-28a5-49bd-9e05-fb3ef63d7997" providerId="ADAL" clId="{A26758E7-D55B-4E69-9F08-E85BE70BC2EC}" dt="2023-03-24T08:05:24.917" v="11397" actId="478"/>
          <ac:picMkLst>
            <pc:docMk/>
            <pc:sldMk cId="3683216325" sldId="839"/>
            <ac:picMk id="5" creationId="{516C6ADE-C29D-77D0-1B5A-0FBF3931623C}"/>
          </ac:picMkLst>
        </pc:picChg>
        <pc:picChg chg="add del mod">
          <ac:chgData name="이민재" userId="f97f16f7-28a5-49bd-9e05-fb3ef63d7997" providerId="ADAL" clId="{A26758E7-D55B-4E69-9F08-E85BE70BC2EC}" dt="2023-03-23T11:40:13.595" v="10320" actId="478"/>
          <ac:picMkLst>
            <pc:docMk/>
            <pc:sldMk cId="3683216325" sldId="839"/>
            <ac:picMk id="6" creationId="{FF12D9D0-0CCC-5FAD-034C-B742CC86E369}"/>
          </ac:picMkLst>
        </pc:picChg>
        <pc:picChg chg="add mod">
          <ac:chgData name="이민재" userId="f97f16f7-28a5-49bd-9e05-fb3ef63d7997" providerId="ADAL" clId="{A26758E7-D55B-4E69-9F08-E85BE70BC2EC}" dt="2023-03-24T07:00:58.649" v="11188" actId="1076"/>
          <ac:picMkLst>
            <pc:docMk/>
            <pc:sldMk cId="3683216325" sldId="839"/>
            <ac:picMk id="8" creationId="{A9D8D863-68D2-734B-D874-2240F43D40F0}"/>
          </ac:picMkLst>
        </pc:picChg>
        <pc:picChg chg="add del mod">
          <ac:chgData name="이민재" userId="f97f16f7-28a5-49bd-9e05-fb3ef63d7997" providerId="ADAL" clId="{A26758E7-D55B-4E69-9F08-E85BE70BC2EC}" dt="2023-03-24T06:55:36.007" v="11007" actId="478"/>
          <ac:picMkLst>
            <pc:docMk/>
            <pc:sldMk cId="3683216325" sldId="839"/>
            <ac:picMk id="10" creationId="{BAFB5C1D-3DC0-03CB-F005-C80C5DB88BD8}"/>
          </ac:picMkLst>
        </pc:picChg>
        <pc:picChg chg="add mod">
          <ac:chgData name="이민재" userId="f97f16f7-28a5-49bd-9e05-fb3ef63d7997" providerId="ADAL" clId="{A26758E7-D55B-4E69-9F08-E85BE70BC2EC}" dt="2023-03-24T08:05:28.471" v="11404" actId="1076"/>
          <ac:picMkLst>
            <pc:docMk/>
            <pc:sldMk cId="3683216325" sldId="839"/>
            <ac:picMk id="11" creationId="{34860778-B86B-8F58-FF18-61133E3EE818}"/>
          </ac:picMkLst>
        </pc:picChg>
        <pc:picChg chg="add mod">
          <ac:chgData name="이민재" userId="f97f16f7-28a5-49bd-9e05-fb3ef63d7997" providerId="ADAL" clId="{A26758E7-D55B-4E69-9F08-E85BE70BC2EC}" dt="2023-03-24T07:00:58.649" v="11188" actId="1076"/>
          <ac:picMkLst>
            <pc:docMk/>
            <pc:sldMk cId="3683216325" sldId="839"/>
            <ac:picMk id="12" creationId="{FE887169-69E7-F96F-1D98-6C4FB8E47871}"/>
          </ac:picMkLst>
        </pc:picChg>
        <pc:picChg chg="add del">
          <ac:chgData name="이민재" userId="f97f16f7-28a5-49bd-9e05-fb3ef63d7997" providerId="ADAL" clId="{A26758E7-D55B-4E69-9F08-E85BE70BC2EC}" dt="2023-03-23T11:42:07.421" v="10354" actId="21"/>
          <ac:picMkLst>
            <pc:docMk/>
            <pc:sldMk cId="3683216325" sldId="839"/>
            <ac:picMk id="14" creationId="{8F59F1B2-3E7B-C481-04CA-A63BA64E96EA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4T08:07:00.354" v="11430" actId="1035"/>
        <pc:sldMkLst>
          <pc:docMk/>
          <pc:sldMk cId="1444849962" sldId="840"/>
        </pc:sldMkLst>
        <pc:spChg chg="add mod">
          <ac:chgData name="이민재" userId="f97f16f7-28a5-49bd-9e05-fb3ef63d7997" providerId="ADAL" clId="{A26758E7-D55B-4E69-9F08-E85BE70BC2EC}" dt="2023-03-24T06:05:13.979" v="10941" actId="20577"/>
          <ac:spMkLst>
            <pc:docMk/>
            <pc:sldMk cId="1444849962" sldId="840"/>
            <ac:spMk id="3" creationId="{0960B1B2-0E33-4EEE-8F65-8B3F540D09AA}"/>
          </ac:spMkLst>
        </pc:spChg>
        <pc:spChg chg="add mod">
          <ac:chgData name="이민재" userId="f97f16f7-28a5-49bd-9e05-fb3ef63d7997" providerId="ADAL" clId="{A26758E7-D55B-4E69-9F08-E85BE70BC2EC}" dt="2023-03-24T07:01:46.527" v="11203" actId="1036"/>
          <ac:spMkLst>
            <pc:docMk/>
            <pc:sldMk cId="1444849962" sldId="840"/>
            <ac:spMk id="9" creationId="{D8984C13-4DFE-1636-7F5B-D54BCE16B975}"/>
          </ac:spMkLst>
        </pc:spChg>
        <pc:picChg chg="add mod">
          <ac:chgData name="이민재" userId="f97f16f7-28a5-49bd-9e05-fb3ef63d7997" providerId="ADAL" clId="{A26758E7-D55B-4E69-9F08-E85BE70BC2EC}" dt="2023-03-24T07:01:28.078" v="11191" actId="1076"/>
          <ac:picMkLst>
            <pc:docMk/>
            <pc:sldMk cId="1444849962" sldId="840"/>
            <ac:picMk id="2" creationId="{1DC3695A-5ED7-62EA-7485-A51699D8A91C}"/>
          </ac:picMkLst>
        </pc:picChg>
        <pc:picChg chg="add del mod">
          <ac:chgData name="이민재" userId="f97f16f7-28a5-49bd-9e05-fb3ef63d7997" providerId="ADAL" clId="{A26758E7-D55B-4E69-9F08-E85BE70BC2EC}" dt="2023-03-24T06:56:08.276" v="11020" actId="478"/>
          <ac:picMkLst>
            <pc:docMk/>
            <pc:sldMk cId="1444849962" sldId="840"/>
            <ac:picMk id="5" creationId="{170ACF0B-C34C-442B-ED51-A0C809FFF1AF}"/>
          </ac:picMkLst>
        </pc:picChg>
        <pc:picChg chg="add mod">
          <ac:chgData name="이민재" userId="f97f16f7-28a5-49bd-9e05-fb3ef63d7997" providerId="ADAL" clId="{A26758E7-D55B-4E69-9F08-E85BE70BC2EC}" dt="2023-03-24T07:01:28.078" v="11191" actId="1076"/>
          <ac:picMkLst>
            <pc:docMk/>
            <pc:sldMk cId="1444849962" sldId="840"/>
            <ac:picMk id="7" creationId="{C09E654C-D639-6AA5-1BB2-71CDD79332F2}"/>
          </ac:picMkLst>
        </pc:picChg>
        <pc:picChg chg="add del mod">
          <ac:chgData name="이민재" userId="f97f16f7-28a5-49bd-9e05-fb3ef63d7997" providerId="ADAL" clId="{A26758E7-D55B-4E69-9F08-E85BE70BC2EC}" dt="2023-03-24T08:06:45.672" v="11407" actId="478"/>
          <ac:picMkLst>
            <pc:docMk/>
            <pc:sldMk cId="1444849962" sldId="840"/>
            <ac:picMk id="8" creationId="{46D0449F-6F3C-9FF9-E977-E11DB2A5B821}"/>
          </ac:picMkLst>
        </pc:picChg>
        <pc:picChg chg="add mod">
          <ac:chgData name="이민재" userId="f97f16f7-28a5-49bd-9e05-fb3ef63d7997" providerId="ADAL" clId="{A26758E7-D55B-4E69-9F08-E85BE70BC2EC}" dt="2023-03-24T08:07:00.354" v="11430" actId="1035"/>
          <ac:picMkLst>
            <pc:docMk/>
            <pc:sldMk cId="1444849962" sldId="840"/>
            <ac:picMk id="11" creationId="{663520A9-1D87-2A39-A16B-D54888B1695D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4T08:08:08.893" v="11462" actId="1036"/>
        <pc:sldMkLst>
          <pc:docMk/>
          <pc:sldMk cId="1040540799" sldId="841"/>
        </pc:sldMkLst>
        <pc:spChg chg="add mod">
          <ac:chgData name="이민재" userId="f97f16f7-28a5-49bd-9e05-fb3ef63d7997" providerId="ADAL" clId="{A26758E7-D55B-4E69-9F08-E85BE70BC2EC}" dt="2023-03-24T06:05:16.476" v="10945" actId="20577"/>
          <ac:spMkLst>
            <pc:docMk/>
            <pc:sldMk cId="1040540799" sldId="841"/>
            <ac:spMk id="2" creationId="{F8499D93-B091-5CFA-6E44-E85D6E9AE13C}"/>
          </ac:spMkLst>
        </pc:spChg>
        <pc:spChg chg="add mod">
          <ac:chgData name="이민재" userId="f97f16f7-28a5-49bd-9e05-fb3ef63d7997" providerId="ADAL" clId="{A26758E7-D55B-4E69-9F08-E85BE70BC2EC}" dt="2023-03-24T07:02:12.402" v="11206" actId="1038"/>
          <ac:spMkLst>
            <pc:docMk/>
            <pc:sldMk cId="1040540799" sldId="841"/>
            <ac:spMk id="7" creationId="{D3BD95AB-E6BF-E6AE-AEA3-CB1338AD1440}"/>
          </ac:spMkLst>
        </pc:spChg>
        <pc:picChg chg="add del mod">
          <ac:chgData name="이민재" userId="f97f16f7-28a5-49bd-9e05-fb3ef63d7997" providerId="ADAL" clId="{A26758E7-D55B-4E69-9F08-E85BE70BC2EC}" dt="2023-03-23T11:46:10.304" v="10411" actId="478"/>
          <ac:picMkLst>
            <pc:docMk/>
            <pc:sldMk cId="1040540799" sldId="841"/>
            <ac:picMk id="3" creationId="{F86ABAD9-558C-3BC5-B04F-503601963911}"/>
          </ac:picMkLst>
        </pc:picChg>
        <pc:picChg chg="add del mod">
          <ac:chgData name="이민재" userId="f97f16f7-28a5-49bd-9e05-fb3ef63d7997" providerId="ADAL" clId="{A26758E7-D55B-4E69-9F08-E85BE70BC2EC}" dt="2023-03-24T08:08:00.683" v="11442" actId="478"/>
          <ac:picMkLst>
            <pc:docMk/>
            <pc:sldMk cId="1040540799" sldId="841"/>
            <ac:picMk id="5" creationId="{20C15A8D-677B-26F8-0DDA-E112638C3544}"/>
          </ac:picMkLst>
        </pc:picChg>
        <pc:picChg chg="add mod">
          <ac:chgData name="이민재" userId="f97f16f7-28a5-49bd-9e05-fb3ef63d7997" providerId="ADAL" clId="{A26758E7-D55B-4E69-9F08-E85BE70BC2EC}" dt="2023-03-24T07:02:06.199" v="11204" actId="1076"/>
          <ac:picMkLst>
            <pc:docMk/>
            <pc:sldMk cId="1040540799" sldId="841"/>
            <ac:picMk id="6" creationId="{F9FF0769-AA7B-D673-65CA-14B3EC8F1449}"/>
          </ac:picMkLst>
        </pc:picChg>
        <pc:picChg chg="add del mod">
          <ac:chgData name="이민재" userId="f97f16f7-28a5-49bd-9e05-fb3ef63d7997" providerId="ADAL" clId="{A26758E7-D55B-4E69-9F08-E85BE70BC2EC}" dt="2023-03-24T06:56:45.233" v="11032" actId="478"/>
          <ac:picMkLst>
            <pc:docMk/>
            <pc:sldMk cId="1040540799" sldId="841"/>
            <ac:picMk id="8" creationId="{78A24A5E-E660-1D0E-5418-E00E2725AE5E}"/>
          </ac:picMkLst>
        </pc:picChg>
        <pc:picChg chg="add del mod">
          <ac:chgData name="이민재" userId="f97f16f7-28a5-49bd-9e05-fb3ef63d7997" providerId="ADAL" clId="{A26758E7-D55B-4E69-9F08-E85BE70BC2EC}" dt="2023-03-23T11:49:56.425" v="10448" actId="478"/>
          <ac:picMkLst>
            <pc:docMk/>
            <pc:sldMk cId="1040540799" sldId="841"/>
            <ac:picMk id="10" creationId="{5E570C82-19AF-3B74-A675-F3E4E0644690}"/>
          </ac:picMkLst>
        </pc:picChg>
        <pc:picChg chg="add mod">
          <ac:chgData name="이민재" userId="f97f16f7-28a5-49bd-9e05-fb3ef63d7997" providerId="ADAL" clId="{A26758E7-D55B-4E69-9F08-E85BE70BC2EC}" dt="2023-03-24T08:08:08.893" v="11462" actId="1036"/>
          <ac:picMkLst>
            <pc:docMk/>
            <pc:sldMk cId="1040540799" sldId="841"/>
            <ac:picMk id="10" creationId="{72D8BF62-5FEA-88C4-DC0E-EE32DA5E279A}"/>
          </ac:picMkLst>
        </pc:picChg>
        <pc:picChg chg="add mod">
          <ac:chgData name="이민재" userId="f97f16f7-28a5-49bd-9e05-fb3ef63d7997" providerId="ADAL" clId="{A26758E7-D55B-4E69-9F08-E85BE70BC2EC}" dt="2023-03-24T07:02:06.199" v="11204" actId="1076"/>
          <ac:picMkLst>
            <pc:docMk/>
            <pc:sldMk cId="1040540799" sldId="841"/>
            <ac:picMk id="12" creationId="{35353A4A-9579-0B36-A865-181E549C08A2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3T13:10:07.605" v="10588" actId="1076"/>
        <pc:sldMkLst>
          <pc:docMk/>
          <pc:sldMk cId="2956052816" sldId="842"/>
        </pc:sldMkLst>
        <pc:spChg chg="del">
          <ac:chgData name="이민재" userId="f97f16f7-28a5-49bd-9e05-fb3ef63d7997" providerId="ADAL" clId="{A26758E7-D55B-4E69-9F08-E85BE70BC2EC}" dt="2023-03-23T11:50:47.421" v="10458" actId="478"/>
          <ac:spMkLst>
            <pc:docMk/>
            <pc:sldMk cId="2956052816" sldId="842"/>
            <ac:spMk id="5" creationId="{AD0DA814-532D-EFB3-49B9-D8A5F293C4E7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8" creationId="{D8E59FB3-5D61-059A-4EE7-6BEF4BCCD93D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17" creationId="{C4AE0C1C-F5AD-3A23-532F-829EEC01FB46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19" creationId="{63F8D28F-B71A-E15B-0595-2AC8E8A317F5}"/>
          </ac:spMkLst>
        </pc:spChg>
        <pc:spChg chg="del">
          <ac:chgData name="이민재" userId="f97f16f7-28a5-49bd-9e05-fb3ef63d7997" providerId="ADAL" clId="{A26758E7-D55B-4E69-9F08-E85BE70BC2EC}" dt="2023-03-23T11:51:21.406" v="10474" actId="478"/>
          <ac:spMkLst>
            <pc:docMk/>
            <pc:sldMk cId="2956052816" sldId="842"/>
            <ac:spMk id="21" creationId="{150B95F2-40A5-DAE6-7469-BCCD7F31C38D}"/>
          </ac:spMkLst>
        </pc:spChg>
        <pc:spChg chg="del">
          <ac:chgData name="이민재" userId="f97f16f7-28a5-49bd-9e05-fb3ef63d7997" providerId="ADAL" clId="{A26758E7-D55B-4E69-9F08-E85BE70BC2EC}" dt="2023-03-23T11:51:21.406" v="10474" actId="478"/>
          <ac:spMkLst>
            <pc:docMk/>
            <pc:sldMk cId="2956052816" sldId="842"/>
            <ac:spMk id="22" creationId="{251935F0-B898-3654-0B67-9DFCABD573AB}"/>
          </ac:spMkLst>
        </pc:spChg>
        <pc:spChg chg="del">
          <ac:chgData name="이민재" userId="f97f16f7-28a5-49bd-9e05-fb3ef63d7997" providerId="ADAL" clId="{A26758E7-D55B-4E69-9F08-E85BE70BC2EC}" dt="2023-03-23T11:51:19.918" v="10473" actId="478"/>
          <ac:spMkLst>
            <pc:docMk/>
            <pc:sldMk cId="2956052816" sldId="842"/>
            <ac:spMk id="23" creationId="{9718B252-0BA4-D200-D8BA-A401466055AA}"/>
          </ac:spMkLst>
        </pc:spChg>
        <pc:spChg chg="del">
          <ac:chgData name="이민재" userId="f97f16f7-28a5-49bd-9e05-fb3ef63d7997" providerId="ADAL" clId="{A26758E7-D55B-4E69-9F08-E85BE70BC2EC}" dt="2023-03-23T11:50:58.117" v="10460" actId="478"/>
          <ac:spMkLst>
            <pc:docMk/>
            <pc:sldMk cId="2956052816" sldId="842"/>
            <ac:spMk id="24" creationId="{4900FA32-C44F-F10A-154D-B43F3E538C84}"/>
          </ac:spMkLst>
        </pc:spChg>
        <pc:spChg chg="del">
          <ac:chgData name="이민재" userId="f97f16f7-28a5-49bd-9e05-fb3ef63d7997" providerId="ADAL" clId="{A26758E7-D55B-4E69-9F08-E85BE70BC2EC}" dt="2023-03-23T11:51:00.349" v="10462" actId="478"/>
          <ac:spMkLst>
            <pc:docMk/>
            <pc:sldMk cId="2956052816" sldId="842"/>
            <ac:spMk id="25" creationId="{4AD8996B-A3B2-9E76-B015-93CE1F70DF37}"/>
          </ac:spMkLst>
        </pc:spChg>
        <pc:spChg chg="del">
          <ac:chgData name="이민재" userId="f97f16f7-28a5-49bd-9e05-fb3ef63d7997" providerId="ADAL" clId="{A26758E7-D55B-4E69-9F08-E85BE70BC2EC}" dt="2023-03-23T11:51:01.885" v="10464" actId="478"/>
          <ac:spMkLst>
            <pc:docMk/>
            <pc:sldMk cId="2956052816" sldId="842"/>
            <ac:spMk id="26" creationId="{814CE4F5-D7AB-795A-EF27-42D2010E4527}"/>
          </ac:spMkLst>
        </pc:spChg>
        <pc:spChg chg="mod">
          <ac:chgData name="이민재" userId="f97f16f7-28a5-49bd-9e05-fb3ef63d7997" providerId="ADAL" clId="{A26758E7-D55B-4E69-9F08-E85BE70BC2EC}" dt="2023-03-23T13:05:16.480" v="10531" actId="20577"/>
          <ac:spMkLst>
            <pc:docMk/>
            <pc:sldMk cId="2956052816" sldId="842"/>
            <ac:spMk id="31" creationId="{620B8D01-6A2A-2355-9E4A-2DD2F39CCD70}"/>
          </ac:spMkLst>
        </pc:spChg>
        <pc:spChg chg="mod">
          <ac:chgData name="이민재" userId="f97f16f7-28a5-49bd-9e05-fb3ef63d7997" providerId="ADAL" clId="{A26758E7-D55B-4E69-9F08-E85BE70BC2EC}" dt="2023-03-23T13:05:18.167" v="10533" actId="20577"/>
          <ac:spMkLst>
            <pc:docMk/>
            <pc:sldMk cId="2956052816" sldId="842"/>
            <ac:spMk id="32" creationId="{6AD7B98C-EB30-C7BE-1017-3EBA7D226B0F}"/>
          </ac:spMkLst>
        </pc:spChg>
        <pc:spChg chg="mod">
          <ac:chgData name="이민재" userId="f97f16f7-28a5-49bd-9e05-fb3ef63d7997" providerId="ADAL" clId="{A26758E7-D55B-4E69-9F08-E85BE70BC2EC}" dt="2023-03-23T13:05:20.120" v="10535" actId="20577"/>
          <ac:spMkLst>
            <pc:docMk/>
            <pc:sldMk cId="2956052816" sldId="842"/>
            <ac:spMk id="33" creationId="{876D4BF8-7B73-1748-52B4-77040480359B}"/>
          </ac:spMkLst>
        </pc:spChg>
        <pc:spChg chg="del">
          <ac:chgData name="이민재" userId="f97f16f7-28a5-49bd-9e05-fb3ef63d7997" providerId="ADAL" clId="{A26758E7-D55B-4E69-9F08-E85BE70BC2EC}" dt="2023-03-23T11:51:10.768" v="10468" actId="478"/>
          <ac:spMkLst>
            <pc:docMk/>
            <pc:sldMk cId="2956052816" sldId="842"/>
            <ac:spMk id="34" creationId="{449196EA-F02D-4869-4216-756918EB4EEC}"/>
          </ac:spMkLst>
        </pc:spChg>
        <pc:spChg chg="del">
          <ac:chgData name="이민재" userId="f97f16f7-28a5-49bd-9e05-fb3ef63d7997" providerId="ADAL" clId="{A26758E7-D55B-4E69-9F08-E85BE70BC2EC}" dt="2023-03-23T11:51:11.814" v="10469" actId="478"/>
          <ac:spMkLst>
            <pc:docMk/>
            <pc:sldMk cId="2956052816" sldId="842"/>
            <ac:spMk id="35" creationId="{980AF036-C7D4-28C7-F4B6-3003AC4C216E}"/>
          </ac:spMkLst>
        </pc:spChg>
        <pc:spChg chg="del">
          <ac:chgData name="이민재" userId="f97f16f7-28a5-49bd-9e05-fb3ef63d7997" providerId="ADAL" clId="{A26758E7-D55B-4E69-9F08-E85BE70BC2EC}" dt="2023-03-23T11:51:13.273" v="10470" actId="478"/>
          <ac:spMkLst>
            <pc:docMk/>
            <pc:sldMk cId="2956052816" sldId="842"/>
            <ac:spMk id="36" creationId="{0DD01BA3-F584-3B4A-83B4-A698A7924109}"/>
          </ac:spMkLst>
        </pc:spChg>
        <pc:spChg chg="del">
          <ac:chgData name="이민재" userId="f97f16f7-28a5-49bd-9e05-fb3ef63d7997" providerId="ADAL" clId="{A26758E7-D55B-4E69-9F08-E85BE70BC2EC}" dt="2023-03-23T11:51:14.559" v="10471" actId="478"/>
          <ac:spMkLst>
            <pc:docMk/>
            <pc:sldMk cId="2956052816" sldId="842"/>
            <ac:spMk id="37" creationId="{23EBE2F7-3BC3-B007-E89A-3DDA15F65FDC}"/>
          </ac:spMkLst>
        </pc:spChg>
        <pc:spChg chg="del">
          <ac:chgData name="이민재" userId="f97f16f7-28a5-49bd-9e05-fb3ef63d7997" providerId="ADAL" clId="{A26758E7-D55B-4E69-9F08-E85BE70BC2EC}" dt="2023-03-23T11:51:16.247" v="10472" actId="478"/>
          <ac:spMkLst>
            <pc:docMk/>
            <pc:sldMk cId="2956052816" sldId="842"/>
            <ac:spMk id="38" creationId="{D6DF68DB-F841-175E-8758-EBB5A4D10E8E}"/>
          </ac:spMkLst>
        </pc:spChg>
        <pc:spChg chg="del">
          <ac:chgData name="이민재" userId="f97f16f7-28a5-49bd-9e05-fb3ef63d7997" providerId="ADAL" clId="{A26758E7-D55B-4E69-9F08-E85BE70BC2EC}" dt="2023-03-23T11:51:19.918" v="10473" actId="478"/>
          <ac:spMkLst>
            <pc:docMk/>
            <pc:sldMk cId="2956052816" sldId="842"/>
            <ac:spMk id="39" creationId="{D0B391BB-59FA-0CC6-55DF-CA88576DAD6A}"/>
          </ac:spMkLst>
        </pc:spChg>
        <pc:picChg chg="del">
          <ac:chgData name="이민재" userId="f97f16f7-28a5-49bd-9e05-fb3ef63d7997" providerId="ADAL" clId="{A26758E7-D55B-4E69-9F08-E85BE70BC2EC}" dt="2023-03-23T11:50:57.187" v="10459" actId="478"/>
          <ac:picMkLst>
            <pc:docMk/>
            <pc:sldMk cId="2956052816" sldId="842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A26758E7-D55B-4E69-9F08-E85BE70BC2EC}" dt="2023-03-23T12:47:32.811" v="10489" actId="478"/>
          <ac:picMkLst>
            <pc:docMk/>
            <pc:sldMk cId="2956052816" sldId="842"/>
            <ac:picMk id="9" creationId="{7CDBD8BA-770C-C885-E35D-D066AC0443C2}"/>
          </ac:picMkLst>
        </pc:picChg>
        <pc:picChg chg="del">
          <ac:chgData name="이민재" userId="f97f16f7-28a5-49bd-9e05-fb3ef63d7997" providerId="ADAL" clId="{A26758E7-D55B-4E69-9F08-E85BE70BC2EC}" dt="2023-03-23T11:51:05.612" v="10467" actId="478"/>
          <ac:picMkLst>
            <pc:docMk/>
            <pc:sldMk cId="2956052816" sldId="842"/>
            <ac:picMk id="10" creationId="{FBBD8175-D2B0-003C-7AC2-4A57D78D11D7}"/>
          </ac:picMkLst>
        </pc:picChg>
        <pc:picChg chg="del">
          <ac:chgData name="이민재" userId="f97f16f7-28a5-49bd-9e05-fb3ef63d7997" providerId="ADAL" clId="{A26758E7-D55B-4E69-9F08-E85BE70BC2EC}" dt="2023-03-23T11:50:58.635" v="10461" actId="478"/>
          <ac:picMkLst>
            <pc:docMk/>
            <pc:sldMk cId="2956052816" sldId="842"/>
            <ac:picMk id="11" creationId="{5428F95E-BAAC-9DFB-BF70-A21B4069E74F}"/>
          </ac:picMkLst>
        </pc:picChg>
        <pc:picChg chg="del">
          <ac:chgData name="이민재" userId="f97f16f7-28a5-49bd-9e05-fb3ef63d7997" providerId="ADAL" clId="{A26758E7-D55B-4E69-9F08-E85BE70BC2EC}" dt="2023-03-23T11:51:04.844" v="10466" actId="478"/>
          <ac:picMkLst>
            <pc:docMk/>
            <pc:sldMk cId="2956052816" sldId="842"/>
            <ac:picMk id="12" creationId="{F4E7DEAE-BC8D-0AA4-4C01-7A9CCB8D92FA}"/>
          </ac:picMkLst>
        </pc:picChg>
        <pc:picChg chg="del">
          <ac:chgData name="이민재" userId="f97f16f7-28a5-49bd-9e05-fb3ef63d7997" providerId="ADAL" clId="{A26758E7-D55B-4E69-9F08-E85BE70BC2EC}" dt="2023-03-23T11:51:04.116" v="10465" actId="478"/>
          <ac:picMkLst>
            <pc:docMk/>
            <pc:sldMk cId="2956052816" sldId="842"/>
            <ac:picMk id="14" creationId="{134837FC-F214-033E-9DE8-33211451BB0B}"/>
          </ac:picMkLst>
        </pc:picChg>
        <pc:picChg chg="del">
          <ac:chgData name="이민재" userId="f97f16f7-28a5-49bd-9e05-fb3ef63d7997" providerId="ADAL" clId="{A26758E7-D55B-4E69-9F08-E85BE70BC2EC}" dt="2023-03-23T11:51:00.836" v="10463" actId="478"/>
          <ac:picMkLst>
            <pc:docMk/>
            <pc:sldMk cId="2956052816" sldId="842"/>
            <ac:picMk id="15" creationId="{106FFA18-E81F-485D-8502-1838A772CE84}"/>
          </ac:picMkLst>
        </pc:picChg>
        <pc:picChg chg="add mod">
          <ac:chgData name="이민재" userId="f97f16f7-28a5-49bd-9e05-fb3ef63d7997" providerId="ADAL" clId="{A26758E7-D55B-4E69-9F08-E85BE70BC2EC}" dt="2023-03-23T12:49:25.302" v="10504" actId="1076"/>
          <ac:picMkLst>
            <pc:docMk/>
            <pc:sldMk cId="2956052816" sldId="842"/>
            <ac:picMk id="16" creationId="{6DCFD33A-6386-4E5B-0464-C77F1E1535A1}"/>
          </ac:picMkLst>
        </pc:picChg>
        <pc:picChg chg="add mod">
          <ac:chgData name="이민재" userId="f97f16f7-28a5-49bd-9e05-fb3ef63d7997" providerId="ADAL" clId="{A26758E7-D55B-4E69-9F08-E85BE70BC2EC}" dt="2023-03-23T12:56:12.935" v="10516" actId="1076"/>
          <ac:picMkLst>
            <pc:docMk/>
            <pc:sldMk cId="2956052816" sldId="842"/>
            <ac:picMk id="20" creationId="{F46E2B6E-D0C3-29F8-62F3-19A1E138F972}"/>
          </ac:picMkLst>
        </pc:picChg>
        <pc:picChg chg="add mod">
          <ac:chgData name="이민재" userId="f97f16f7-28a5-49bd-9e05-fb3ef63d7997" providerId="ADAL" clId="{A26758E7-D55B-4E69-9F08-E85BE70BC2EC}" dt="2023-03-23T13:02:08.110" v="10527" actId="1076"/>
          <ac:picMkLst>
            <pc:docMk/>
            <pc:sldMk cId="2956052816" sldId="842"/>
            <ac:picMk id="29" creationId="{675B096E-7DE5-0CD4-12FD-2D0431CE857A}"/>
          </ac:picMkLst>
        </pc:picChg>
        <pc:picChg chg="add del mod">
          <ac:chgData name="이민재" userId="f97f16f7-28a5-49bd-9e05-fb3ef63d7997" providerId="ADAL" clId="{A26758E7-D55B-4E69-9F08-E85BE70BC2EC}" dt="2023-03-23T13:05:56.412" v="10543" actId="478"/>
          <ac:picMkLst>
            <pc:docMk/>
            <pc:sldMk cId="2956052816" sldId="842"/>
            <ac:picMk id="41" creationId="{25609990-D8C2-BCAA-81DB-A2DC835B9057}"/>
          </ac:picMkLst>
        </pc:picChg>
        <pc:picChg chg="add mod">
          <ac:chgData name="이민재" userId="f97f16f7-28a5-49bd-9e05-fb3ef63d7997" providerId="ADAL" clId="{A26758E7-D55B-4E69-9F08-E85BE70BC2EC}" dt="2023-03-23T13:08:23.795" v="10559" actId="1076"/>
          <ac:picMkLst>
            <pc:docMk/>
            <pc:sldMk cId="2956052816" sldId="842"/>
            <ac:picMk id="43" creationId="{7542115F-9BB3-86E9-E624-D74131EDA106}"/>
          </ac:picMkLst>
        </pc:picChg>
        <pc:picChg chg="add mod">
          <ac:chgData name="이민재" userId="f97f16f7-28a5-49bd-9e05-fb3ef63d7997" providerId="ADAL" clId="{A26758E7-D55B-4E69-9F08-E85BE70BC2EC}" dt="2023-03-23T13:10:00.774" v="10587" actId="1076"/>
          <ac:picMkLst>
            <pc:docMk/>
            <pc:sldMk cId="2956052816" sldId="842"/>
            <ac:picMk id="45" creationId="{1FE65A54-9F30-219D-CC3E-2FE2C9E08BFC}"/>
          </ac:picMkLst>
        </pc:picChg>
        <pc:picChg chg="add mod">
          <ac:chgData name="이민재" userId="f97f16f7-28a5-49bd-9e05-fb3ef63d7997" providerId="ADAL" clId="{A26758E7-D55B-4E69-9F08-E85BE70BC2EC}" dt="2023-03-23T13:10:07.605" v="10588" actId="1076"/>
          <ac:picMkLst>
            <pc:docMk/>
            <pc:sldMk cId="2956052816" sldId="842"/>
            <ac:picMk id="47" creationId="{CF195565-502B-0A54-B88C-6E4B77437186}"/>
          </ac:picMkLst>
        </pc:picChg>
      </pc:sldChg>
      <pc:sldChg chg="add">
        <pc:chgData name="이민재" userId="f97f16f7-28a5-49bd-9e05-fb3ef63d7997" providerId="ADAL" clId="{A26758E7-D55B-4E69-9F08-E85BE70BC2EC}" dt="2023-03-24T23:28:01.402" v="11621"/>
        <pc:sldMkLst>
          <pc:docMk/>
          <pc:sldMk cId="1970296768" sldId="843"/>
        </pc:sldMkLst>
      </pc:sldChg>
      <pc:sldChg chg="addSp modSp add mod">
        <pc:chgData name="이민재" userId="f97f16f7-28a5-49bd-9e05-fb3ef63d7997" providerId="ADAL" clId="{A26758E7-D55B-4E69-9F08-E85BE70BC2EC}" dt="2023-03-25T00:53:22.980" v="12857" actId="1076"/>
        <pc:sldMkLst>
          <pc:docMk/>
          <pc:sldMk cId="2515837170" sldId="844"/>
        </pc:sldMkLst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15" creationId="{29E79783-969E-E048-D1E0-7361D0C344A0}"/>
          </ac:spMkLst>
        </pc:spChg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18" creationId="{6B1F3527-E7E8-AAA0-E819-12BB755B0032}"/>
          </ac:spMkLst>
        </pc:spChg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24" creationId="{FBC370D2-D073-0CF1-4FB8-CD302C2D9E37}"/>
          </ac:spMkLst>
        </pc:spChg>
        <pc:spChg chg="add mod">
          <ac:chgData name="이민재" userId="f97f16f7-28a5-49bd-9e05-fb3ef63d7997" providerId="ADAL" clId="{A26758E7-D55B-4E69-9F08-E85BE70BC2EC}" dt="2023-03-25T00:53:22.980" v="12857" actId="1076"/>
          <ac:spMkLst>
            <pc:docMk/>
            <pc:sldMk cId="2515837170" sldId="844"/>
            <ac:spMk id="25" creationId="{4CF9BC8E-7A0D-49C1-2337-3AA0CF94F105}"/>
          </ac:spMkLst>
        </pc:spChg>
        <pc:picChg chg="add mod">
          <ac:chgData name="이민재" userId="f97f16f7-28a5-49bd-9e05-fb3ef63d7997" providerId="ADAL" clId="{A26758E7-D55B-4E69-9F08-E85BE70BC2EC}" dt="2023-03-25T00:52:55.640" v="12820" actId="1037"/>
          <ac:picMkLst>
            <pc:docMk/>
            <pc:sldMk cId="2515837170" sldId="844"/>
            <ac:picMk id="13" creationId="{72E2F984-42DD-25DE-6077-EF1E5797EFD9}"/>
          </ac:picMkLst>
        </pc:picChg>
        <pc:cxnChg chg="add mod">
          <ac:chgData name="이민재" userId="f97f16f7-28a5-49bd-9e05-fb3ef63d7997" providerId="ADAL" clId="{A26758E7-D55B-4E69-9F08-E85BE70BC2EC}" dt="2023-03-25T00:52:44.531" v="12807" actId="1076"/>
          <ac:cxnSpMkLst>
            <pc:docMk/>
            <pc:sldMk cId="2515837170" sldId="844"/>
            <ac:cxnSpMk id="14" creationId="{B3CB7987-E1D7-3CF8-2D0E-E99FAC285749}"/>
          </ac:cxnSpMkLst>
        </pc:cxnChg>
        <pc:cxnChg chg="add mod">
          <ac:chgData name="이민재" userId="f97f16f7-28a5-49bd-9e05-fb3ef63d7997" providerId="ADAL" clId="{A26758E7-D55B-4E69-9F08-E85BE70BC2EC}" dt="2023-03-25T00:53:02.604" v="12821" actId="14100"/>
          <ac:cxnSpMkLst>
            <pc:docMk/>
            <pc:sldMk cId="2515837170" sldId="844"/>
            <ac:cxnSpMk id="17" creationId="{253A7AD4-8017-F6FB-9052-EC77BF004FE6}"/>
          </ac:cxnSpMkLst>
        </pc:cxnChg>
        <pc:cxnChg chg="add mod">
          <ac:chgData name="이민재" userId="f97f16f7-28a5-49bd-9e05-fb3ef63d7997" providerId="ADAL" clId="{A26758E7-D55B-4E69-9F08-E85BE70BC2EC}" dt="2023-03-25T00:53:19.189" v="12856" actId="14100"/>
          <ac:cxnSpMkLst>
            <pc:docMk/>
            <pc:sldMk cId="2515837170" sldId="844"/>
            <ac:cxnSpMk id="20" creationId="{E5E8938F-F752-B224-036F-0F79703E1D75}"/>
          </ac:cxnSpMkLst>
        </pc:cxnChg>
        <pc:cxnChg chg="add mod">
          <ac:chgData name="이민재" userId="f97f16f7-28a5-49bd-9e05-fb3ef63d7997" providerId="ADAL" clId="{A26758E7-D55B-4E69-9F08-E85BE70BC2EC}" dt="2023-03-25T00:53:09.910" v="12825" actId="14100"/>
          <ac:cxnSpMkLst>
            <pc:docMk/>
            <pc:sldMk cId="2515837170" sldId="844"/>
            <ac:cxnSpMk id="21" creationId="{D5E5371F-A67B-772E-1255-94B5A4D625EE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5T05:20:45.974" v="14312" actId="21"/>
        <pc:sldMkLst>
          <pc:docMk/>
          <pc:sldMk cId="4251176526" sldId="845"/>
        </pc:sldMkLst>
        <pc:spChg chg="add mod">
          <ac:chgData name="이민재" userId="f97f16f7-28a5-49bd-9e05-fb3ef63d7997" providerId="ADAL" clId="{A26758E7-D55B-4E69-9F08-E85BE70BC2EC}" dt="2023-03-25T04:59:31.368" v="13786" actId="164"/>
          <ac:spMkLst>
            <pc:docMk/>
            <pc:sldMk cId="4251176526" sldId="845"/>
            <ac:spMk id="2" creationId="{D7C9AB38-4A31-39EF-F36A-D83883C6A349}"/>
          </ac:spMkLst>
        </pc:spChg>
        <pc:spChg chg="del">
          <ac:chgData name="이민재" userId="f97f16f7-28a5-49bd-9e05-fb3ef63d7997" providerId="ADAL" clId="{A26758E7-D55B-4E69-9F08-E85BE70BC2EC}" dt="2023-03-25T04:29:37.709" v="12938" actId="478"/>
          <ac:spMkLst>
            <pc:docMk/>
            <pc:sldMk cId="4251176526" sldId="845"/>
            <ac:spMk id="8" creationId="{B1EA4EAC-18BC-102E-B2C6-17234E8775FF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0" creationId="{90A13FAF-DE33-04F1-AE43-E655F0A5A348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3" creationId="{C2FDE313-370F-91F4-CD27-D5FAAC33464D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6" creationId="{A84D9FAC-77C3-83DC-044C-71C53A91CB13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9" creationId="{792B2085-B876-86D2-08FA-7DA071500A62}"/>
          </ac:spMkLst>
        </pc:spChg>
        <pc:spChg chg="del">
          <ac:chgData name="이민재" userId="f97f16f7-28a5-49bd-9e05-fb3ef63d7997" providerId="ADAL" clId="{A26758E7-D55B-4E69-9F08-E85BE70BC2EC}" dt="2023-03-25T04:29:38.979" v="12939" actId="478"/>
          <ac:spMkLst>
            <pc:docMk/>
            <pc:sldMk cId="4251176526" sldId="845"/>
            <ac:spMk id="20" creationId="{6D116E86-E03F-1C2F-80D3-8B0D877A76FE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2" creationId="{863CACA5-27ED-3F7B-24CC-4666352D88BD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4" creationId="{B2B594C1-2099-6B06-4179-1E337AAB5878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6" creationId="{469D6D88-DB96-9276-0D4D-1F4F37B3735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28" creationId="{2C6CC1BF-6436-AA96-F1C0-55A3710945A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0" creationId="{43D80ECE-6653-2EDE-CD8B-78DFFBCF0A23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2" creationId="{86A6E591-2D80-FEA6-2D1D-DDE852569720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4" creationId="{2402CC88-299E-C932-1D05-F1765BAF60D5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6" creationId="{50287728-0994-8645-D1C1-3DD3ECD01649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8" creationId="{2D12E6CB-51C4-0360-F366-EEA11C53179F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40" creationId="{F10C8E5B-3D14-0CB2-149A-B9EEED08E679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42" creationId="{A27CE3DB-EA0A-B160-A2FD-ADCFB00DE299}"/>
          </ac:spMkLst>
        </pc:spChg>
        <pc:spChg chg="add mod">
          <ac:chgData name="이민재" userId="f97f16f7-28a5-49bd-9e05-fb3ef63d7997" providerId="ADAL" clId="{A26758E7-D55B-4E69-9F08-E85BE70BC2EC}" dt="2023-03-25T04:57:16.723" v="13670" actId="164"/>
          <ac:spMkLst>
            <pc:docMk/>
            <pc:sldMk cId="4251176526" sldId="845"/>
            <ac:spMk id="51" creationId="{661D7B5B-AF1A-7A3F-9BEF-9EF5DBC90708}"/>
          </ac:spMkLst>
        </pc:spChg>
        <pc:spChg chg="add mod">
          <ac:chgData name="이민재" userId="f97f16f7-28a5-49bd-9e05-fb3ef63d7997" providerId="ADAL" clId="{A26758E7-D55B-4E69-9F08-E85BE70BC2EC}" dt="2023-03-25T04:57:16.723" v="13670" actId="164"/>
          <ac:spMkLst>
            <pc:docMk/>
            <pc:sldMk cId="4251176526" sldId="845"/>
            <ac:spMk id="52" creationId="{B5E74B6B-BD3D-936D-FE20-F2E7C27B54BD}"/>
          </ac:spMkLst>
        </pc:spChg>
        <pc:spChg chg="add mod">
          <ac:chgData name="이민재" userId="f97f16f7-28a5-49bd-9e05-fb3ef63d7997" providerId="ADAL" clId="{A26758E7-D55B-4E69-9F08-E85BE70BC2EC}" dt="2023-03-25T04:57:47.221" v="13686" actId="164"/>
          <ac:spMkLst>
            <pc:docMk/>
            <pc:sldMk cId="4251176526" sldId="845"/>
            <ac:spMk id="54" creationId="{57E16FD5-063F-91B7-0FBE-88FE926B6CD8}"/>
          </ac:spMkLst>
        </pc:spChg>
        <pc:spChg chg="add mod">
          <ac:chgData name="이민재" userId="f97f16f7-28a5-49bd-9e05-fb3ef63d7997" providerId="ADAL" clId="{A26758E7-D55B-4E69-9F08-E85BE70BC2EC}" dt="2023-03-25T04:57:47.221" v="13686" actId="164"/>
          <ac:spMkLst>
            <pc:docMk/>
            <pc:sldMk cId="4251176526" sldId="845"/>
            <ac:spMk id="55" creationId="{A3184B58-DE37-D08E-1490-9C1AEBD68311}"/>
          </ac:spMkLst>
        </pc:spChg>
        <pc:spChg chg="add mod">
          <ac:chgData name="이민재" userId="f97f16f7-28a5-49bd-9e05-fb3ef63d7997" providerId="ADAL" clId="{A26758E7-D55B-4E69-9F08-E85BE70BC2EC}" dt="2023-03-25T04:58:34.946" v="13748" actId="164"/>
          <ac:spMkLst>
            <pc:docMk/>
            <pc:sldMk cId="4251176526" sldId="845"/>
            <ac:spMk id="57" creationId="{0EE933EE-E803-3252-A5C8-1010FA300F39}"/>
          </ac:spMkLst>
        </pc:spChg>
        <pc:spChg chg="add mod">
          <ac:chgData name="이민재" userId="f97f16f7-28a5-49bd-9e05-fb3ef63d7997" providerId="ADAL" clId="{A26758E7-D55B-4E69-9F08-E85BE70BC2EC}" dt="2023-03-25T04:58:34.946" v="13748" actId="164"/>
          <ac:spMkLst>
            <pc:docMk/>
            <pc:sldMk cId="4251176526" sldId="845"/>
            <ac:spMk id="58" creationId="{8D57B166-54EA-5301-FD08-BFF3452340F1}"/>
          </ac:spMkLst>
        </pc:spChg>
        <pc:spChg chg="add del mod">
          <ac:chgData name="이민재" userId="f97f16f7-28a5-49bd-9e05-fb3ef63d7997" providerId="ADAL" clId="{A26758E7-D55B-4E69-9F08-E85BE70BC2EC}" dt="2023-03-25T04:59:34.226" v="13789"/>
          <ac:spMkLst>
            <pc:docMk/>
            <pc:sldMk cId="4251176526" sldId="845"/>
            <ac:spMk id="60" creationId="{DE78CCF5-C2D7-359F-8827-CF010C08D363}"/>
          </ac:spMkLst>
        </pc:spChg>
        <pc:spChg chg="add del mod">
          <ac:chgData name="이민재" userId="f97f16f7-28a5-49bd-9e05-fb3ef63d7997" providerId="ADAL" clId="{A26758E7-D55B-4E69-9F08-E85BE70BC2EC}" dt="2023-03-25T04:59:34.226" v="13789"/>
          <ac:spMkLst>
            <pc:docMk/>
            <pc:sldMk cId="4251176526" sldId="845"/>
            <ac:spMk id="61" creationId="{4EC0235C-523B-B2B7-A320-F8085E1A8361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4" creationId="{87CA960A-BB8D-2B84-C9B1-F8DD8DDA51CE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5" creationId="{B1D6D6E6-419C-BB6A-CEFF-79B1F22A2026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6" creationId="{86FF8B57-0004-3488-9F35-A253FAB4282E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68" creationId="{878BF453-E270-DA10-17BB-DB885FAA71B4}"/>
          </ac:spMkLst>
        </pc:spChg>
        <pc:spChg chg="add mod">
          <ac:chgData name="이민재" userId="f97f16f7-28a5-49bd-9e05-fb3ef63d7997" providerId="ADAL" clId="{A26758E7-D55B-4E69-9F08-E85BE70BC2EC}" dt="2023-03-25T05:00:11.977" v="13812" actId="164"/>
          <ac:spMkLst>
            <pc:docMk/>
            <pc:sldMk cId="4251176526" sldId="845"/>
            <ac:spMk id="69" creationId="{60BF24C5-08D0-EA89-DCBD-83B30C13FE31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2" creationId="{D46F6403-C4BD-B97D-3671-85B87DD7792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4" creationId="{DCB4926A-1077-D637-4E32-250AE703B6DB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6" creationId="{5494B4D9-C5AF-12BF-E598-19A1A1316F10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8" creationId="{BB8AF77E-9B4F-934C-1499-47988C4E356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0" creationId="{E0566ED6-0907-CE10-D9C8-04DBF8E8BB56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2" creationId="{BAE4BBC3-8E9F-5194-FA65-444449249ED8}"/>
          </ac:spMkLst>
        </pc:spChg>
        <pc:spChg chg="add mod">
          <ac:chgData name="이민재" userId="f97f16f7-28a5-49bd-9e05-fb3ef63d7997" providerId="ADAL" clId="{A26758E7-D55B-4E69-9F08-E85BE70BC2EC}" dt="2023-03-25T05:00:11.977" v="13812" actId="164"/>
          <ac:spMkLst>
            <pc:docMk/>
            <pc:sldMk cId="4251176526" sldId="845"/>
            <ac:spMk id="83" creationId="{1A6D2A19-7B6E-04F5-32A9-06315619CC9D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6" creationId="{5F172BA7-5584-A404-A77B-1E8F8D872F41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8" creationId="{37B9699B-2066-F21D-F72B-DCFC7537894D}"/>
          </ac:spMkLst>
        </pc:spChg>
        <pc:spChg chg="add mod">
          <ac:chgData name="이민재" userId="f97f16f7-28a5-49bd-9e05-fb3ef63d7997" providerId="ADAL" clId="{A26758E7-D55B-4E69-9F08-E85BE70BC2EC}" dt="2023-03-25T05:00:36.537" v="13821" actId="164"/>
          <ac:spMkLst>
            <pc:docMk/>
            <pc:sldMk cId="4251176526" sldId="845"/>
            <ac:spMk id="90" creationId="{2DD9F37E-C429-4FD3-670A-DE84D4E10B83}"/>
          </ac:spMkLst>
        </pc:spChg>
        <pc:spChg chg="add mod">
          <ac:chgData name="이민재" userId="f97f16f7-28a5-49bd-9e05-fb3ef63d7997" providerId="ADAL" clId="{A26758E7-D55B-4E69-9F08-E85BE70BC2EC}" dt="2023-03-25T05:00:36.537" v="13821" actId="164"/>
          <ac:spMkLst>
            <pc:docMk/>
            <pc:sldMk cId="4251176526" sldId="845"/>
            <ac:spMk id="91" creationId="{E38BF7D4-B761-7D8C-45C2-43473F04AAA5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95" creationId="{989E24F4-3F11-92F0-AA52-5B20ACCDF288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43" creationId="{1C2E35FC-51A6-9A74-9C8F-6579DDD0E027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45" creationId="{9453AAEB-B74E-6ECB-322E-92603A0FE44E}"/>
          </ac:spMkLst>
        </pc:spChg>
        <pc:grpChg chg="add del mod">
          <ac:chgData name="이민재" userId="f97f16f7-28a5-49bd-9e05-fb3ef63d7997" providerId="ADAL" clId="{A26758E7-D55B-4E69-9F08-E85BE70BC2EC}" dt="2023-03-25T04:57:17.164" v="13671" actId="21"/>
          <ac:grpSpMkLst>
            <pc:docMk/>
            <pc:sldMk cId="4251176526" sldId="845"/>
            <ac:grpSpMk id="53" creationId="{00FB1CE2-94FC-AE0D-2A83-220B4A1154CB}"/>
          </ac:grpSpMkLst>
        </pc:grpChg>
        <pc:grpChg chg="add del mod">
          <ac:chgData name="이민재" userId="f97f16f7-28a5-49bd-9e05-fb3ef63d7997" providerId="ADAL" clId="{A26758E7-D55B-4E69-9F08-E85BE70BC2EC}" dt="2023-03-25T04:57:47.640" v="13687" actId="21"/>
          <ac:grpSpMkLst>
            <pc:docMk/>
            <pc:sldMk cId="4251176526" sldId="845"/>
            <ac:grpSpMk id="56" creationId="{20A5E0CA-5A1D-3594-90ED-C7293395B7A1}"/>
          </ac:grpSpMkLst>
        </pc:grpChg>
        <pc:grpChg chg="add del mod">
          <ac:chgData name="이민재" userId="f97f16f7-28a5-49bd-9e05-fb3ef63d7997" providerId="ADAL" clId="{A26758E7-D55B-4E69-9F08-E85BE70BC2EC}" dt="2023-03-25T04:58:35.422" v="13749" actId="21"/>
          <ac:grpSpMkLst>
            <pc:docMk/>
            <pc:sldMk cId="4251176526" sldId="845"/>
            <ac:grpSpMk id="59" creationId="{7BCE17F0-45F8-7054-8F2B-8B2062D9CDAB}"/>
          </ac:grpSpMkLst>
        </pc:grpChg>
        <pc:grpChg chg="add del mod">
          <ac:chgData name="이민재" userId="f97f16f7-28a5-49bd-9e05-fb3ef63d7997" providerId="ADAL" clId="{A26758E7-D55B-4E69-9F08-E85BE70BC2EC}" dt="2023-03-25T04:59:31.368" v="13786" actId="164"/>
          <ac:grpSpMkLst>
            <pc:docMk/>
            <pc:sldMk cId="4251176526" sldId="845"/>
            <ac:grpSpMk id="62" creationId="{9D285827-55F2-D799-94F0-57036627D54F}"/>
          </ac:grpSpMkLst>
        </pc:grpChg>
        <pc:grpChg chg="add del mod">
          <ac:chgData name="이민재" userId="f97f16f7-28a5-49bd-9e05-fb3ef63d7997" providerId="ADAL" clId="{A26758E7-D55B-4E69-9F08-E85BE70BC2EC}" dt="2023-03-25T04:59:40.494" v="13795"/>
          <ac:grpSpMkLst>
            <pc:docMk/>
            <pc:sldMk cId="4251176526" sldId="845"/>
            <ac:grpSpMk id="63" creationId="{92D5BB46-E167-A40F-D385-7A1E6B1A5EB2}"/>
          </ac:grpSpMkLst>
        </pc:grpChg>
        <pc:grpChg chg="add del mod">
          <ac:chgData name="이민재" userId="f97f16f7-28a5-49bd-9e05-fb3ef63d7997" providerId="ADAL" clId="{A26758E7-D55B-4E69-9F08-E85BE70BC2EC}" dt="2023-03-25T05:00:12.554" v="13813" actId="21"/>
          <ac:grpSpMkLst>
            <pc:docMk/>
            <pc:sldMk cId="4251176526" sldId="845"/>
            <ac:grpSpMk id="89" creationId="{50B6D43C-68C2-0977-B2E8-46C1678A94F9}"/>
          </ac:grpSpMkLst>
        </pc:grpChg>
        <pc:grpChg chg="add del mod">
          <ac:chgData name="이민재" userId="f97f16f7-28a5-49bd-9e05-fb3ef63d7997" providerId="ADAL" clId="{A26758E7-D55B-4E69-9F08-E85BE70BC2EC}" dt="2023-03-25T05:00:37.157" v="13822" actId="21"/>
          <ac:grpSpMkLst>
            <pc:docMk/>
            <pc:sldMk cId="4251176526" sldId="845"/>
            <ac:grpSpMk id="92" creationId="{79786DA9-07B0-922A-6DF0-0E279D07A413}"/>
          </ac:grpSpMkLst>
        </pc:grpChg>
        <pc:picChg chg="del">
          <ac:chgData name="이민재" userId="f97f16f7-28a5-49bd-9e05-fb3ef63d7997" providerId="ADAL" clId="{A26758E7-D55B-4E69-9F08-E85BE70BC2EC}" dt="2023-03-25T04:29:29.329" v="12934" actId="478"/>
          <ac:picMkLst>
            <pc:docMk/>
            <pc:sldMk cId="4251176526" sldId="845"/>
            <ac:picMk id="3" creationId="{BBE870EA-2B45-A695-3016-08A570760D12}"/>
          </ac:picMkLst>
        </pc:picChg>
        <pc:picChg chg="del">
          <ac:chgData name="이민재" userId="f97f16f7-28a5-49bd-9e05-fb3ef63d7997" providerId="ADAL" clId="{A26758E7-D55B-4E69-9F08-E85BE70BC2EC}" dt="2023-03-25T04:29:35.690" v="12937" actId="478"/>
          <ac:picMkLst>
            <pc:docMk/>
            <pc:sldMk cId="4251176526" sldId="845"/>
            <ac:picMk id="5" creationId="{773171FE-8E46-575C-5A70-C1123B89F757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7" creationId="{75DD5689-D206-149C-B447-EC172A3FB723}"/>
          </ac:picMkLst>
        </pc:picChg>
        <pc:picChg chg="add del mod modCrop">
          <ac:chgData name="이민재" userId="f97f16f7-28a5-49bd-9e05-fb3ef63d7997" providerId="ADAL" clId="{A26758E7-D55B-4E69-9F08-E85BE70BC2EC}" dt="2023-03-25T04:30:10.856" v="12950" actId="21"/>
          <ac:picMkLst>
            <pc:docMk/>
            <pc:sldMk cId="4251176526" sldId="845"/>
            <ac:picMk id="12" creationId="{6B19B839-9F95-9042-0BBC-5BF869C27E7B}"/>
          </ac:picMkLst>
        </pc:picChg>
        <pc:picChg chg="add del mod modCrop">
          <ac:chgData name="이민재" userId="f97f16f7-28a5-49bd-9e05-fb3ef63d7997" providerId="ADAL" clId="{A26758E7-D55B-4E69-9F08-E85BE70BC2EC}" dt="2023-03-25T04:31:56.918" v="13010" actId="21"/>
          <ac:picMkLst>
            <pc:docMk/>
            <pc:sldMk cId="4251176526" sldId="845"/>
            <ac:picMk id="14" creationId="{6350B955-E5E0-35A9-ACCB-51B557BC1B90}"/>
          </ac:picMkLst>
        </pc:picChg>
        <pc:picChg chg="add del mod modCrop">
          <ac:chgData name="이민재" userId="f97f16f7-28a5-49bd-9e05-fb3ef63d7997" providerId="ADAL" clId="{A26758E7-D55B-4E69-9F08-E85BE70BC2EC}" dt="2023-03-25T04:32:56.524" v="13048" actId="21"/>
          <ac:picMkLst>
            <pc:docMk/>
            <pc:sldMk cId="4251176526" sldId="845"/>
            <ac:picMk id="43" creationId="{19A14313-EACE-F4D3-0475-935D0F6CA227}"/>
          </ac:picMkLst>
        </pc:picChg>
        <pc:picChg chg="add del mod modCrop">
          <ac:chgData name="이민재" userId="f97f16f7-28a5-49bd-9e05-fb3ef63d7997" providerId="ADAL" clId="{A26758E7-D55B-4E69-9F08-E85BE70BC2EC}" dt="2023-03-25T04:35:10.558" v="13097" actId="21"/>
          <ac:picMkLst>
            <pc:docMk/>
            <pc:sldMk cId="4251176526" sldId="845"/>
            <ac:picMk id="44" creationId="{7B3D349E-E2BF-E8EC-D937-9337D6E8FD1D}"/>
          </ac:picMkLst>
        </pc:picChg>
        <pc:picChg chg="add del mod modCrop">
          <ac:chgData name="이민재" userId="f97f16f7-28a5-49bd-9e05-fb3ef63d7997" providerId="ADAL" clId="{A26758E7-D55B-4E69-9F08-E85BE70BC2EC}" dt="2023-03-25T04:36:25.200" v="13125" actId="21"/>
          <ac:picMkLst>
            <pc:docMk/>
            <pc:sldMk cId="4251176526" sldId="845"/>
            <ac:picMk id="45" creationId="{339D2C26-91F9-C75E-6D1E-2EBB91E51738}"/>
          </ac:picMkLst>
        </pc:picChg>
        <pc:picChg chg="add del mod modCrop">
          <ac:chgData name="이민재" userId="f97f16f7-28a5-49bd-9e05-fb3ef63d7997" providerId="ADAL" clId="{A26758E7-D55B-4E69-9F08-E85BE70BC2EC}" dt="2023-03-25T04:37:08.382" v="13159" actId="21"/>
          <ac:picMkLst>
            <pc:docMk/>
            <pc:sldMk cId="4251176526" sldId="845"/>
            <ac:picMk id="46" creationId="{1299E78B-827C-EF57-3395-9B9286CF8D70}"/>
          </ac:picMkLst>
        </pc:picChg>
        <pc:picChg chg="add del mod modCrop">
          <ac:chgData name="이민재" userId="f97f16f7-28a5-49bd-9e05-fb3ef63d7997" providerId="ADAL" clId="{A26758E7-D55B-4E69-9F08-E85BE70BC2EC}" dt="2023-03-25T04:38:19.806" v="13205" actId="21"/>
          <ac:picMkLst>
            <pc:docMk/>
            <pc:sldMk cId="4251176526" sldId="845"/>
            <ac:picMk id="47" creationId="{BFAB64CB-CD8A-7145-75AE-0243A082ABF1}"/>
          </ac:picMkLst>
        </pc:picChg>
        <pc:picChg chg="add del mod modCrop">
          <ac:chgData name="이민재" userId="f97f16f7-28a5-49bd-9e05-fb3ef63d7997" providerId="ADAL" clId="{A26758E7-D55B-4E69-9F08-E85BE70BC2EC}" dt="2023-03-25T04:40:30.903" v="13253" actId="21"/>
          <ac:picMkLst>
            <pc:docMk/>
            <pc:sldMk cId="4251176526" sldId="845"/>
            <ac:picMk id="48" creationId="{3F941332-D21B-58F5-5132-3F91660591C4}"/>
          </ac:picMkLst>
        </pc:picChg>
        <pc:picChg chg="add del mod modCrop">
          <ac:chgData name="이민재" userId="f97f16f7-28a5-49bd-9e05-fb3ef63d7997" providerId="ADAL" clId="{A26758E7-D55B-4E69-9F08-E85BE70BC2EC}" dt="2023-03-25T04:39:50.027" v="13230" actId="21"/>
          <ac:picMkLst>
            <pc:docMk/>
            <pc:sldMk cId="4251176526" sldId="845"/>
            <ac:picMk id="50" creationId="{09F7EB25-1C37-1704-9F01-2F69D750652A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70" creationId="{B0B5FB0B-F4E2-392F-0961-70E5AE14D964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84" creationId="{CFDDAD94-9F25-E2D9-61C7-0619F0A06542}"/>
          </ac:picMkLst>
        </pc:picChg>
        <pc:picChg chg="add del mod modCrop">
          <ac:chgData name="이민재" userId="f97f16f7-28a5-49bd-9e05-fb3ef63d7997" providerId="ADAL" clId="{A26758E7-D55B-4E69-9F08-E85BE70BC2EC}" dt="2023-03-25T05:16:04.220" v="14110" actId="21"/>
          <ac:picMkLst>
            <pc:docMk/>
            <pc:sldMk cId="4251176526" sldId="845"/>
            <ac:picMk id="93" creationId="{5B478F39-A891-6E51-4A2D-F04FAF141C2C}"/>
          </ac:picMkLst>
        </pc:picChg>
        <pc:picChg chg="add del mod modCrop">
          <ac:chgData name="이민재" userId="f97f16f7-28a5-49bd-9e05-fb3ef63d7997" providerId="ADAL" clId="{A26758E7-D55B-4E69-9F08-E85BE70BC2EC}" dt="2023-03-25T05:16:51.262" v="14138" actId="21"/>
          <ac:picMkLst>
            <pc:docMk/>
            <pc:sldMk cId="4251176526" sldId="845"/>
            <ac:picMk id="96" creationId="{DD14BD96-B515-7D7B-0830-510780766D07}"/>
          </ac:picMkLst>
        </pc:picChg>
        <pc:picChg chg="add del mod modCrop">
          <ac:chgData name="이민재" userId="f97f16f7-28a5-49bd-9e05-fb3ef63d7997" providerId="ADAL" clId="{A26758E7-D55B-4E69-9F08-E85BE70BC2EC}" dt="2023-03-25T05:17:32.704" v="14167" actId="21"/>
          <ac:picMkLst>
            <pc:docMk/>
            <pc:sldMk cId="4251176526" sldId="845"/>
            <ac:picMk id="97" creationId="{09389DF1-B2CC-CA3E-9A5D-0026D44A2ADB}"/>
          </ac:picMkLst>
        </pc:picChg>
        <pc:picChg chg="add del mod modCrop">
          <ac:chgData name="이민재" userId="f97f16f7-28a5-49bd-9e05-fb3ef63d7997" providerId="ADAL" clId="{A26758E7-D55B-4E69-9F08-E85BE70BC2EC}" dt="2023-03-25T05:18:20.585" v="14202" actId="21"/>
          <ac:picMkLst>
            <pc:docMk/>
            <pc:sldMk cId="4251176526" sldId="845"/>
            <ac:picMk id="98" creationId="{CB43B822-EE8D-5F4D-D935-1ABEB0EF3A67}"/>
          </ac:picMkLst>
        </pc:picChg>
        <pc:picChg chg="add del mod modCrop">
          <ac:chgData name="이민재" userId="f97f16f7-28a5-49bd-9e05-fb3ef63d7997" providerId="ADAL" clId="{A26758E7-D55B-4E69-9F08-E85BE70BC2EC}" dt="2023-03-25T05:18:51.198" v="14229" actId="21"/>
          <ac:picMkLst>
            <pc:docMk/>
            <pc:sldMk cId="4251176526" sldId="845"/>
            <ac:picMk id="99" creationId="{44D23DFD-E923-B136-90C1-5F1A7546F8D9}"/>
          </ac:picMkLst>
        </pc:picChg>
        <pc:picChg chg="add del mod modCrop">
          <ac:chgData name="이민재" userId="f97f16f7-28a5-49bd-9e05-fb3ef63d7997" providerId="ADAL" clId="{A26758E7-D55B-4E69-9F08-E85BE70BC2EC}" dt="2023-03-25T05:19:58.809" v="14280" actId="21"/>
          <ac:picMkLst>
            <pc:docMk/>
            <pc:sldMk cId="4251176526" sldId="845"/>
            <ac:picMk id="100" creationId="{492966DA-CBCB-14B2-B286-58A79E8A0EC0}"/>
          </ac:picMkLst>
        </pc:picChg>
        <pc:picChg chg="del">
          <ac:chgData name="이민재" userId="f97f16f7-28a5-49bd-9e05-fb3ef63d7997" providerId="ADAL" clId="{A26758E7-D55B-4E69-9F08-E85BE70BC2EC}" dt="2023-03-25T04:29:28.723" v="12933" actId="478"/>
          <ac:picMkLst>
            <pc:docMk/>
            <pc:sldMk cId="4251176526" sldId="845"/>
            <ac:picMk id="101" creationId="{C97552DB-0E85-F7F8-F047-5F971383ED41}"/>
          </ac:picMkLst>
        </pc:picChg>
        <pc:picChg chg="del mod">
          <ac:chgData name="이민재" userId="f97f16f7-28a5-49bd-9e05-fb3ef63d7997" providerId="ADAL" clId="{A26758E7-D55B-4E69-9F08-E85BE70BC2EC}" dt="2023-03-25T04:29:47.182" v="12944" actId="21"/>
          <ac:picMkLst>
            <pc:docMk/>
            <pc:sldMk cId="4251176526" sldId="845"/>
            <ac:picMk id="102" creationId="{9F3E44FD-9C6B-671A-CCFD-13FB7E648B95}"/>
          </ac:picMkLst>
        </pc:picChg>
        <pc:picChg chg="del">
          <ac:chgData name="이민재" userId="f97f16f7-28a5-49bd-9e05-fb3ef63d7997" providerId="ADAL" clId="{A26758E7-D55B-4E69-9F08-E85BE70BC2EC}" dt="2023-03-25T04:29:34.960" v="12936" actId="478"/>
          <ac:picMkLst>
            <pc:docMk/>
            <pc:sldMk cId="4251176526" sldId="845"/>
            <ac:picMk id="103" creationId="{1BA21DA6-3CD3-99AA-FD91-0A4F499542BE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104" creationId="{59C30E9F-F950-1178-4906-7C4726A56712}"/>
          </ac:picMkLst>
        </pc:picChg>
        <pc:picChg chg="add del mod modCrop">
          <ac:chgData name="이민재" userId="f97f16f7-28a5-49bd-9e05-fb3ef63d7997" providerId="ADAL" clId="{A26758E7-D55B-4E69-9F08-E85BE70BC2EC}" dt="2023-03-25T05:20:28.460" v="14303" actId="21"/>
          <ac:picMkLst>
            <pc:docMk/>
            <pc:sldMk cId="4251176526" sldId="845"/>
            <ac:picMk id="105" creationId="{99B00C66-011E-DD90-4EAD-A8F97B98F231}"/>
          </ac:picMkLst>
        </pc:picChg>
        <pc:picChg chg="add del mod modCrop">
          <ac:chgData name="이민재" userId="f97f16f7-28a5-49bd-9e05-fb3ef63d7997" providerId="ADAL" clId="{A26758E7-D55B-4E69-9F08-E85BE70BC2EC}" dt="2023-03-25T05:20:45.974" v="14312" actId="21"/>
          <ac:picMkLst>
            <pc:docMk/>
            <pc:sldMk cId="4251176526" sldId="845"/>
            <ac:picMk id="106" creationId="{1ACD5949-24EF-5DAC-9581-B1B34D934BCE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139" creationId="{FFB32D4D-5BA4-241A-3145-86E940733A02}"/>
          </ac:picMkLst>
        </pc:pic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6" creationId="{119D67DE-A2F3-1360-D6C3-AAECAF02DF1F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9" creationId="{F596F554-5070-7B09-F67E-577B7BF6717A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1" creationId="{C4B5F0AB-3FC0-F08E-C7A1-30D6DCAA5B02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5" creationId="{27DE1BDD-4287-0B16-5F5C-46C21854E9F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7" creationId="{EED4A95B-6E1E-CA13-2D1D-93E12069FB9C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8" creationId="{344178DB-174D-65A3-7659-A20133946BC8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1" creationId="{5785616A-1E7C-3187-453C-FAD69AA7AC62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3" creationId="{94FD65E7-8067-2B48-C11D-BD7A77C660B3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5" creationId="{E6BEAC4A-90D6-19E7-3CD3-910AE89A9CDA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27" creationId="{AF454BEF-81B2-9AB6-4038-FC3ED48AFAD6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29" creationId="{5EF86B01-1CD5-0622-D97F-41D24380143D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1" creationId="{5401E949-8142-A131-2E66-BAC408BA06F4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3" creationId="{4B82CA5E-4475-0BCC-F0E2-9F6733BCDDA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5" creationId="{36926788-6A56-78CB-38F5-8C1447D9F5A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7" creationId="{73103682-06D7-4F99-DF37-726076D82372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9" creationId="{BF1D155C-DC40-B64B-5E90-C129A9AAEB2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41" creationId="{7DC90B87-D9DA-2787-32A4-2DF0F54A112D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67" creationId="{C5B2400A-3B59-D36F-EF7D-3925EEA382A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1" creationId="{FABC9319-B183-5705-CAE0-E83532E002FA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3" creationId="{64D1F974-7D76-6235-F6B0-D719B74E4E6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5" creationId="{12158968-27F1-C847-10D4-A7508E73A7BE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7" creationId="{AA9D3BF9-C7FE-300D-3466-B09CD08871FC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9" creationId="{70930DCE-BC24-D837-08EE-023F214F9F8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1" creationId="{840627EA-E141-0232-5D9D-02D6399C378B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5" creationId="{270B4D51-865E-23F6-5492-A92F94AD25C9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7" creationId="{ACC535F8-9969-A644-F8F7-B9F8B01ECC54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94" creationId="{6C37C1B7-8B6E-E365-65A0-303AEFEEDBCE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42" creationId="{AB7756F4-ABBA-1EA0-8BAA-BAA5EE0342B6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44" creationId="{66D22AD1-77C5-1805-3BFC-248BA58F409E}"/>
          </ac:cxnSpMkLst>
        </pc:cxnChg>
      </pc:sldChg>
      <pc:sldChg chg="delSp add mod">
        <pc:chgData name="이민재" userId="f97f16f7-28a5-49bd-9e05-fb3ef63d7997" providerId="ADAL" clId="{A26758E7-D55B-4E69-9F08-E85BE70BC2EC}" dt="2023-03-25T04:52:37.020" v="13445" actId="478"/>
        <pc:sldMkLst>
          <pc:docMk/>
          <pc:sldMk cId="2658732663" sldId="846"/>
        </pc:sldMkLst>
        <pc:picChg chg="del">
          <ac:chgData name="이민재" userId="f97f16f7-28a5-49bd-9e05-fb3ef63d7997" providerId="ADAL" clId="{A26758E7-D55B-4E69-9F08-E85BE70BC2EC}" dt="2023-03-25T04:52:36.312" v="13444" actId="478"/>
          <ac:picMkLst>
            <pc:docMk/>
            <pc:sldMk cId="2658732663" sldId="846"/>
            <ac:picMk id="124" creationId="{2E17EF45-E639-AF85-D520-1CD9EB050FC3}"/>
          </ac:picMkLst>
        </pc:picChg>
        <pc:picChg chg="del">
          <ac:chgData name="이민재" userId="f97f16f7-28a5-49bd-9e05-fb3ef63d7997" providerId="ADAL" clId="{A26758E7-D55B-4E69-9F08-E85BE70BC2EC}" dt="2023-03-25T04:52:37.020" v="13445" actId="478"/>
          <ac:picMkLst>
            <pc:docMk/>
            <pc:sldMk cId="2658732663" sldId="846"/>
            <ac:picMk id="126" creationId="{8EB590D2-34E3-4F34-D37C-48F46E9A2255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6T14:29:25.197" v="14935" actId="14100"/>
        <pc:sldMkLst>
          <pc:docMk/>
          <pc:sldMk cId="2073119842" sldId="847"/>
        </pc:sldMkLst>
        <pc:spChg chg="del">
          <ac:chgData name="이민재" userId="f97f16f7-28a5-49bd-9e05-fb3ef63d7997" providerId="ADAL" clId="{A26758E7-D55B-4E69-9F08-E85BE70BC2EC}" dt="2023-03-26T14:23:41.059" v="14859" actId="478"/>
          <ac:spMkLst>
            <pc:docMk/>
            <pc:sldMk cId="2073119842" sldId="847"/>
            <ac:spMk id="2" creationId="{3407732A-443E-BF97-48BA-B33EB4B9DB04}"/>
          </ac:spMkLst>
        </pc:spChg>
        <pc:spChg chg="del">
          <ac:chgData name="이민재" userId="f97f16f7-28a5-49bd-9e05-fb3ef63d7997" providerId="ADAL" clId="{A26758E7-D55B-4E69-9F08-E85BE70BC2EC}" dt="2023-03-26T14:23:42.266" v="14860" actId="478"/>
          <ac:spMkLst>
            <pc:docMk/>
            <pc:sldMk cId="2073119842" sldId="847"/>
            <ac:spMk id="3" creationId="{B1D42654-C345-C34A-1099-F76406F772C1}"/>
          </ac:spMkLst>
        </pc:sp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6" creationId="{907A0879-AEC1-D593-A0B9-AC5AB4EDE709}"/>
          </ac:picMkLst>
        </pc:pic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8" creationId="{987ACB2B-7DBE-27DD-FC9E-0646EB9B4DBC}"/>
          </ac:picMkLst>
        </pc:pic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10" creationId="{5A196FC4-4829-6CC0-039E-2C1845A60907}"/>
          </ac:picMkLst>
        </pc:picChg>
        <pc:picChg chg="add mod">
          <ac:chgData name="이민재" userId="f97f16f7-28a5-49bd-9e05-fb3ef63d7997" providerId="ADAL" clId="{A26758E7-D55B-4E69-9F08-E85BE70BC2EC}" dt="2023-03-26T14:29:25.197" v="14935" actId="14100"/>
          <ac:picMkLst>
            <pc:docMk/>
            <pc:sldMk cId="2073119842" sldId="847"/>
            <ac:picMk id="12" creationId="{75D2799F-9730-2CB9-8165-4AFFCC80D3E8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3" creationId="{009440F6-2041-D508-B666-FFC35630D710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4" creationId="{4B582363-20F3-4843-5C31-1FF12DD118DC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5" creationId="{440F02D4-8F2C-D7AB-9BDF-D2AA58DB44B5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6" creationId="{238410B4-0E30-0A93-CA6E-C4413F5FBF00}"/>
          </ac:picMkLst>
        </pc:picChg>
        <pc:picChg chg="add mod">
          <ac:chgData name="이민재" userId="f97f16f7-28a5-49bd-9e05-fb3ef63d7997" providerId="ADAL" clId="{A26758E7-D55B-4E69-9F08-E85BE70BC2EC}" dt="2023-03-26T14:28:45.655" v="14925" actId="1076"/>
          <ac:picMkLst>
            <pc:docMk/>
            <pc:sldMk cId="2073119842" sldId="847"/>
            <ac:picMk id="18" creationId="{CCF81BEB-ADC8-523B-99E4-6275D023EFD3}"/>
          </ac:picMkLst>
        </pc:picChg>
        <pc:picChg chg="add mod">
          <ac:chgData name="이민재" userId="f97f16f7-28a5-49bd-9e05-fb3ef63d7997" providerId="ADAL" clId="{A26758E7-D55B-4E69-9F08-E85BE70BC2EC}" dt="2023-03-26T14:29:20.463" v="14933" actId="1076"/>
          <ac:picMkLst>
            <pc:docMk/>
            <pc:sldMk cId="2073119842" sldId="847"/>
            <ac:picMk id="20" creationId="{847CD8A3-9213-D66A-B1AE-9C825E3EB46B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6T15:01:24.106" v="15079" actId="1076"/>
        <pc:sldMkLst>
          <pc:docMk/>
          <pc:sldMk cId="948084585" sldId="848"/>
        </pc:sldMkLst>
        <pc:spChg chg="del">
          <ac:chgData name="이민재" userId="f97f16f7-28a5-49bd-9e05-fb3ef63d7997" providerId="ADAL" clId="{A26758E7-D55B-4E69-9F08-E85BE70BC2EC}" dt="2023-03-26T14:15:39.815" v="14775" actId="478"/>
          <ac:spMkLst>
            <pc:docMk/>
            <pc:sldMk cId="948084585" sldId="848"/>
            <ac:spMk id="2" creationId="{3407732A-443E-BF97-48BA-B33EB4B9DB04}"/>
          </ac:spMkLst>
        </pc:spChg>
        <pc:spChg chg="del">
          <ac:chgData name="이민재" userId="f97f16f7-28a5-49bd-9e05-fb3ef63d7997" providerId="ADAL" clId="{A26758E7-D55B-4E69-9F08-E85BE70BC2EC}" dt="2023-03-26T14:15:38.959" v="14774" actId="478"/>
          <ac:spMkLst>
            <pc:docMk/>
            <pc:sldMk cId="948084585" sldId="848"/>
            <ac:spMk id="3" creationId="{B1D42654-C345-C34A-1099-F76406F772C1}"/>
          </ac:spMkLst>
        </pc:spChg>
        <pc:picChg chg="add del mod">
          <ac:chgData name="이민재" userId="f97f16f7-28a5-49bd-9e05-fb3ef63d7997" providerId="ADAL" clId="{A26758E7-D55B-4E69-9F08-E85BE70BC2EC}" dt="2023-03-26T14:21:10.182" v="14817" actId="478"/>
          <ac:picMkLst>
            <pc:docMk/>
            <pc:sldMk cId="948084585" sldId="848"/>
            <ac:picMk id="6" creationId="{A81A37B1-9C25-6A3B-F5C8-2B47ECB4DC92}"/>
          </ac:picMkLst>
        </pc:picChg>
        <pc:picChg chg="add del mod">
          <ac:chgData name="이민재" userId="f97f16f7-28a5-49bd-9e05-fb3ef63d7997" providerId="ADAL" clId="{A26758E7-D55B-4E69-9F08-E85BE70BC2EC}" dt="2023-03-26T14:18:36.204" v="14793" actId="478"/>
          <ac:picMkLst>
            <pc:docMk/>
            <pc:sldMk cId="948084585" sldId="848"/>
            <ac:picMk id="8" creationId="{0C6E1403-F8FC-B45D-9D92-C188D950C0C7}"/>
          </ac:picMkLst>
        </pc:picChg>
        <pc:picChg chg="add mod">
          <ac:chgData name="이민재" userId="f97f16f7-28a5-49bd-9e05-fb3ef63d7997" providerId="ADAL" clId="{A26758E7-D55B-4E69-9F08-E85BE70BC2EC}" dt="2023-03-26T14:18:38.323" v="14799" actId="14100"/>
          <ac:picMkLst>
            <pc:docMk/>
            <pc:sldMk cId="948084585" sldId="848"/>
            <ac:picMk id="10" creationId="{70F675A7-D326-F55F-8538-8EE4CA3AB12A}"/>
          </ac:picMkLst>
        </pc:picChg>
        <pc:picChg chg="add mod">
          <ac:chgData name="이민재" userId="f97f16f7-28a5-49bd-9e05-fb3ef63d7997" providerId="ADAL" clId="{A26758E7-D55B-4E69-9F08-E85BE70BC2EC}" dt="2023-03-26T14:21:12.558" v="14825" actId="14100"/>
          <ac:picMkLst>
            <pc:docMk/>
            <pc:sldMk cId="948084585" sldId="848"/>
            <ac:picMk id="12" creationId="{36F4210E-EC31-464F-51B9-725ECBB0F888}"/>
          </ac:picMkLst>
        </pc:picChg>
        <pc:picChg chg="add mod">
          <ac:chgData name="이민재" userId="f97f16f7-28a5-49bd-9e05-fb3ef63d7997" providerId="ADAL" clId="{A26758E7-D55B-4E69-9F08-E85BE70BC2EC}" dt="2023-03-26T14:21:11.207" v="14820" actId="14100"/>
          <ac:picMkLst>
            <pc:docMk/>
            <pc:sldMk cId="948084585" sldId="848"/>
            <ac:picMk id="14" creationId="{653405EE-946F-4497-278C-77A786DAFF8B}"/>
          </ac:picMkLst>
        </pc:picChg>
        <pc:picChg chg="add mod">
          <ac:chgData name="이민재" userId="f97f16f7-28a5-49bd-9e05-fb3ef63d7997" providerId="ADAL" clId="{A26758E7-D55B-4E69-9F08-E85BE70BC2EC}" dt="2023-03-26T14:21:59.218" v="14833" actId="1076"/>
          <ac:picMkLst>
            <pc:docMk/>
            <pc:sldMk cId="948084585" sldId="848"/>
            <ac:picMk id="16" creationId="{BF8B0428-3339-2D95-A2C6-DED15D7146CA}"/>
          </ac:picMkLst>
        </pc:picChg>
        <pc:picChg chg="add mod">
          <ac:chgData name="이민재" userId="f97f16f7-28a5-49bd-9e05-fb3ef63d7997" providerId="ADAL" clId="{A26758E7-D55B-4E69-9F08-E85BE70BC2EC}" dt="2023-03-26T15:01:24.106" v="15079" actId="1076"/>
          <ac:picMkLst>
            <pc:docMk/>
            <pc:sldMk cId="948084585" sldId="848"/>
            <ac:picMk id="18" creationId="{09238027-6FB3-8485-84C3-68C004D8CB7C}"/>
          </ac:picMkLst>
        </pc:picChg>
        <pc:picChg chg="add mod">
          <ac:chgData name="이민재" userId="f97f16f7-28a5-49bd-9e05-fb3ef63d7997" providerId="ADAL" clId="{A26758E7-D55B-4E69-9F08-E85BE70BC2EC}" dt="2023-03-26T14:23:35.475" v="14857" actId="1076"/>
          <ac:picMkLst>
            <pc:docMk/>
            <pc:sldMk cId="948084585" sldId="848"/>
            <ac:picMk id="20" creationId="{6140AD25-1093-A3E4-78E3-AB4889810D3B}"/>
          </ac:picMkLst>
        </pc:picChg>
      </pc:sldChg>
      <pc:sldChg chg="add">
        <pc:chgData name="이민재" userId="f97f16f7-28a5-49bd-9e05-fb3ef63d7997" providerId="ADAL" clId="{A26758E7-D55B-4E69-9F08-E85BE70BC2EC}" dt="2023-03-26T14:23:39.054" v="14858"/>
        <pc:sldMkLst>
          <pc:docMk/>
          <pc:sldMk cId="457443095" sldId="849"/>
        </pc:sldMkLst>
      </pc:sldChg>
      <pc:sldChg chg="addSp delSp modSp add mod">
        <pc:chgData name="이민재" userId="f97f16f7-28a5-49bd-9e05-fb3ef63d7997" providerId="ADAL" clId="{A26758E7-D55B-4E69-9F08-E85BE70BC2EC}" dt="2023-03-26T14:45:40.543" v="14957" actId="1076"/>
        <pc:sldMkLst>
          <pc:docMk/>
          <pc:sldMk cId="3804091095" sldId="850"/>
        </pc:sldMkLst>
        <pc:picChg chg="add mod">
          <ac:chgData name="이민재" userId="f97f16f7-28a5-49bd-9e05-fb3ef63d7997" providerId="ADAL" clId="{A26758E7-D55B-4E69-9F08-E85BE70BC2EC}" dt="2023-03-26T14:43:32.719" v="14949" actId="1076"/>
          <ac:picMkLst>
            <pc:docMk/>
            <pc:sldMk cId="3804091095" sldId="850"/>
            <ac:picMk id="3" creationId="{2CAA66F3-9CB8-6FCC-E3C4-CB0C9C15AAC3}"/>
          </ac:picMkLst>
        </pc:picChg>
        <pc:picChg chg="del">
          <ac:chgData name="이민재" userId="f97f16f7-28a5-49bd-9e05-fb3ef63d7997" providerId="ADAL" clId="{A26758E7-D55B-4E69-9F08-E85BE70BC2EC}" dt="2023-03-26T14:29:29.349" v="14937" actId="478"/>
          <ac:picMkLst>
            <pc:docMk/>
            <pc:sldMk cId="3804091095" sldId="850"/>
            <ac:picMk id="6" creationId="{907A0879-AEC1-D593-A0B9-AC5AB4EDE709}"/>
          </ac:picMkLst>
        </pc:picChg>
        <pc:picChg chg="add mod">
          <ac:chgData name="이민재" userId="f97f16f7-28a5-49bd-9e05-fb3ef63d7997" providerId="ADAL" clId="{A26758E7-D55B-4E69-9F08-E85BE70BC2EC}" dt="2023-03-26T14:45:40.543" v="14957" actId="1076"/>
          <ac:picMkLst>
            <pc:docMk/>
            <pc:sldMk cId="3804091095" sldId="850"/>
            <ac:picMk id="7" creationId="{A2D751C9-71DA-8EB5-680A-83D94CBD8BAC}"/>
          </ac:picMkLst>
        </pc:picChg>
        <pc:picChg chg="del">
          <ac:chgData name="이민재" userId="f97f16f7-28a5-49bd-9e05-fb3ef63d7997" providerId="ADAL" clId="{A26758E7-D55B-4E69-9F08-E85BE70BC2EC}" dt="2023-03-26T14:29:32.109" v="14942" actId="478"/>
          <ac:picMkLst>
            <pc:docMk/>
            <pc:sldMk cId="3804091095" sldId="850"/>
            <ac:picMk id="8" creationId="{987ACB2B-7DBE-27DD-FC9E-0646EB9B4DBC}"/>
          </ac:picMkLst>
        </pc:picChg>
        <pc:picChg chg="del">
          <ac:chgData name="이민재" userId="f97f16f7-28a5-49bd-9e05-fb3ef63d7997" providerId="ADAL" clId="{A26758E7-D55B-4E69-9F08-E85BE70BC2EC}" dt="2023-03-26T14:29:29.693" v="14938" actId="478"/>
          <ac:picMkLst>
            <pc:docMk/>
            <pc:sldMk cId="3804091095" sldId="850"/>
            <ac:picMk id="10" creationId="{5A196FC4-4829-6CC0-039E-2C1845A60907}"/>
          </ac:picMkLst>
        </pc:picChg>
        <pc:picChg chg="del">
          <ac:chgData name="이민재" userId="f97f16f7-28a5-49bd-9e05-fb3ef63d7997" providerId="ADAL" clId="{A26758E7-D55B-4E69-9F08-E85BE70BC2EC}" dt="2023-03-26T14:29:31.061" v="14941" actId="478"/>
          <ac:picMkLst>
            <pc:docMk/>
            <pc:sldMk cId="3804091095" sldId="850"/>
            <ac:picMk id="12" creationId="{75D2799F-9730-2CB9-8165-4AFFCC80D3E8}"/>
          </ac:picMkLst>
        </pc:picChg>
        <pc:picChg chg="del">
          <ac:chgData name="이민재" userId="f97f16f7-28a5-49bd-9e05-fb3ef63d7997" providerId="ADAL" clId="{A26758E7-D55B-4E69-9F08-E85BE70BC2EC}" dt="2023-03-26T14:29:30.277" v="14939" actId="478"/>
          <ac:picMkLst>
            <pc:docMk/>
            <pc:sldMk cId="3804091095" sldId="850"/>
            <ac:picMk id="18" creationId="{CCF81BEB-ADC8-523B-99E4-6275D023EFD3}"/>
          </ac:picMkLst>
        </pc:picChg>
        <pc:picChg chg="del">
          <ac:chgData name="이민재" userId="f97f16f7-28a5-49bd-9e05-fb3ef63d7997" providerId="ADAL" clId="{A26758E7-D55B-4E69-9F08-E85BE70BC2EC}" dt="2023-03-26T14:29:30.781" v="14940" actId="478"/>
          <ac:picMkLst>
            <pc:docMk/>
            <pc:sldMk cId="3804091095" sldId="850"/>
            <ac:picMk id="20" creationId="{847CD8A3-9213-D66A-B1AE-9C825E3EB46B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6T15:04:26.529" v="15158" actId="1035"/>
        <pc:sldMkLst>
          <pc:docMk/>
          <pc:sldMk cId="2129223394" sldId="851"/>
        </pc:sldMkLst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2" creationId="{25198E91-4B76-2EFB-3B3F-E510B9295296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3" creationId="{3AD81A1C-DB13-A5AD-AD76-06BFC6253F6E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4" creationId="{8CA8E70C-088C-AA6B-6F07-50646FCB31F6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5" creationId="{5E76E052-3ED1-E88C-D204-C577389B77D3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6" creationId="{9D3D9D45-BBAC-010D-0973-4D1E3F9AF015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7" creationId="{D6E6E090-1319-2B8B-FB09-BF73F9839F42}"/>
          </ac:spMkLst>
        </pc:spChg>
        <pc:spChg chg="add mod">
          <ac:chgData name="이민재" userId="f97f16f7-28a5-49bd-9e05-fb3ef63d7997" providerId="ADAL" clId="{A26758E7-D55B-4E69-9F08-E85BE70BC2EC}" dt="2023-03-26T15:01:49.221" v="15093" actId="20577"/>
          <ac:spMkLst>
            <pc:docMk/>
            <pc:sldMk cId="2129223394" sldId="851"/>
            <ac:spMk id="18" creationId="{00C833F5-F0F1-0CBE-925F-17D71F005582}"/>
          </ac:spMkLst>
        </pc:spChg>
        <pc:spChg chg="add del mod">
          <ac:chgData name="이민재" userId="f97f16f7-28a5-49bd-9e05-fb3ef63d7997" providerId="ADAL" clId="{A26758E7-D55B-4E69-9F08-E85BE70BC2EC}" dt="2023-03-26T14:52:33.293" v="15078"/>
          <ac:spMkLst>
            <pc:docMk/>
            <pc:sldMk cId="2129223394" sldId="851"/>
            <ac:spMk id="20" creationId="{E9BC7ECA-F0AA-9AC2-2DD4-84782753FEF9}"/>
          </ac:spMkLst>
        </pc:spChg>
        <pc:spChg chg="add mod">
          <ac:chgData name="이민재" userId="f97f16f7-28a5-49bd-9e05-fb3ef63d7997" providerId="ADAL" clId="{A26758E7-D55B-4E69-9F08-E85BE70BC2EC}" dt="2023-03-26T15:01:58.030" v="15096" actId="20577"/>
          <ac:spMkLst>
            <pc:docMk/>
            <pc:sldMk cId="2129223394" sldId="851"/>
            <ac:spMk id="24" creationId="{AEDDBD16-FE0C-0218-7C50-881C82B1B6AD}"/>
          </ac:spMkLst>
        </pc:spChg>
        <pc:spChg chg="add mod">
          <ac:chgData name="이민재" userId="f97f16f7-28a5-49bd-9e05-fb3ef63d7997" providerId="ADAL" clId="{A26758E7-D55B-4E69-9F08-E85BE70BC2EC}" dt="2023-03-26T15:02:09.807" v="15099" actId="20577"/>
          <ac:spMkLst>
            <pc:docMk/>
            <pc:sldMk cId="2129223394" sldId="851"/>
            <ac:spMk id="25" creationId="{03D10525-8AA4-3754-3C54-7E625BE383B3}"/>
          </ac:spMkLst>
        </pc:spChg>
        <pc:spChg chg="add mod">
          <ac:chgData name="이민재" userId="f97f16f7-28a5-49bd-9e05-fb3ef63d7997" providerId="ADAL" clId="{A26758E7-D55B-4E69-9F08-E85BE70BC2EC}" dt="2023-03-26T15:02:57.021" v="15131" actId="20577"/>
          <ac:spMkLst>
            <pc:docMk/>
            <pc:sldMk cId="2129223394" sldId="851"/>
            <ac:spMk id="29" creationId="{5AD1D7CB-2DE2-52FC-122C-36B9F235251C}"/>
          </ac:spMkLst>
        </pc:spChg>
        <pc:spChg chg="add mod">
          <ac:chgData name="이민재" userId="f97f16f7-28a5-49bd-9e05-fb3ef63d7997" providerId="ADAL" clId="{A26758E7-D55B-4E69-9F08-E85BE70BC2EC}" dt="2023-03-26T15:02:58.829" v="15133" actId="20577"/>
          <ac:spMkLst>
            <pc:docMk/>
            <pc:sldMk cId="2129223394" sldId="851"/>
            <ac:spMk id="30" creationId="{6B2A6809-97C4-B76D-EFF9-70D0E913F348}"/>
          </ac:spMkLst>
        </pc:spChg>
        <pc:spChg chg="add mod">
          <ac:chgData name="이민재" userId="f97f16f7-28a5-49bd-9e05-fb3ef63d7997" providerId="ADAL" clId="{A26758E7-D55B-4E69-9F08-E85BE70BC2EC}" dt="2023-03-26T15:03:01.206" v="15135" actId="20577"/>
          <ac:spMkLst>
            <pc:docMk/>
            <pc:sldMk cId="2129223394" sldId="851"/>
            <ac:spMk id="31" creationId="{44CD1818-5726-CF93-5B27-F0EAD96C48BD}"/>
          </ac:spMkLst>
        </pc:spChg>
        <pc:spChg chg="add mod">
          <ac:chgData name="이민재" userId="f97f16f7-28a5-49bd-9e05-fb3ef63d7997" providerId="ADAL" clId="{A26758E7-D55B-4E69-9F08-E85BE70BC2EC}" dt="2023-03-26T15:04:26.529" v="15158" actId="1035"/>
          <ac:spMkLst>
            <pc:docMk/>
            <pc:sldMk cId="2129223394" sldId="851"/>
            <ac:spMk id="33" creationId="{6020762F-5CBA-0CD3-D934-4925F525A4F3}"/>
          </ac:spMkLst>
        </pc:sp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2" creationId="{82F00D41-1D6B-94DF-F1C1-19DDFE381750}"/>
          </ac:picMkLst>
        </pc:picChg>
        <pc:picChg chg="del">
          <ac:chgData name="이민재" userId="f97f16f7-28a5-49bd-9e05-fb3ef63d7997" providerId="ADAL" clId="{A26758E7-D55B-4E69-9F08-E85BE70BC2EC}" dt="2023-03-26T14:46:39.773" v="14959" actId="478"/>
          <ac:picMkLst>
            <pc:docMk/>
            <pc:sldMk cId="2129223394" sldId="851"/>
            <ac:picMk id="3" creationId="{2CAA66F3-9CB8-6FCC-E3C4-CB0C9C15AAC3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5" creationId="{03F51C7E-ABBC-E154-6BC5-75D3BF7972DB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6" creationId="{202BB9EE-5D95-691B-0249-9D72B066E840}"/>
          </ac:picMkLst>
        </pc:picChg>
        <pc:picChg chg="del">
          <ac:chgData name="이민재" userId="f97f16f7-28a5-49bd-9e05-fb3ef63d7997" providerId="ADAL" clId="{A26758E7-D55B-4E69-9F08-E85BE70BC2EC}" dt="2023-03-26T14:46:40.196" v="14960" actId="478"/>
          <ac:picMkLst>
            <pc:docMk/>
            <pc:sldMk cId="2129223394" sldId="851"/>
            <ac:picMk id="7" creationId="{A2D751C9-71DA-8EB5-680A-83D94CBD8BAC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8" creationId="{F4C56B90-E0EC-8449-520E-DA6E1CCC6B41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9" creationId="{4A1BF657-319C-8769-FF94-72D16237FA0C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10" creationId="{27BBED96-4284-6F35-B6E9-02E7269C7216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11" creationId="{951571DF-B524-8BE1-1A4A-BF3B618920D1}"/>
          </ac:picMkLst>
        </pc:picChg>
        <pc:picChg chg="add del mod">
          <ac:chgData name="이민재" userId="f97f16f7-28a5-49bd-9e05-fb3ef63d7997" providerId="ADAL" clId="{A26758E7-D55B-4E69-9F08-E85BE70BC2EC}" dt="2023-03-26T14:52:33.293" v="15078"/>
          <ac:picMkLst>
            <pc:docMk/>
            <pc:sldMk cId="2129223394" sldId="851"/>
            <ac:picMk id="19" creationId="{CEBD7675-3F04-2F41-4839-779027ED61D0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1" creationId="{3268F528-4B61-52DF-D72D-003C0A0BD632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2" creationId="{3AF5036D-4973-0160-5567-A13B2E6EDE58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3" creationId="{D8B9E2AE-CB24-1B9E-9362-07FC026D3ADE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6" creationId="{24356EE2-9785-6B90-4B33-2D65E93CB69A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7" creationId="{ABE41C8C-CDA6-EEC5-5C98-594F9AA96EE8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8" creationId="{327EF16D-143B-97D9-3BA4-25F1D66B31F2}"/>
          </ac:picMkLst>
        </pc:picChg>
        <pc:picChg chg="add mod">
          <ac:chgData name="이민재" userId="f97f16f7-28a5-49bd-9e05-fb3ef63d7997" providerId="ADAL" clId="{A26758E7-D55B-4E69-9F08-E85BE70BC2EC}" dt="2023-03-26T15:04:10.664" v="15151" actId="1076"/>
          <ac:picMkLst>
            <pc:docMk/>
            <pc:sldMk cId="2129223394" sldId="851"/>
            <ac:picMk id="32" creationId="{95D828E1-2BE4-D162-ADFC-45615FEDB052}"/>
          </ac:picMkLst>
        </pc:picChg>
      </pc:sldChg>
      <pc:sldChg chg="add">
        <pc:chgData name="이민재" userId="f97f16f7-28a5-49bd-9e05-fb3ef63d7997" providerId="ADAL" clId="{A26758E7-D55B-4E69-9F08-E85BE70BC2EC}" dt="2023-03-26T15:01:30.795" v="15080"/>
        <pc:sldMkLst>
          <pc:docMk/>
          <pc:sldMk cId="2963192683" sldId="852"/>
        </pc:sldMkLst>
      </pc:sldChg>
    </pc:docChg>
  </pc:docChgLst>
  <pc:docChgLst>
    <pc:chgData name="이민재" userId="f97f16f7-28a5-49bd-9e05-fb3ef63d7997" providerId="ADAL" clId="{282171D3-C73B-464C-8266-2EE8F39308B8}"/>
    <pc:docChg chg="undo custSel addSld delSld modSld sldOrd modSection">
      <pc:chgData name="이민재" userId="f97f16f7-28a5-49bd-9e05-fb3ef63d7997" providerId="ADAL" clId="{282171D3-C73B-464C-8266-2EE8F39308B8}" dt="2023-03-21T03:36:17.453" v="1317" actId="1038"/>
      <pc:docMkLst>
        <pc:docMk/>
      </pc:docMkLst>
      <pc:sldChg chg="modSp mod">
        <pc:chgData name="이민재" userId="f97f16f7-28a5-49bd-9e05-fb3ef63d7997" providerId="ADAL" clId="{282171D3-C73B-464C-8266-2EE8F39308B8}" dt="2023-03-21T00:21:28.154" v="1081" actId="20577"/>
        <pc:sldMkLst>
          <pc:docMk/>
          <pc:sldMk cId="3256949080" sldId="808"/>
        </pc:sldMkLst>
        <pc:spChg chg="mod">
          <ac:chgData name="이민재" userId="f97f16f7-28a5-49bd-9e05-fb3ef63d7997" providerId="ADAL" clId="{282171D3-C73B-464C-8266-2EE8F39308B8}" dt="2023-03-21T00:21:28.154" v="1081" actId="20577"/>
          <ac:spMkLst>
            <pc:docMk/>
            <pc:sldMk cId="3256949080" sldId="808"/>
            <ac:spMk id="32" creationId="{6AD7B98C-EB30-C7BE-1017-3EBA7D226B0F}"/>
          </ac:spMkLst>
        </pc:spChg>
      </pc:sldChg>
      <pc:sldChg chg="ord">
        <pc:chgData name="이민재" userId="f97f16f7-28a5-49bd-9e05-fb3ef63d7997" providerId="ADAL" clId="{282171D3-C73B-464C-8266-2EE8F39308B8}" dt="2023-03-20T23:31:22.216" v="284"/>
        <pc:sldMkLst>
          <pc:docMk/>
          <pc:sldMk cId="708369977" sldId="810"/>
        </pc:sldMkLst>
      </pc:sldChg>
      <pc:sldChg chg="ord">
        <pc:chgData name="이민재" userId="f97f16f7-28a5-49bd-9e05-fb3ef63d7997" providerId="ADAL" clId="{282171D3-C73B-464C-8266-2EE8F39308B8}" dt="2023-03-20T23:30:13.412" v="264"/>
        <pc:sldMkLst>
          <pc:docMk/>
          <pc:sldMk cId="1136532772" sldId="814"/>
        </pc:sldMkLst>
      </pc:sldChg>
      <pc:sldChg chg="addSp delSp modSp new del mod">
        <pc:chgData name="이민재" userId="f97f16f7-28a5-49bd-9e05-fb3ef63d7997" providerId="ADAL" clId="{282171D3-C73B-464C-8266-2EE8F39308B8}" dt="2023-03-20T23:35:52.155" v="315" actId="47"/>
        <pc:sldMkLst>
          <pc:docMk/>
          <pc:sldMk cId="108209534" sldId="825"/>
        </pc:sldMkLst>
        <pc:spChg chg="del">
          <ac:chgData name="이민재" userId="f97f16f7-28a5-49bd-9e05-fb3ef63d7997" providerId="ADAL" clId="{282171D3-C73B-464C-8266-2EE8F39308B8}" dt="2023-03-20T23:23:32.680" v="37" actId="478"/>
          <ac:spMkLst>
            <pc:docMk/>
            <pc:sldMk cId="108209534" sldId="825"/>
            <ac:spMk id="2" creationId="{69C0A962-B508-BFB3-6907-C932F835AC44}"/>
          </ac:spMkLst>
        </pc:spChg>
        <pc:spChg chg="del">
          <ac:chgData name="이민재" userId="f97f16f7-28a5-49bd-9e05-fb3ef63d7997" providerId="ADAL" clId="{282171D3-C73B-464C-8266-2EE8F39308B8}" dt="2023-03-20T23:23:31.319" v="36" actId="478"/>
          <ac:spMkLst>
            <pc:docMk/>
            <pc:sldMk cId="108209534" sldId="825"/>
            <ac:spMk id="3" creationId="{3BD05259-E6CF-17AA-0240-4C640471B9D1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0" creationId="{04D18F2B-5A93-B557-B626-550F973DE27A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1" creationId="{A6A5317C-44BC-3DA1-FD79-AA3EEB2C30DF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2" creationId="{2E995EE8-E07F-0A89-F5DE-05C54E864E94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5" creationId="{949453F9-71E5-90FD-717E-431AF43358A3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6" creationId="{281B6C02-CA27-DB8A-45C1-DDA15BC58DF5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7" creationId="{0C5EDB23-5A0D-7EEB-1E85-6E45DE50957B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8" creationId="{32995284-CAA4-6A1D-CC5B-2C045E1C1C48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9" creationId="{4B804508-A377-4C43-9D75-9E207918E526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0" creationId="{1BDA91C7-9888-CCBF-C17D-BCC276E2E1F8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1" creationId="{EAEDE8C6-DD87-7C61-58B8-4EEBC813E29B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2" creationId="{60E272F9-3CB7-BF50-9302-7E4A35281B25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3" creationId="{F221F281-2712-A820-5C3B-773765C7614A}"/>
          </ac:spMkLst>
        </pc:spChg>
        <pc:picChg chg="add mod">
          <ac:chgData name="이민재" userId="f97f16f7-28a5-49bd-9e05-fb3ef63d7997" providerId="ADAL" clId="{282171D3-C73B-464C-8266-2EE8F39308B8}" dt="2023-03-20T23:23:55.404" v="109" actId="1076"/>
          <ac:picMkLst>
            <pc:docMk/>
            <pc:sldMk cId="108209534" sldId="825"/>
            <ac:picMk id="6" creationId="{0BF8FE68-B55F-CB59-9FA1-3A026116D542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7" creationId="{37819293-7940-796B-AC88-BA7479A04532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8" creationId="{EB112B13-C44D-1A02-8438-9DEB5EEA5AEA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9" creationId="{0EB4DE31-A9AE-615C-A5A4-243F59C04976}"/>
          </ac:picMkLst>
        </pc:picChg>
        <pc:picChg chg="add mod">
          <ac:chgData name="이민재" userId="f97f16f7-28a5-49bd-9e05-fb3ef63d7997" providerId="ADAL" clId="{282171D3-C73B-464C-8266-2EE8F39308B8}" dt="2023-03-20T23:30:44.317" v="273" actId="1076"/>
          <ac:picMkLst>
            <pc:docMk/>
            <pc:sldMk cId="108209534" sldId="825"/>
            <ac:picMk id="25" creationId="{91BE9694-9078-0AA1-0201-D4D2A48E553A}"/>
          </ac:picMkLst>
        </pc:picChg>
        <pc:picChg chg="add mod">
          <ac:chgData name="이민재" userId="f97f16f7-28a5-49bd-9e05-fb3ef63d7997" providerId="ADAL" clId="{282171D3-C73B-464C-8266-2EE8F39308B8}" dt="2023-03-20T23:31:04.406" v="281" actId="1076"/>
          <ac:picMkLst>
            <pc:docMk/>
            <pc:sldMk cId="108209534" sldId="825"/>
            <ac:picMk id="27" creationId="{93EF6E3E-840F-66F9-53CF-FF63B1B5D708}"/>
          </ac:picMkLst>
        </pc:picChg>
        <pc:cxnChg chg="add mod">
          <ac:chgData name="이민재" userId="f97f16f7-28a5-49bd-9e05-fb3ef63d7997" providerId="ADAL" clId="{282171D3-C73B-464C-8266-2EE8F39308B8}" dt="2023-03-20T23:23:49.454" v="106" actId="1036"/>
          <ac:cxnSpMkLst>
            <pc:docMk/>
            <pc:sldMk cId="108209534" sldId="825"/>
            <ac:cxnSpMk id="13" creationId="{92A4E290-9226-2E02-A8C8-8D693FA02CB9}"/>
          </ac:cxnSpMkLst>
        </pc:cxnChg>
        <pc:cxnChg chg="add mod">
          <ac:chgData name="이민재" userId="f97f16f7-28a5-49bd-9e05-fb3ef63d7997" providerId="ADAL" clId="{282171D3-C73B-464C-8266-2EE8F39308B8}" dt="2023-03-20T23:23:49.454" v="106" actId="1036"/>
          <ac:cxnSpMkLst>
            <pc:docMk/>
            <pc:sldMk cId="108209534" sldId="825"/>
            <ac:cxnSpMk id="14" creationId="{84AE5914-8FE9-CD46-EF0D-55564ED2C304}"/>
          </ac:cxnSpMkLst>
        </pc:cxnChg>
      </pc:sldChg>
      <pc:sldChg chg="addSp delSp modSp add mod">
        <pc:chgData name="이민재" userId="f97f16f7-28a5-49bd-9e05-fb3ef63d7997" providerId="ADAL" clId="{282171D3-C73B-464C-8266-2EE8F39308B8}" dt="2023-03-20T23:59:30.339" v="1073" actId="14100"/>
        <pc:sldMkLst>
          <pc:docMk/>
          <pc:sldMk cId="1106231365" sldId="826"/>
        </pc:sldMkLst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0" creationId="{04D18F2B-5A93-B557-B626-550F973DE27A}"/>
          </ac:spMkLst>
        </pc:spChg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1" creationId="{A6A5317C-44BC-3DA1-FD79-AA3EEB2C30DF}"/>
          </ac:spMkLst>
        </pc:spChg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2" creationId="{2E995EE8-E07F-0A89-F5DE-05C54E864E94}"/>
          </ac:spMkLst>
        </pc:spChg>
        <pc:spChg chg="del">
          <ac:chgData name="이민재" userId="f97f16f7-28a5-49bd-9e05-fb3ef63d7997" providerId="ADAL" clId="{282171D3-C73B-464C-8266-2EE8F39308B8}" dt="2023-03-20T23:24:08.255" v="112" actId="478"/>
          <ac:spMkLst>
            <pc:docMk/>
            <pc:sldMk cId="1106231365" sldId="826"/>
            <ac:spMk id="15" creationId="{949453F9-71E5-90FD-717E-431AF43358A3}"/>
          </ac:spMkLst>
        </pc:spChg>
        <pc:spChg chg="del">
          <ac:chgData name="이민재" userId="f97f16f7-28a5-49bd-9e05-fb3ef63d7997" providerId="ADAL" clId="{282171D3-C73B-464C-8266-2EE8F39308B8}" dt="2023-03-20T23:24:09.533" v="113" actId="478"/>
          <ac:spMkLst>
            <pc:docMk/>
            <pc:sldMk cId="1106231365" sldId="826"/>
            <ac:spMk id="16" creationId="{281B6C02-CA27-DB8A-45C1-DDA15BC58DF5}"/>
          </ac:spMkLst>
        </pc:spChg>
        <pc:spChg chg="del">
          <ac:chgData name="이민재" userId="f97f16f7-28a5-49bd-9e05-fb3ef63d7997" providerId="ADAL" clId="{282171D3-C73B-464C-8266-2EE8F39308B8}" dt="2023-03-20T23:24:10.738" v="114" actId="478"/>
          <ac:spMkLst>
            <pc:docMk/>
            <pc:sldMk cId="1106231365" sldId="826"/>
            <ac:spMk id="17" creationId="{0C5EDB23-5A0D-7EEB-1E85-6E45DE50957B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18" creationId="{32995284-CAA4-6A1D-CC5B-2C045E1C1C48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19" creationId="{4B804508-A377-4C43-9D75-9E207918E526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0" creationId="{1BDA91C7-9888-CCBF-C17D-BCC276E2E1F8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1" creationId="{EAEDE8C6-DD87-7C61-58B8-4EEBC813E29B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2" creationId="{60E272F9-3CB7-BF50-9302-7E4A35281B25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3" creationId="{F221F281-2712-A820-5C3B-773765C7614A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7" creationId="{77733573-43B6-98E8-A789-4E793D39A215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8" creationId="{D3418EAA-D60C-6379-CDE5-6D2FE9AB2C78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9" creationId="{B8742E64-C54B-33A0-A049-DDE9216A31D2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0" creationId="{A061943E-0467-FC60-A8EB-C9AE12904849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1" creationId="{A44B753A-E198-65A2-7183-919A2AAE17F4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2" creationId="{F6E6CA26-7AFF-4BDE-432B-DD5F3739330F}"/>
          </ac:spMkLst>
        </pc:spChg>
        <pc:spChg chg="add mod">
          <ac:chgData name="이민재" userId="f97f16f7-28a5-49bd-9e05-fb3ef63d7997" providerId="ADAL" clId="{282171D3-C73B-464C-8266-2EE8F39308B8}" dt="2023-03-20T23:59:30.339" v="1073" actId="14100"/>
          <ac:spMkLst>
            <pc:docMk/>
            <pc:sldMk cId="1106231365" sldId="826"/>
            <ac:spMk id="44" creationId="{AF2EAE43-F86D-379B-A2F7-7BEE065E8BBA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5" creationId="{958B46EE-52E8-056A-0A68-6FD879186B7E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6" creationId="{ACC89851-D8F6-132C-B0CA-6099B31CCDC6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7" creationId="{AC267BCF-4290-2935-E929-881A81F89A89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8" creationId="{316A6C0A-0604-2DEE-2D9E-219EAFEA7C7B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9" creationId="{AE401842-90FC-707F-B7A8-D2B2A4AEC07C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60" creationId="{66B2778A-FC77-36FE-5EE1-ABA6598065CB}"/>
          </ac:spMkLst>
        </pc:spChg>
        <pc:grpChg chg="add del mod">
          <ac:chgData name="이민재" userId="f97f16f7-28a5-49bd-9e05-fb3ef63d7997" providerId="ADAL" clId="{282171D3-C73B-464C-8266-2EE8F39308B8}" dt="2023-03-20T23:59:20.449" v="1070" actId="21"/>
          <ac:grpSpMkLst>
            <pc:docMk/>
            <pc:sldMk cId="1106231365" sldId="826"/>
            <ac:grpSpMk id="43" creationId="{107241A9-6F2D-8738-A08C-48354730F3E0}"/>
          </ac:grpSpMkLst>
        </pc:grpChg>
        <pc:grpChg chg="add mod">
          <ac:chgData name="이민재" userId="f97f16f7-28a5-49bd-9e05-fb3ef63d7997" providerId="ADAL" clId="{282171D3-C73B-464C-8266-2EE8F39308B8}" dt="2023-03-20T23:59:20.826" v="1071"/>
          <ac:grpSpMkLst>
            <pc:docMk/>
            <pc:sldMk cId="1106231365" sldId="826"/>
            <ac:grpSpMk id="45" creationId="{AF350C2B-A4FE-0583-B8E1-95DE478D8965}"/>
          </ac:grpSpMkLst>
        </pc:grp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" creationId="{1269C52A-D5E1-2EC6-5121-16F2E0879C4F}"/>
          </ac:picMkLst>
        </pc:picChg>
        <pc:picChg chg="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6" creationId="{0BF8FE68-B55F-CB59-9FA1-3A026116D542}"/>
          </ac:picMkLst>
        </pc:picChg>
        <pc:picChg chg="del">
          <ac:chgData name="이민재" userId="f97f16f7-28a5-49bd-9e05-fb3ef63d7997" providerId="ADAL" clId="{282171D3-C73B-464C-8266-2EE8F39308B8}" dt="2023-03-20T23:24:06.908" v="111" actId="478"/>
          <ac:picMkLst>
            <pc:docMk/>
            <pc:sldMk cId="1106231365" sldId="826"/>
            <ac:picMk id="7" creationId="{37819293-7940-796B-AC88-BA7479A04532}"/>
          </ac:picMkLst>
        </pc:picChg>
        <pc:picChg chg="del">
          <ac:chgData name="이민재" userId="f97f16f7-28a5-49bd-9e05-fb3ef63d7997" providerId="ADAL" clId="{282171D3-C73B-464C-8266-2EE8F39308B8}" dt="2023-03-20T23:24:11.422" v="116" actId="478"/>
          <ac:picMkLst>
            <pc:docMk/>
            <pc:sldMk cId="1106231365" sldId="826"/>
            <ac:picMk id="8" creationId="{EB112B13-C44D-1A02-8438-9DEB5EEA5AEA}"/>
          </ac:picMkLst>
        </pc:picChg>
        <pc:picChg chg="del">
          <ac:chgData name="이민재" userId="f97f16f7-28a5-49bd-9e05-fb3ef63d7997" providerId="ADAL" clId="{282171D3-C73B-464C-8266-2EE8F39308B8}" dt="2023-03-20T23:24:11.123" v="115" actId="478"/>
          <ac:picMkLst>
            <pc:docMk/>
            <pc:sldMk cId="1106231365" sldId="826"/>
            <ac:picMk id="9" creationId="{0EB4DE31-A9AE-615C-A5A4-243F59C04976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4" creationId="{B8DC6F45-A087-C861-652A-6B2A86F63E36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6" creationId="{7525D8DC-EAA6-9017-62A9-2A46948EAB9B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8" creationId="{74429FEE-F36E-E343-B6AC-244CEADC64A2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0" creationId="{3E961717-5AD7-F9FA-A821-C7825ECFA351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2" creationId="{4019D196-5410-0169-CC5D-40A030FDEAAF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4" creationId="{FDD8FEAF-A056-E5D9-454E-0EA550115FA7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6" creationId="{1B157FE4-300F-24D8-7376-DEB7275F4B83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6" creationId="{1D425181-F022-0300-B431-64CF5C472D96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7" creationId="{B56664E5-1597-C12F-33B9-2AE082942FC9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8" creationId="{153F3349-71A4-3F8B-55B9-AFF78FCDFE05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9" creationId="{8028B7F3-B1E4-8771-85B6-3D687126CE8F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0" creationId="{FEB3B7AD-BCF7-221D-CDD1-2EC29284B697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1" creationId="{04D9AB7F-EF9E-1BFA-A767-3B96B17DB68D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2" creationId="{39A44203-4C89-F8E0-392F-DC9F5589F23E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3" creationId="{42034098-76BC-2FF1-2996-0F20E97E47D4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4" creationId="{7A74ED84-857B-C244-DB7B-63E111714768}"/>
          </ac:picMkLst>
        </pc:picChg>
        <pc:cxnChg chg="del">
          <ac:chgData name="이민재" userId="f97f16f7-28a5-49bd-9e05-fb3ef63d7997" providerId="ADAL" clId="{282171D3-C73B-464C-8266-2EE8F39308B8}" dt="2023-03-20T23:24:15.833" v="119" actId="478"/>
          <ac:cxnSpMkLst>
            <pc:docMk/>
            <pc:sldMk cId="1106231365" sldId="826"/>
            <ac:cxnSpMk id="13" creationId="{92A4E290-9226-2E02-A8C8-8D693FA02CB9}"/>
          </ac:cxnSpMkLst>
        </pc:cxnChg>
        <pc:cxnChg chg="del">
          <ac:chgData name="이민재" userId="f97f16f7-28a5-49bd-9e05-fb3ef63d7997" providerId="ADAL" clId="{282171D3-C73B-464C-8266-2EE8F39308B8}" dt="2023-03-20T23:24:16.531" v="120" actId="478"/>
          <ac:cxnSpMkLst>
            <pc:docMk/>
            <pc:sldMk cId="1106231365" sldId="826"/>
            <ac:cxnSpMk id="14" creationId="{84AE5914-8FE9-CD46-EF0D-55564ED2C304}"/>
          </ac:cxnSpMkLst>
        </pc:cxnChg>
      </pc:sldChg>
      <pc:sldChg chg="new ord">
        <pc:chgData name="이민재" userId="f97f16f7-28a5-49bd-9e05-fb3ef63d7997" providerId="ADAL" clId="{282171D3-C73B-464C-8266-2EE8F39308B8}" dt="2023-03-20T23:31:23.943" v="286"/>
        <pc:sldMkLst>
          <pc:docMk/>
          <pc:sldMk cId="3920083050" sldId="827"/>
        </pc:sldMkLst>
      </pc:sldChg>
      <pc:sldChg chg="addSp delSp modSp add mod ord">
        <pc:chgData name="이민재" userId="f97f16f7-28a5-49bd-9e05-fb3ef63d7997" providerId="ADAL" clId="{282171D3-C73B-464C-8266-2EE8F39308B8}" dt="2023-03-20T23:43:17.429" v="457" actId="1076"/>
        <pc:sldMkLst>
          <pc:docMk/>
          <pc:sldMk cId="2482115663" sldId="828"/>
        </pc:sldMkLst>
        <pc:spChg chg="del">
          <ac:chgData name="이민재" userId="f97f16f7-28a5-49bd-9e05-fb3ef63d7997" providerId="ADAL" clId="{282171D3-C73B-464C-8266-2EE8F39308B8}" dt="2023-03-20T23:32:16.879" v="291" actId="478"/>
          <ac:spMkLst>
            <pc:docMk/>
            <pc:sldMk cId="2482115663" sldId="828"/>
            <ac:spMk id="2" creationId="{EA6F3D2C-E3B2-7999-3A8F-4B728AE73AA4}"/>
          </ac:spMkLst>
        </pc:spChg>
        <pc:spChg chg="del">
          <ac:chgData name="이민재" userId="f97f16f7-28a5-49bd-9e05-fb3ef63d7997" providerId="ADAL" clId="{282171D3-C73B-464C-8266-2EE8F39308B8}" dt="2023-03-20T23:32:15.720" v="290" actId="478"/>
          <ac:spMkLst>
            <pc:docMk/>
            <pc:sldMk cId="2482115663" sldId="828"/>
            <ac:spMk id="3" creationId="{6655F74B-A55A-CC5C-2C1B-C7C3DD22E261}"/>
          </ac:spMkLst>
        </pc:spChg>
        <pc:picChg chg="add del mod">
          <ac:chgData name="이민재" userId="f97f16f7-28a5-49bd-9e05-fb3ef63d7997" providerId="ADAL" clId="{282171D3-C73B-464C-8266-2EE8F39308B8}" dt="2023-03-20T23:35:59.110" v="319" actId="478"/>
          <ac:picMkLst>
            <pc:docMk/>
            <pc:sldMk cId="2482115663" sldId="828"/>
            <ac:picMk id="5" creationId="{A6054729-121C-FB69-9587-734A26DCA17D}"/>
          </ac:picMkLst>
        </pc:picChg>
        <pc:picChg chg="add del mod">
          <ac:chgData name="이민재" userId="f97f16f7-28a5-49bd-9e05-fb3ef63d7997" providerId="ADAL" clId="{282171D3-C73B-464C-8266-2EE8F39308B8}" dt="2023-03-20T23:35:58.621" v="318" actId="478"/>
          <ac:picMkLst>
            <pc:docMk/>
            <pc:sldMk cId="2482115663" sldId="828"/>
            <ac:picMk id="6" creationId="{1779355E-9478-63C0-5D53-DE6802DD3AF6}"/>
          </ac:picMkLst>
        </pc:picChg>
        <pc:picChg chg="add del mod">
          <ac:chgData name="이민재" userId="f97f16f7-28a5-49bd-9e05-fb3ef63d7997" providerId="ADAL" clId="{282171D3-C73B-464C-8266-2EE8F39308B8}" dt="2023-03-20T23:35:59.535" v="320" actId="478"/>
          <ac:picMkLst>
            <pc:docMk/>
            <pc:sldMk cId="2482115663" sldId="828"/>
            <ac:picMk id="8" creationId="{EF9FB54A-4C28-538D-A9C8-3226A7B7F0B8}"/>
          </ac:picMkLst>
        </pc:picChg>
        <pc:picChg chg="add mod">
          <ac:chgData name="이민재" userId="f97f16f7-28a5-49bd-9e05-fb3ef63d7997" providerId="ADAL" clId="{282171D3-C73B-464C-8266-2EE8F39308B8}" dt="2023-03-20T23:43:17.429" v="457" actId="1076"/>
          <ac:picMkLst>
            <pc:docMk/>
            <pc:sldMk cId="2482115663" sldId="828"/>
            <ac:picMk id="9" creationId="{719E42A4-0393-B9CD-FD00-19D9ECA93963}"/>
          </ac:picMkLst>
        </pc:picChg>
        <pc:picChg chg="add mod">
          <ac:chgData name="이민재" userId="f97f16f7-28a5-49bd-9e05-fb3ef63d7997" providerId="ADAL" clId="{282171D3-C73B-464C-8266-2EE8F39308B8}" dt="2023-03-20T23:43:16.402" v="456" actId="1076"/>
          <ac:picMkLst>
            <pc:docMk/>
            <pc:sldMk cId="2482115663" sldId="828"/>
            <ac:picMk id="10" creationId="{1600F767-88C0-2A64-D621-0E4C8A472FDB}"/>
          </ac:picMkLst>
        </pc:picChg>
        <pc:picChg chg="add mod">
          <ac:chgData name="이민재" userId="f97f16f7-28a5-49bd-9e05-fb3ef63d7997" providerId="ADAL" clId="{282171D3-C73B-464C-8266-2EE8F39308B8}" dt="2023-03-20T23:43:15.182" v="455" actId="1076"/>
          <ac:picMkLst>
            <pc:docMk/>
            <pc:sldMk cId="2482115663" sldId="828"/>
            <ac:picMk id="11" creationId="{45872E81-130F-4A08-F88D-18D442BF94B9}"/>
          </ac:picMkLst>
        </pc:picChg>
        <pc:picChg chg="add mod">
          <ac:chgData name="이민재" userId="f97f16f7-28a5-49bd-9e05-fb3ef63d7997" providerId="ADAL" clId="{282171D3-C73B-464C-8266-2EE8F39308B8}" dt="2023-03-20T23:37:12.846" v="341" actId="1076"/>
          <ac:picMkLst>
            <pc:docMk/>
            <pc:sldMk cId="2482115663" sldId="828"/>
            <ac:picMk id="12" creationId="{79D6EE3E-522B-BE15-03BC-BE6FCC1F8D40}"/>
          </ac:picMkLst>
        </pc:picChg>
        <pc:picChg chg="add mod">
          <ac:chgData name="이민재" userId="f97f16f7-28a5-49bd-9e05-fb3ef63d7997" providerId="ADAL" clId="{282171D3-C73B-464C-8266-2EE8F39308B8}" dt="2023-03-20T23:37:16.768" v="346" actId="1076"/>
          <ac:picMkLst>
            <pc:docMk/>
            <pc:sldMk cId="2482115663" sldId="828"/>
            <ac:picMk id="13" creationId="{1ABDC9BA-215F-70E0-2CEE-C18E363994C6}"/>
          </ac:picMkLst>
        </pc:picChg>
        <pc:picChg chg="add mod">
          <ac:chgData name="이민재" userId="f97f16f7-28a5-49bd-9e05-fb3ef63d7997" providerId="ADAL" clId="{282171D3-C73B-464C-8266-2EE8F39308B8}" dt="2023-03-20T23:42:15.206" v="426" actId="1076"/>
          <ac:picMkLst>
            <pc:docMk/>
            <pc:sldMk cId="2482115663" sldId="828"/>
            <ac:picMk id="14" creationId="{1DF3979C-4E19-22F7-4E9C-833DA2A760A6}"/>
          </ac:picMkLst>
        </pc:picChg>
        <pc:picChg chg="add mod">
          <ac:chgData name="이민재" userId="f97f16f7-28a5-49bd-9e05-fb3ef63d7997" providerId="ADAL" clId="{282171D3-C73B-464C-8266-2EE8F39308B8}" dt="2023-03-20T23:37:13.796" v="343" actId="14100"/>
          <ac:picMkLst>
            <pc:docMk/>
            <pc:sldMk cId="2482115663" sldId="828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282171D3-C73B-464C-8266-2EE8F39308B8}" dt="2023-03-20T23:40:45.633" v="382" actId="478"/>
          <ac:picMkLst>
            <pc:docMk/>
            <pc:sldMk cId="2482115663" sldId="828"/>
            <ac:picMk id="18" creationId="{71DC9D3C-D318-D496-CFA2-2F997655EB2F}"/>
          </ac:picMkLst>
        </pc:picChg>
        <pc:picChg chg="add mod">
          <ac:chgData name="이민재" userId="f97f16f7-28a5-49bd-9e05-fb3ef63d7997" providerId="ADAL" clId="{282171D3-C73B-464C-8266-2EE8F39308B8}" dt="2023-03-20T23:39:20.405" v="377" actId="1076"/>
          <ac:picMkLst>
            <pc:docMk/>
            <pc:sldMk cId="2482115663" sldId="828"/>
            <ac:picMk id="20" creationId="{0A59EEF5-AE76-86AF-4174-E7325DCCF3D5}"/>
          </ac:picMkLst>
        </pc:picChg>
        <pc:picChg chg="add mod">
          <ac:chgData name="이민재" userId="f97f16f7-28a5-49bd-9e05-fb3ef63d7997" providerId="ADAL" clId="{282171D3-C73B-464C-8266-2EE8F39308B8}" dt="2023-03-20T23:40:51.425" v="393" actId="1076"/>
          <ac:picMkLst>
            <pc:docMk/>
            <pc:sldMk cId="2482115663" sldId="828"/>
            <ac:picMk id="22" creationId="{CCA735AA-B95F-6059-91F6-AE935C07396A}"/>
          </ac:picMkLst>
        </pc:picChg>
        <pc:picChg chg="add mod">
          <ac:chgData name="이민재" userId="f97f16f7-28a5-49bd-9e05-fb3ef63d7997" providerId="ADAL" clId="{282171D3-C73B-464C-8266-2EE8F39308B8}" dt="2023-03-20T23:41:32.420" v="409" actId="1076"/>
          <ac:picMkLst>
            <pc:docMk/>
            <pc:sldMk cId="2482115663" sldId="828"/>
            <ac:picMk id="24" creationId="{775CD256-9814-0415-6CF5-83C2B84E518A}"/>
          </ac:picMkLst>
        </pc:picChg>
        <pc:picChg chg="add mod">
          <ac:chgData name="이민재" userId="f97f16f7-28a5-49bd-9e05-fb3ef63d7997" providerId="ADAL" clId="{282171D3-C73B-464C-8266-2EE8F39308B8}" dt="2023-03-20T23:42:18.025" v="429" actId="1076"/>
          <ac:picMkLst>
            <pc:docMk/>
            <pc:sldMk cId="2482115663" sldId="828"/>
            <ac:picMk id="26" creationId="{6C1978A7-67FC-6780-5817-B8827DB72DC1}"/>
          </ac:picMkLst>
        </pc:picChg>
        <pc:picChg chg="add mod">
          <ac:chgData name="이민재" userId="f97f16f7-28a5-49bd-9e05-fb3ef63d7997" providerId="ADAL" clId="{282171D3-C73B-464C-8266-2EE8F39308B8}" dt="2023-03-20T23:43:04.128" v="442" actId="1076"/>
          <ac:picMkLst>
            <pc:docMk/>
            <pc:sldMk cId="2482115663" sldId="828"/>
            <ac:picMk id="28" creationId="{4C081899-A958-19D3-021B-1A4A904CC535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48:34.580" v="640" actId="1076"/>
        <pc:sldMkLst>
          <pc:docMk/>
          <pc:sldMk cId="448885074" sldId="829"/>
        </pc:sldMkLst>
        <pc:spChg chg="add mod">
          <ac:chgData name="이민재" userId="f97f16f7-28a5-49bd-9e05-fb3ef63d7997" providerId="ADAL" clId="{282171D3-C73B-464C-8266-2EE8F39308B8}" dt="2023-03-20T23:48:09.251" v="636" actId="1076"/>
          <ac:spMkLst>
            <pc:docMk/>
            <pc:sldMk cId="448885074" sldId="829"/>
            <ac:spMk id="2" creationId="{D005BD13-CDB4-8E70-953B-37912FF1EED0}"/>
          </ac:spMkLst>
        </pc:spChg>
        <pc:spChg chg="add mod">
          <ac:chgData name="이민재" userId="f97f16f7-28a5-49bd-9e05-fb3ef63d7997" providerId="ADAL" clId="{282171D3-C73B-464C-8266-2EE8F39308B8}" dt="2023-03-20T23:48:14.191" v="637" actId="571"/>
          <ac:spMkLst>
            <pc:docMk/>
            <pc:sldMk cId="448885074" sldId="829"/>
            <ac:spMk id="3" creationId="{F6B23D2B-E235-293F-46B6-55C5A973A987}"/>
          </ac:spMkLst>
        </pc:spChg>
        <pc:spChg chg="add mod">
          <ac:chgData name="이민재" userId="f97f16f7-28a5-49bd-9e05-fb3ef63d7997" providerId="ADAL" clId="{282171D3-C73B-464C-8266-2EE8F39308B8}" dt="2023-03-20T23:48:34.580" v="640" actId="1076"/>
          <ac:spMkLst>
            <pc:docMk/>
            <pc:sldMk cId="448885074" sldId="829"/>
            <ac:spMk id="5" creationId="{940A5B92-F4F8-2E1B-185D-2525D2D9B36D}"/>
          </ac:spMkLst>
        </pc:spChg>
        <pc:picChg chg="del">
          <ac:chgData name="이민재" userId="f97f16f7-28a5-49bd-9e05-fb3ef63d7997" providerId="ADAL" clId="{282171D3-C73B-464C-8266-2EE8F39308B8}" dt="2023-03-20T23:45:27.101" v="462" actId="478"/>
          <ac:picMkLst>
            <pc:docMk/>
            <pc:sldMk cId="448885074" sldId="829"/>
            <ac:picMk id="9" creationId="{719E42A4-0393-B9CD-FD00-19D9ECA93963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10" creationId="{1600F767-88C0-2A64-D621-0E4C8A472FDB}"/>
          </ac:picMkLst>
        </pc:picChg>
        <pc:picChg chg="mod">
          <ac:chgData name="이민재" userId="f97f16f7-28a5-49bd-9e05-fb3ef63d7997" providerId="ADAL" clId="{282171D3-C73B-464C-8266-2EE8F39308B8}" dt="2023-03-20T23:46:34.929" v="611" actId="1038"/>
          <ac:picMkLst>
            <pc:docMk/>
            <pc:sldMk cId="448885074" sldId="829"/>
            <ac:picMk id="11" creationId="{45872E81-130F-4A08-F88D-18D442BF94B9}"/>
          </ac:picMkLst>
        </pc:picChg>
        <pc:picChg chg="mod">
          <ac:chgData name="이민재" userId="f97f16f7-28a5-49bd-9e05-fb3ef63d7997" providerId="ADAL" clId="{282171D3-C73B-464C-8266-2EE8F39308B8}" dt="2023-03-20T23:45:36.054" v="474" actId="14100"/>
          <ac:picMkLst>
            <pc:docMk/>
            <pc:sldMk cId="448885074" sldId="829"/>
            <ac:picMk id="12" creationId="{79D6EE3E-522B-BE15-03BC-BE6FCC1F8D40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13" creationId="{1ABDC9BA-215F-70E0-2CEE-C18E363994C6}"/>
          </ac:picMkLst>
        </pc:picChg>
        <pc:picChg chg="del">
          <ac:chgData name="이민재" userId="f97f16f7-28a5-49bd-9e05-fb3ef63d7997" providerId="ADAL" clId="{282171D3-C73B-464C-8266-2EE8F39308B8}" dt="2023-03-20T23:45:25.439" v="459" actId="478"/>
          <ac:picMkLst>
            <pc:docMk/>
            <pc:sldMk cId="448885074" sldId="829"/>
            <ac:picMk id="14" creationId="{1DF3979C-4E19-22F7-4E9C-833DA2A760A6}"/>
          </ac:picMkLst>
        </pc:picChg>
        <pc:picChg chg="mod">
          <ac:chgData name="이민재" userId="f97f16f7-28a5-49bd-9e05-fb3ef63d7997" providerId="ADAL" clId="{282171D3-C73B-464C-8266-2EE8F39308B8}" dt="2023-03-20T23:46:40.323" v="634" actId="1037"/>
          <ac:picMkLst>
            <pc:docMk/>
            <pc:sldMk cId="448885074" sldId="829"/>
            <ac:picMk id="16" creationId="{22BE6EF6-03EF-9BC3-AA37-F6D49459C197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20" creationId="{0A59EEF5-AE76-86AF-4174-E7325DCCF3D5}"/>
          </ac:picMkLst>
        </pc:picChg>
        <pc:picChg chg="mod">
          <ac:chgData name="이민재" userId="f97f16f7-28a5-49bd-9e05-fb3ef63d7997" providerId="ADAL" clId="{282171D3-C73B-464C-8266-2EE8F39308B8}" dt="2023-03-20T23:46:19.609" v="541" actId="1036"/>
          <ac:picMkLst>
            <pc:docMk/>
            <pc:sldMk cId="448885074" sldId="829"/>
            <ac:picMk id="22" creationId="{CCA735AA-B95F-6059-91F6-AE935C07396A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24" creationId="{775CD256-9814-0415-6CF5-83C2B84E518A}"/>
          </ac:picMkLst>
        </pc:picChg>
        <pc:picChg chg="del">
          <ac:chgData name="이민재" userId="f97f16f7-28a5-49bd-9e05-fb3ef63d7997" providerId="ADAL" clId="{282171D3-C73B-464C-8266-2EE8F39308B8}" dt="2023-03-20T23:45:25.961" v="460" actId="478"/>
          <ac:picMkLst>
            <pc:docMk/>
            <pc:sldMk cId="448885074" sldId="829"/>
            <ac:picMk id="26" creationId="{6C1978A7-67FC-6780-5817-B8827DB72DC1}"/>
          </ac:picMkLst>
        </pc:picChg>
        <pc:picChg chg="del">
          <ac:chgData name="이민재" userId="f97f16f7-28a5-49bd-9e05-fb3ef63d7997" providerId="ADAL" clId="{282171D3-C73B-464C-8266-2EE8F39308B8}" dt="2023-03-20T23:45:26.338" v="461" actId="478"/>
          <ac:picMkLst>
            <pc:docMk/>
            <pc:sldMk cId="448885074" sldId="829"/>
            <ac:picMk id="28" creationId="{4C081899-A958-19D3-021B-1A4A904CC535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50:13.430" v="702"/>
        <pc:sldMkLst>
          <pc:docMk/>
          <pc:sldMk cId="1183382749" sldId="830"/>
        </pc:sldMkLst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6" creationId="{40012E6C-6FEF-4089-D7E7-44A0CEE3C9EC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7" creationId="{0F782856-1A9B-91A1-45B7-8430C621429E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8" creationId="{7ACF9CDC-B7AC-269A-F71A-045FCBA7462F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9" creationId="{A622D134-1090-3D30-9A46-048F84E7562D}"/>
          </ac:picMkLst>
        </pc:picChg>
        <pc:picChg chg="add mod">
          <ac:chgData name="이민재" userId="f97f16f7-28a5-49bd-9e05-fb3ef63d7997" providerId="ADAL" clId="{282171D3-C73B-464C-8266-2EE8F39308B8}" dt="2023-03-20T23:50:08.612" v="700" actId="1076"/>
          <ac:picMkLst>
            <pc:docMk/>
            <pc:sldMk cId="1183382749" sldId="830"/>
            <ac:picMk id="10" creationId="{C16051EC-644D-3C3B-432E-FF06DC461A64}"/>
          </ac:picMkLst>
        </pc:picChg>
        <pc:picChg chg="del">
          <ac:chgData name="이민재" userId="f97f16f7-28a5-49bd-9e05-fb3ef63d7997" providerId="ADAL" clId="{282171D3-C73B-464C-8266-2EE8F39308B8}" dt="2023-03-20T23:50:01.249" v="699" actId="478"/>
          <ac:picMkLst>
            <pc:docMk/>
            <pc:sldMk cId="1183382749" sldId="830"/>
            <ac:picMk id="11" creationId="{45872E81-130F-4A08-F88D-18D442BF94B9}"/>
          </ac:picMkLst>
        </pc:picChg>
        <pc:picChg chg="add del">
          <ac:chgData name="이민재" userId="f97f16f7-28a5-49bd-9e05-fb3ef63d7997" providerId="ADAL" clId="{282171D3-C73B-464C-8266-2EE8F39308B8}" dt="2023-03-20T23:49:13.831" v="666" actId="478"/>
          <ac:picMkLst>
            <pc:docMk/>
            <pc:sldMk cId="1183382749" sldId="830"/>
            <ac:picMk id="12" creationId="{79D6EE3E-522B-BE15-03BC-BE6FCC1F8D40}"/>
          </ac:picMkLst>
        </pc:picChg>
        <pc:picChg chg="add mod">
          <ac:chgData name="이민재" userId="f97f16f7-28a5-49bd-9e05-fb3ef63d7997" providerId="ADAL" clId="{282171D3-C73B-464C-8266-2EE8F39308B8}" dt="2023-03-20T23:49:21.454" v="669" actId="1036"/>
          <ac:picMkLst>
            <pc:docMk/>
            <pc:sldMk cId="1183382749" sldId="830"/>
            <ac:picMk id="13" creationId="{1D52E8D2-5075-ABD9-652A-E28A448524D0}"/>
          </ac:picMkLst>
        </pc:picChg>
        <pc:picChg chg="add mod">
          <ac:chgData name="이민재" userId="f97f16f7-28a5-49bd-9e05-fb3ef63d7997" providerId="ADAL" clId="{282171D3-C73B-464C-8266-2EE8F39308B8}" dt="2023-03-20T23:49:38.354" v="680" actId="1076"/>
          <ac:picMkLst>
            <pc:docMk/>
            <pc:sldMk cId="1183382749" sldId="830"/>
            <ac:picMk id="14" creationId="{D4325CF9-C50A-6894-B132-3ADDBE7D0E63}"/>
          </ac:picMkLst>
        </pc:picChg>
        <pc:picChg chg="add mod">
          <ac:chgData name="이민재" userId="f97f16f7-28a5-49bd-9e05-fb3ef63d7997" providerId="ADAL" clId="{282171D3-C73B-464C-8266-2EE8F39308B8}" dt="2023-03-20T23:49:48.267" v="688" actId="1076"/>
          <ac:picMkLst>
            <pc:docMk/>
            <pc:sldMk cId="1183382749" sldId="830"/>
            <ac:picMk id="15" creationId="{8412B122-42C0-13D5-E892-3476435301CC}"/>
          </ac:picMkLst>
        </pc:picChg>
        <pc:picChg chg="del">
          <ac:chgData name="이민재" userId="f97f16f7-28a5-49bd-9e05-fb3ef63d7997" providerId="ADAL" clId="{282171D3-C73B-464C-8266-2EE8F39308B8}" dt="2023-03-20T23:49:32.975" v="679" actId="478"/>
          <ac:picMkLst>
            <pc:docMk/>
            <pc:sldMk cId="1183382749" sldId="830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7" creationId="{890EE650-D10A-7A20-D14D-CC37A150B1E9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8" creationId="{F418C253-D3AD-DC57-F262-A9551D832D6A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9" creationId="{DCC1BD87-DE03-16FD-EE0C-EF864271DC23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20" creationId="{3025515D-02E7-1062-46C1-E502B18BED21}"/>
          </ac:picMkLst>
        </pc:picChg>
        <pc:picChg chg="del">
          <ac:chgData name="이민재" userId="f97f16f7-28a5-49bd-9e05-fb3ef63d7997" providerId="ADAL" clId="{282171D3-C73B-464C-8266-2EE8F39308B8}" dt="2023-03-20T23:49:45.783" v="687" actId="478"/>
          <ac:picMkLst>
            <pc:docMk/>
            <pc:sldMk cId="1183382749" sldId="830"/>
            <ac:picMk id="22" creationId="{CCA735AA-B95F-6059-91F6-AE935C07396A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56:00.526" v="792" actId="1076"/>
        <pc:sldMkLst>
          <pc:docMk/>
          <pc:sldMk cId="254360354" sldId="831"/>
        </pc:sldMkLst>
        <pc:spChg chg="mod">
          <ac:chgData name="이민재" userId="f97f16f7-28a5-49bd-9e05-fb3ef63d7997" providerId="ADAL" clId="{282171D3-C73B-464C-8266-2EE8F39308B8}" dt="2023-03-20T23:56:00.526" v="792" actId="1076"/>
          <ac:spMkLst>
            <pc:docMk/>
            <pc:sldMk cId="254360354" sldId="831"/>
            <ac:spMk id="2" creationId="{D005BD13-CDB4-8E70-953B-37912FF1EED0}"/>
          </ac:spMkLst>
        </pc:spChg>
        <pc:picChg chg="add mod">
          <ac:chgData name="이민재" userId="f97f16f7-28a5-49bd-9e05-fb3ef63d7997" providerId="ADAL" clId="{282171D3-C73B-464C-8266-2EE8F39308B8}" dt="2023-03-20T23:52:08.355" v="790" actId="1076"/>
          <ac:picMkLst>
            <pc:docMk/>
            <pc:sldMk cId="254360354" sldId="831"/>
            <ac:picMk id="6" creationId="{5681F2CC-9D00-A6D5-C343-7C181E81E432}"/>
          </ac:picMkLst>
        </pc:picChg>
        <pc:picChg chg="add mod">
          <ac:chgData name="이민재" userId="f97f16f7-28a5-49bd-9e05-fb3ef63d7997" providerId="ADAL" clId="{282171D3-C73B-464C-8266-2EE8F39308B8}" dt="2023-03-20T23:51:00.187" v="741" actId="1076"/>
          <ac:picMkLst>
            <pc:docMk/>
            <pc:sldMk cId="254360354" sldId="831"/>
            <ac:picMk id="7" creationId="{50F6AC04-D907-0537-8DF1-BE6B151FB0C9}"/>
          </ac:picMkLst>
        </pc:picChg>
        <pc:picChg chg="add mod">
          <ac:chgData name="이민재" userId="f97f16f7-28a5-49bd-9e05-fb3ef63d7997" providerId="ADAL" clId="{282171D3-C73B-464C-8266-2EE8F39308B8}" dt="2023-03-20T23:51:31.318" v="762" actId="1076"/>
          <ac:picMkLst>
            <pc:docMk/>
            <pc:sldMk cId="254360354" sldId="831"/>
            <ac:picMk id="8" creationId="{08422705-B4D4-F89A-2D8B-719114049805}"/>
          </ac:picMkLst>
        </pc:picChg>
        <pc:picChg chg="add mod">
          <ac:chgData name="이민재" userId="f97f16f7-28a5-49bd-9e05-fb3ef63d7997" providerId="ADAL" clId="{282171D3-C73B-464C-8266-2EE8F39308B8}" dt="2023-03-20T23:51:52.291" v="781" actId="1038"/>
          <ac:picMkLst>
            <pc:docMk/>
            <pc:sldMk cId="254360354" sldId="831"/>
            <ac:picMk id="9" creationId="{A2837D45-6A6A-F94F-BB9F-9816512AF9F4}"/>
          </ac:picMkLst>
        </pc:picChg>
        <pc:picChg chg="del">
          <ac:chgData name="이민재" userId="f97f16f7-28a5-49bd-9e05-fb3ef63d7997" providerId="ADAL" clId="{282171D3-C73B-464C-8266-2EE8F39308B8}" dt="2023-03-20T23:52:03.262" v="789" actId="478"/>
          <ac:picMkLst>
            <pc:docMk/>
            <pc:sldMk cId="254360354" sldId="831"/>
            <ac:picMk id="10" creationId="{C16051EC-644D-3C3B-432E-FF06DC461A64}"/>
          </ac:picMkLst>
        </pc:picChg>
        <pc:picChg chg="del">
          <ac:chgData name="이민재" userId="f97f16f7-28a5-49bd-9e05-fb3ef63d7997" providerId="ADAL" clId="{282171D3-C73B-464C-8266-2EE8F39308B8}" dt="2023-03-20T23:50:37.270" v="737" actId="478"/>
          <ac:picMkLst>
            <pc:docMk/>
            <pc:sldMk cId="254360354" sldId="831"/>
            <ac:picMk id="13" creationId="{1D52E8D2-5075-ABD9-652A-E28A448524D0}"/>
          </ac:picMkLst>
        </pc:picChg>
        <pc:picChg chg="del">
          <ac:chgData name="이민재" userId="f97f16f7-28a5-49bd-9e05-fb3ef63d7997" providerId="ADAL" clId="{282171D3-C73B-464C-8266-2EE8F39308B8}" dt="2023-03-20T23:51:17.591" v="761" actId="478"/>
          <ac:picMkLst>
            <pc:docMk/>
            <pc:sldMk cId="254360354" sldId="831"/>
            <ac:picMk id="14" creationId="{D4325CF9-C50A-6894-B132-3ADDBE7D0E63}"/>
          </ac:picMkLst>
        </pc:picChg>
        <pc:picChg chg="del">
          <ac:chgData name="이민재" userId="f97f16f7-28a5-49bd-9e05-fb3ef63d7997" providerId="ADAL" clId="{282171D3-C73B-464C-8266-2EE8F39308B8}" dt="2023-03-20T23:51:45.491" v="778" actId="478"/>
          <ac:picMkLst>
            <pc:docMk/>
            <pc:sldMk cId="254360354" sldId="831"/>
            <ac:picMk id="15" creationId="{8412B122-42C0-13D5-E892-3476435301CC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1T00:14:49.289" v="1079" actId="22"/>
        <pc:sldMkLst>
          <pc:docMk/>
          <pc:sldMk cId="1256367860" sldId="832"/>
        </pc:sldMkLst>
        <pc:grpChg chg="del">
          <ac:chgData name="이민재" userId="f97f16f7-28a5-49bd-9e05-fb3ef63d7997" providerId="ADAL" clId="{282171D3-C73B-464C-8266-2EE8F39308B8}" dt="2023-03-21T00:13:59.979" v="1075" actId="478"/>
          <ac:grpSpMkLst>
            <pc:docMk/>
            <pc:sldMk cId="1256367860" sldId="832"/>
            <ac:grpSpMk id="45" creationId="{AF350C2B-A4FE-0583-B8E1-95DE478D8965}"/>
          </ac:grpSpMkLst>
        </pc:grpChg>
        <pc:picChg chg="add del mod">
          <ac:chgData name="이민재" userId="f97f16f7-28a5-49bd-9e05-fb3ef63d7997" providerId="ADAL" clId="{282171D3-C73B-464C-8266-2EE8F39308B8}" dt="2023-03-21T00:14:47.002" v="1078" actId="478"/>
          <ac:picMkLst>
            <pc:docMk/>
            <pc:sldMk cId="1256367860" sldId="832"/>
            <ac:picMk id="3" creationId="{25B0A0D6-527F-3BE8-8A7A-C33012591CFF}"/>
          </ac:picMkLst>
        </pc:picChg>
        <pc:picChg chg="add">
          <ac:chgData name="이민재" userId="f97f16f7-28a5-49bd-9e05-fb3ef63d7997" providerId="ADAL" clId="{282171D3-C73B-464C-8266-2EE8F39308B8}" dt="2023-03-21T00:14:49.289" v="1079" actId="22"/>
          <ac:picMkLst>
            <pc:docMk/>
            <pc:sldMk cId="1256367860" sldId="832"/>
            <ac:picMk id="6" creationId="{33E6418F-944C-AC7A-9604-2529E2304607}"/>
          </ac:picMkLst>
        </pc:picChg>
      </pc:sldChg>
      <pc:sldChg chg="addSp delSp modSp new mod">
        <pc:chgData name="이민재" userId="f97f16f7-28a5-49bd-9e05-fb3ef63d7997" providerId="ADAL" clId="{282171D3-C73B-464C-8266-2EE8F39308B8}" dt="2023-03-21T03:36:17.453" v="1317" actId="1038"/>
        <pc:sldMkLst>
          <pc:docMk/>
          <pc:sldMk cId="594782595" sldId="833"/>
        </pc:sldMkLst>
        <pc:spChg chg="del">
          <ac:chgData name="이민재" userId="f97f16f7-28a5-49bd-9e05-fb3ef63d7997" providerId="ADAL" clId="{282171D3-C73B-464C-8266-2EE8F39308B8}" dt="2023-03-21T03:23:22.296" v="1085" actId="478"/>
          <ac:spMkLst>
            <pc:docMk/>
            <pc:sldMk cId="594782595" sldId="833"/>
            <ac:spMk id="2" creationId="{00757E0B-5212-DC20-A1A5-D0C7608DD8FA}"/>
          </ac:spMkLst>
        </pc:spChg>
        <pc:spChg chg="del">
          <ac:chgData name="이민재" userId="f97f16f7-28a5-49bd-9e05-fb3ef63d7997" providerId="ADAL" clId="{282171D3-C73B-464C-8266-2EE8F39308B8}" dt="2023-03-21T03:23:20.788" v="1084" actId="478"/>
          <ac:spMkLst>
            <pc:docMk/>
            <pc:sldMk cId="594782595" sldId="833"/>
            <ac:spMk id="3" creationId="{F25203AA-13F9-6088-1A71-2A93BC9CBBAD}"/>
          </ac:spMkLst>
        </pc:sp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6" creationId="{756D47A3-0C3D-C703-ABB4-6EDDB7DA31A3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8" creationId="{F973A3E0-B4A4-6148-61F1-9DF06D0460A8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10" creationId="{B1629E13-B20B-FD77-7E41-00618525A7AF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12" creationId="{D79B226F-9210-D427-7928-43E920B1E8EF}"/>
          </ac:picMkLst>
        </pc:picChg>
        <pc:picChg chg="add mod">
          <ac:chgData name="이민재" userId="f97f16f7-28a5-49bd-9e05-fb3ef63d7997" providerId="ADAL" clId="{282171D3-C73B-464C-8266-2EE8F39308B8}" dt="2023-03-21T03:34:01.376" v="1204" actId="1037"/>
          <ac:picMkLst>
            <pc:docMk/>
            <pc:sldMk cId="594782595" sldId="833"/>
            <ac:picMk id="14" creationId="{C578B6D9-0485-CE9F-6CB2-2A67E17F27E8}"/>
          </ac:picMkLst>
        </pc:picChg>
        <pc:picChg chg="add mod">
          <ac:chgData name="이민재" userId="f97f16f7-28a5-49bd-9e05-fb3ef63d7997" providerId="ADAL" clId="{282171D3-C73B-464C-8266-2EE8F39308B8}" dt="2023-03-21T03:34:04.322" v="1205" actId="1038"/>
          <ac:picMkLst>
            <pc:docMk/>
            <pc:sldMk cId="594782595" sldId="833"/>
            <ac:picMk id="16" creationId="{0CF2E9E1-51DF-8EA3-30B8-FD1954C60241}"/>
          </ac:picMkLst>
        </pc:picChg>
        <pc:picChg chg="add mod">
          <ac:chgData name="이민재" userId="f97f16f7-28a5-49bd-9e05-fb3ef63d7997" providerId="ADAL" clId="{282171D3-C73B-464C-8266-2EE8F39308B8}" dt="2023-03-21T03:33:44.833" v="1196" actId="1038"/>
          <ac:picMkLst>
            <pc:docMk/>
            <pc:sldMk cId="594782595" sldId="833"/>
            <ac:picMk id="18" creationId="{9AB181C4-323C-F145-211D-6EEDD2786DED}"/>
          </ac:picMkLst>
        </pc:picChg>
        <pc:picChg chg="add mod">
          <ac:chgData name="이민재" userId="f97f16f7-28a5-49bd-9e05-fb3ef63d7997" providerId="ADAL" clId="{282171D3-C73B-464C-8266-2EE8F39308B8}" dt="2023-03-21T03:34:29.594" v="1213" actId="1076"/>
          <ac:picMkLst>
            <pc:docMk/>
            <pc:sldMk cId="594782595" sldId="833"/>
            <ac:picMk id="20" creationId="{E1B053E6-932A-621A-C41D-4F57CEC8B84E}"/>
          </ac:picMkLst>
        </pc:picChg>
        <pc:picChg chg="add mod">
          <ac:chgData name="이민재" userId="f97f16f7-28a5-49bd-9e05-fb3ef63d7997" providerId="ADAL" clId="{282171D3-C73B-464C-8266-2EE8F39308B8}" dt="2023-03-21T03:36:17.453" v="1317" actId="1038"/>
          <ac:picMkLst>
            <pc:docMk/>
            <pc:sldMk cId="594782595" sldId="833"/>
            <ac:picMk id="22" creationId="{05288CE6-06AE-B215-8A2B-D2D756038FCB}"/>
          </ac:picMkLst>
        </pc:picChg>
        <pc:picChg chg="add mod">
          <ac:chgData name="이민재" userId="f97f16f7-28a5-49bd-9e05-fb3ef63d7997" providerId="ADAL" clId="{282171D3-C73B-464C-8266-2EE8F39308B8}" dt="2023-03-21T03:36:08.223" v="1308" actId="1035"/>
          <ac:picMkLst>
            <pc:docMk/>
            <pc:sldMk cId="594782595" sldId="833"/>
            <ac:picMk id="24" creationId="{498A1833-21DF-BB2E-249A-15C05CB7271A}"/>
          </ac:picMkLst>
        </pc:picChg>
      </pc:sldChg>
      <pc:sldChg chg="add">
        <pc:chgData name="이민재" userId="f97f16f7-28a5-49bd-9e05-fb3ef63d7997" providerId="ADAL" clId="{282171D3-C73B-464C-8266-2EE8F39308B8}" dt="2023-03-21T03:29:43.860" v="1111"/>
        <pc:sldMkLst>
          <pc:docMk/>
          <pc:sldMk cId="249121483" sldId="834"/>
        </pc:sldMkLst>
      </pc:sldChg>
    </pc:docChg>
  </pc:docChgLst>
  <pc:docChgLst>
    <pc:chgData name="이민재" userId="f97f16f7-28a5-49bd-9e05-fb3ef63d7997" providerId="ADAL" clId="{AD15B2AE-202F-4F22-AAAF-E549846AD71D}"/>
    <pc:docChg chg="undo redo custSel addSld delSld modSld modSection">
      <pc:chgData name="이민재" userId="f97f16f7-28a5-49bd-9e05-fb3ef63d7997" providerId="ADAL" clId="{AD15B2AE-202F-4F22-AAAF-E549846AD71D}" dt="2023-08-18T09:44:05.680" v="8996" actId="6549"/>
      <pc:docMkLst>
        <pc:docMk/>
      </pc:docMkLst>
      <pc:sldChg chg="modSp mod">
        <pc:chgData name="이민재" userId="f97f16f7-28a5-49bd-9e05-fb3ef63d7997" providerId="ADAL" clId="{AD15B2AE-202F-4F22-AAAF-E549846AD71D}" dt="2023-08-18T02:31:24.385" v="97" actId="20577"/>
        <pc:sldMkLst>
          <pc:docMk/>
          <pc:sldMk cId="1482395489" sldId="311"/>
        </pc:sldMkLst>
        <pc:spChg chg="mod">
          <ac:chgData name="이민재" userId="f97f16f7-28a5-49bd-9e05-fb3ef63d7997" providerId="ADAL" clId="{AD15B2AE-202F-4F22-AAAF-E549846AD71D}" dt="2023-08-18T02:31:24.385" v="97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AD15B2AE-202F-4F22-AAAF-E549846AD71D}" dt="2023-08-18T02:28:39.021" v="21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AD15B2AE-202F-4F22-AAAF-E549846AD71D}" dt="2023-08-18T02:31:17.963" v="9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del">
        <pc:chgData name="이민재" userId="f97f16f7-28a5-49bd-9e05-fb3ef63d7997" providerId="ADAL" clId="{AD15B2AE-202F-4F22-AAAF-E549846AD71D}" dt="2023-08-18T02:28:58.228" v="22" actId="47"/>
        <pc:sldMkLst>
          <pc:docMk/>
          <pc:sldMk cId="3273136574" sldId="847"/>
        </pc:sldMkLst>
      </pc:sldChg>
      <pc:sldChg chg="del">
        <pc:chgData name="이민재" userId="f97f16f7-28a5-49bd-9e05-fb3ef63d7997" providerId="ADAL" clId="{AD15B2AE-202F-4F22-AAAF-E549846AD71D}" dt="2023-08-18T02:28:58.626" v="23" actId="47"/>
        <pc:sldMkLst>
          <pc:docMk/>
          <pc:sldMk cId="1390667477" sldId="848"/>
        </pc:sldMkLst>
      </pc:sldChg>
      <pc:sldChg chg="del">
        <pc:chgData name="이민재" userId="f97f16f7-28a5-49bd-9e05-fb3ef63d7997" providerId="ADAL" clId="{AD15B2AE-202F-4F22-AAAF-E549846AD71D}" dt="2023-08-18T02:29:01.596" v="25" actId="47"/>
        <pc:sldMkLst>
          <pc:docMk/>
          <pc:sldMk cId="1197973685" sldId="849"/>
        </pc:sldMkLst>
      </pc:sldChg>
      <pc:sldChg chg="addSp delSp modSp new mod">
        <pc:chgData name="이민재" userId="f97f16f7-28a5-49bd-9e05-fb3ef63d7997" providerId="ADAL" clId="{AD15B2AE-202F-4F22-AAAF-E549846AD71D}" dt="2023-08-18T08:41:51.278" v="7753" actId="1036"/>
        <pc:sldMkLst>
          <pc:docMk/>
          <pc:sldMk cId="117930349" sldId="850"/>
        </pc:sldMkLst>
        <pc:spChg chg="mod">
          <ac:chgData name="이민재" userId="f97f16f7-28a5-49bd-9e05-fb3ef63d7997" providerId="ADAL" clId="{AD15B2AE-202F-4F22-AAAF-E549846AD71D}" dt="2023-08-18T02:31:36.067" v="114" actId="20577"/>
          <ac:spMkLst>
            <pc:docMk/>
            <pc:sldMk cId="117930349" sldId="850"/>
            <ac:spMk id="2" creationId="{D9091ECF-60AD-1ECF-7BA8-720F1C5A0DBC}"/>
          </ac:spMkLst>
        </pc:spChg>
        <pc:spChg chg="mod">
          <ac:chgData name="이민재" userId="f97f16f7-28a5-49bd-9e05-fb3ef63d7997" providerId="ADAL" clId="{AD15B2AE-202F-4F22-AAAF-E549846AD71D}" dt="2023-08-18T08:38:44.500" v="7676" actId="20577"/>
          <ac:spMkLst>
            <pc:docMk/>
            <pc:sldMk cId="117930349" sldId="850"/>
            <ac:spMk id="3" creationId="{4AD33BD9-7EAE-646D-1E50-37962F06DA94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8" creationId="{894756B6-AC1D-3B6B-F4D0-41C2E76C2FC1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9" creationId="{E7B57042-0DA0-56B2-BFD1-515A978DED7B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10" creationId="{25C882CA-4199-A77E-4BE2-46FF9BE1C5F0}"/>
          </ac:spMkLst>
        </pc:spChg>
        <pc:picChg chg="add mod">
          <ac:chgData name="이민재" userId="f97f16f7-28a5-49bd-9e05-fb3ef63d7997" providerId="ADAL" clId="{AD15B2AE-202F-4F22-AAAF-E549846AD71D}" dt="2023-08-18T08:41:51.278" v="7753" actId="1036"/>
          <ac:picMkLst>
            <pc:docMk/>
            <pc:sldMk cId="117930349" sldId="850"/>
            <ac:picMk id="5" creationId="{CB69EEB8-E957-6848-62F7-A1509E30C4F1}"/>
          </ac:picMkLst>
        </pc:picChg>
        <pc:picChg chg="add mod modCrop">
          <ac:chgData name="이민재" userId="f97f16f7-28a5-49bd-9e05-fb3ef63d7997" providerId="ADAL" clId="{AD15B2AE-202F-4F22-AAAF-E549846AD71D}" dt="2023-08-18T08:41:51.278" v="7753" actId="1036"/>
          <ac:picMkLst>
            <pc:docMk/>
            <pc:sldMk cId="117930349" sldId="850"/>
            <ac:picMk id="6" creationId="{0F735FEA-1940-1E78-C8A8-A401BF9D4091}"/>
          </ac:picMkLst>
        </pc:picChg>
        <pc:picChg chg="add del mod">
          <ac:chgData name="이민재" userId="f97f16f7-28a5-49bd-9e05-fb3ef63d7997" providerId="ADAL" clId="{AD15B2AE-202F-4F22-AAAF-E549846AD71D}" dt="2023-08-18T03:03:22.158" v="908" actId="21"/>
          <ac:picMkLst>
            <pc:docMk/>
            <pc:sldMk cId="117930349" sldId="850"/>
            <ac:picMk id="7" creationId="{F04E8496-114A-F076-1E06-1ACA48093E71}"/>
          </ac:picMkLst>
        </pc:picChg>
        <pc:cxnChg chg="add mod">
          <ac:chgData name="이민재" userId="f97f16f7-28a5-49bd-9e05-fb3ef63d7997" providerId="ADAL" clId="{AD15B2AE-202F-4F22-AAAF-E549846AD71D}" dt="2023-08-18T08:41:51.278" v="7753" actId="1036"/>
          <ac:cxnSpMkLst>
            <pc:docMk/>
            <pc:sldMk cId="117930349" sldId="850"/>
            <ac:cxnSpMk id="12" creationId="{8929C362-8502-8FDA-3096-27F051BB8D51}"/>
          </ac:cxnSpMkLst>
        </pc:cxnChg>
        <pc:cxnChg chg="add mod">
          <ac:chgData name="이민재" userId="f97f16f7-28a5-49bd-9e05-fb3ef63d7997" providerId="ADAL" clId="{AD15B2AE-202F-4F22-AAAF-E549846AD71D}" dt="2023-08-18T08:41:51.278" v="7753" actId="1036"/>
          <ac:cxnSpMkLst>
            <pc:docMk/>
            <pc:sldMk cId="117930349" sldId="850"/>
            <ac:cxnSpMk id="13" creationId="{CCAF79DE-F4B3-F824-2874-AFB253538B95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8:42:57.879" v="7756" actId="20577"/>
        <pc:sldMkLst>
          <pc:docMk/>
          <pc:sldMk cId="3374804484" sldId="851"/>
        </pc:sldMkLst>
        <pc:spChg chg="mod">
          <ac:chgData name="이민재" userId="f97f16f7-28a5-49bd-9e05-fb3ef63d7997" providerId="ADAL" clId="{AD15B2AE-202F-4F22-AAAF-E549846AD71D}" dt="2023-08-18T02:34:05.196" v="225"/>
          <ac:spMkLst>
            <pc:docMk/>
            <pc:sldMk cId="3374804484" sldId="851"/>
            <ac:spMk id="2" creationId="{7163CA5F-6761-6B59-1213-82D8A53294E4}"/>
          </ac:spMkLst>
        </pc:spChg>
        <pc:spChg chg="mod">
          <ac:chgData name="이민재" userId="f97f16f7-28a5-49bd-9e05-fb3ef63d7997" providerId="ADAL" clId="{AD15B2AE-202F-4F22-AAAF-E549846AD71D}" dt="2023-08-18T08:42:57.879" v="7756" actId="20577"/>
          <ac:spMkLst>
            <pc:docMk/>
            <pc:sldMk cId="3374804484" sldId="851"/>
            <ac:spMk id="3" creationId="{882DDEAA-07AF-6E27-0BC4-BE181D221965}"/>
          </ac:spMkLst>
        </pc:spChg>
        <pc:spChg chg="add del mod">
          <ac:chgData name="이민재" userId="f97f16f7-28a5-49bd-9e05-fb3ef63d7997" providerId="ADAL" clId="{AD15B2AE-202F-4F22-AAAF-E549846AD71D}" dt="2023-08-18T02:39:54.936" v="618" actId="21"/>
          <ac:spMkLst>
            <pc:docMk/>
            <pc:sldMk cId="3374804484" sldId="851"/>
            <ac:spMk id="7" creationId="{70173E03-9866-619D-C8F1-B475B1FFA82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0" creationId="{B294D930-5009-9A49-FE5B-3AC2FC4D08D7}"/>
          </ac:spMkLst>
        </pc:spChg>
        <pc:spChg chg="add del mod">
          <ac:chgData name="이민재" userId="f97f16f7-28a5-49bd-9e05-fb3ef63d7997" providerId="ADAL" clId="{AD15B2AE-202F-4F22-AAAF-E549846AD71D}" dt="2023-08-18T02:58:30.625" v="740" actId="478"/>
          <ac:spMkLst>
            <pc:docMk/>
            <pc:sldMk cId="3374804484" sldId="851"/>
            <ac:spMk id="11" creationId="{2E8F7364-60FF-9C9F-D824-DA0429127DA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4" creationId="{2344F079-AB45-08A8-00E7-B61A2FAF5FF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5" creationId="{CF250551-3B16-E8EB-773C-B5FF6D91322A}"/>
          </ac:spMkLst>
        </pc:spChg>
        <pc:spChg chg="add del mod">
          <ac:chgData name="이민재" userId="f97f16f7-28a5-49bd-9e05-fb3ef63d7997" providerId="ADAL" clId="{AD15B2AE-202F-4F22-AAAF-E549846AD71D}" dt="2023-08-18T02:58:33.744" v="741" actId="478"/>
          <ac:spMkLst>
            <pc:docMk/>
            <pc:sldMk cId="3374804484" sldId="851"/>
            <ac:spMk id="16" creationId="{2C16CEEE-A542-EE36-F377-6725E69D5F9F}"/>
          </ac:spMkLst>
        </pc:spChg>
        <pc:spChg chg="add del mod">
          <ac:chgData name="이민재" userId="f97f16f7-28a5-49bd-9e05-fb3ef63d7997" providerId="ADAL" clId="{AD15B2AE-202F-4F22-AAAF-E549846AD71D}" dt="2023-08-18T02:58:24.543" v="738" actId="478"/>
          <ac:spMkLst>
            <pc:docMk/>
            <pc:sldMk cId="3374804484" sldId="851"/>
            <ac:spMk id="17" creationId="{DD9CF827-FA60-2BD0-3934-4442E8E3D8EA}"/>
          </ac:spMkLst>
        </pc:spChg>
        <pc:spChg chg="add del mod">
          <ac:chgData name="이민재" userId="f97f16f7-28a5-49bd-9e05-fb3ef63d7997" providerId="ADAL" clId="{AD15B2AE-202F-4F22-AAAF-E549846AD71D}" dt="2023-08-18T02:58:28.631" v="739" actId="478"/>
          <ac:spMkLst>
            <pc:docMk/>
            <pc:sldMk cId="3374804484" sldId="851"/>
            <ac:spMk id="18" creationId="{1BCA8CC5-DB67-81B6-FDB9-C7BEE8DA1730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2" creationId="{B3B1FAE3-C941-25A1-6920-D3D3D2F87EB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3" creationId="{B9CAA350-9785-50D3-8B9E-4BE4B4E581D4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4" creationId="{09BB7CC4-AD51-C01F-328E-4A753420B8E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5" creationId="{007B3FA5-2CBB-B467-68F4-1F1EC6BE941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6" creationId="{14590F7A-8107-08E0-934D-72DCF09C1979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7" creationId="{4E7B3C4F-2A59-BD3D-6F78-5DCE6A06774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8" creationId="{486C9651-B007-D995-E433-86B9CFFEF9B8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9" creationId="{CB5C7B37-755B-2BF1-185C-1FAA430DC35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0" creationId="{C0E06AEA-904C-28BE-AA75-1509AE5553E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1" creationId="{66566CC3-10A4-FDCF-603D-4716C3EEE7A2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2" creationId="{B4A43C79-6979-A90B-D39E-7B8756CC917E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3" creationId="{20D97D6C-13EF-47DA-C0D8-2291233D831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4" creationId="{4E0588AF-ED96-CA10-7A82-54292B1E0EDB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5" creationId="{AF6908D7-94DA-4AE6-35C5-E230C05BBF0F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6" creationId="{AEEC01F3-EA35-786E-6330-0379C551F134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7" creationId="{77353E04-8029-1FC6-DDC5-4920D14B32C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8" creationId="{AB177BA4-A0AF-2B4E-E8BE-8F74F19228A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9" creationId="{B5D5BCEB-4C66-F00A-C6B4-696E3A7C3CAF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0" creationId="{35ECEF8C-4E15-CB6C-BF59-73332BC76990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1" creationId="{8ED560C6-66C5-CCA4-1AA3-A6173B4E652D}"/>
          </ac:spMkLst>
        </pc:spChg>
        <pc:spChg chg="add del">
          <ac:chgData name="이민재" userId="f97f16f7-28a5-49bd-9e05-fb3ef63d7997" providerId="ADAL" clId="{AD15B2AE-202F-4F22-AAAF-E549846AD71D}" dt="2023-08-18T03:01:21.908" v="863" actId="478"/>
          <ac:spMkLst>
            <pc:docMk/>
            <pc:sldMk cId="3374804484" sldId="851"/>
            <ac:spMk id="42" creationId="{19E26CB6-803F-A934-49DC-97B3D1AFB16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3" creationId="{CEADC439-284B-15C1-E87F-04EFFD8B583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4" creationId="{DB131604-4710-741A-BA50-839915DA342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5" creationId="{015D5D05-EC84-D38E-8ED8-5D8CD0F1E89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6" creationId="{054CC79B-7136-B0E0-7158-62968D528A3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7" creationId="{ADC57CEE-D837-F8E5-11FC-9CEC4B45DDE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9" creationId="{BD4AD238-90E0-8EA3-5F61-2C32BA3636B4}"/>
          </ac:spMkLst>
        </pc:spChg>
        <pc:spChg chg="add del mod">
          <ac:chgData name="이민재" userId="f97f16f7-28a5-49bd-9e05-fb3ef63d7997" providerId="ADAL" clId="{AD15B2AE-202F-4F22-AAAF-E549846AD71D}" dt="2023-08-18T06:41:05.696" v="3886" actId="21"/>
          <ac:spMkLst>
            <pc:docMk/>
            <pc:sldMk cId="3374804484" sldId="851"/>
            <ac:spMk id="67" creationId="{4B91D62E-4187-2771-1B4E-A04C37AF20C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68" creationId="{C2B595A1-5DA7-6014-C018-35440FF9CB2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69" creationId="{6F4ADF92-8D2E-45B2-23F3-0749CECB8BE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70" creationId="{5FCB6C61-1D78-D559-7AFD-52068368B569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71" creationId="{2268F145-0428-062D-1518-BF7FC6850440}"/>
          </ac:spMkLst>
        </pc:spChg>
        <pc:spChg chg="add mod">
          <ac:chgData name="이민재" userId="f97f16f7-28a5-49bd-9e05-fb3ef63d7997" providerId="ADAL" clId="{AD15B2AE-202F-4F22-AAAF-E549846AD71D}" dt="2023-08-18T06:15:38.727" v="2713" actId="1037"/>
          <ac:spMkLst>
            <pc:docMk/>
            <pc:sldMk cId="3374804484" sldId="851"/>
            <ac:spMk id="107" creationId="{519E619E-5EBB-2567-B1E4-6F06DB8A2AC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18" creationId="{07CFB0D6-1B93-412F-A926-52B7F53BA19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20" creationId="{DFD36B20-4746-47AB-6589-2D91F422F79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36" creationId="{2C7E96B2-DE35-64C5-ABDE-ECB8776D626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37" creationId="{F20C832C-6016-F18E-8DE6-D77EFDECF2C7}"/>
          </ac:spMkLst>
        </pc:spChg>
        <pc:spChg chg="add mod">
          <ac:chgData name="이민재" userId="f97f16f7-28a5-49bd-9e05-fb3ef63d7997" providerId="ADAL" clId="{AD15B2AE-202F-4F22-AAAF-E549846AD71D}" dt="2023-08-18T08:05:05.551" v="6450" actId="14100"/>
          <ac:spMkLst>
            <pc:docMk/>
            <pc:sldMk cId="3374804484" sldId="851"/>
            <ac:spMk id="139" creationId="{77B36F01-6CCD-B3F7-10F5-6FABD96B8FD9}"/>
          </ac:spMkLst>
        </pc:spChg>
        <pc:spChg chg="add mod">
          <ac:chgData name="이민재" userId="f97f16f7-28a5-49bd-9e05-fb3ef63d7997" providerId="ADAL" clId="{AD15B2AE-202F-4F22-AAAF-E549846AD71D}" dt="2023-08-18T08:05:14.637" v="6461" actId="1076"/>
          <ac:spMkLst>
            <pc:docMk/>
            <pc:sldMk cId="3374804484" sldId="851"/>
            <ac:spMk id="140" creationId="{CC060D0C-0B3A-7D99-0212-1AE0CF90B876}"/>
          </ac:spMkLst>
        </pc:spChg>
        <pc:spChg chg="add mod">
          <ac:chgData name="이민재" userId="f97f16f7-28a5-49bd-9e05-fb3ef63d7997" providerId="ADAL" clId="{AD15B2AE-202F-4F22-AAAF-E549846AD71D}" dt="2023-08-18T08:05:34.109" v="6468" actId="20577"/>
          <ac:spMkLst>
            <pc:docMk/>
            <pc:sldMk cId="3374804484" sldId="851"/>
            <ac:spMk id="141" creationId="{F283C0E9-8E9A-89B6-3F77-88F4422DA1DE}"/>
          </ac:spMkLst>
        </pc:spChg>
        <pc:graphicFrameChg chg="add del mod modGraphic">
          <ac:chgData name="이민재" userId="f97f16f7-28a5-49bd-9e05-fb3ef63d7997" providerId="ADAL" clId="{AD15B2AE-202F-4F22-AAAF-E549846AD71D}" dt="2023-08-18T02:39:58.149" v="621" actId="478"/>
          <ac:graphicFrameMkLst>
            <pc:docMk/>
            <pc:sldMk cId="3374804484" sldId="851"/>
            <ac:graphicFrameMk id="5" creationId="{F509C1F2-19D7-6A29-3B6F-2AC7F2288BF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2:39:11.146" v="594" actId="478"/>
          <ac:graphicFrameMkLst>
            <pc:docMk/>
            <pc:sldMk cId="3374804484" sldId="851"/>
            <ac:graphicFrameMk id="6" creationId="{DB8A2DF6-3F1D-801A-5EFB-600F5493E97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2:39:45.363" v="606" actId="478"/>
          <ac:graphicFrameMkLst>
            <pc:docMk/>
            <pc:sldMk cId="3374804484" sldId="851"/>
            <ac:graphicFrameMk id="8" creationId="{A669E4D6-65E4-464F-02D1-0F97764B7B7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9" creationId="{CB01C79B-F2A4-58EB-5E45-0CBADFE34BF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40:39.744" v="3832" actId="478"/>
          <ac:graphicFrameMkLst>
            <pc:docMk/>
            <pc:sldMk cId="3374804484" sldId="851"/>
            <ac:graphicFrameMk id="12" creationId="{55FE193B-611E-EC7B-61B4-3DCC70AF8AD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3" creationId="{EE2E77CC-995F-A528-9886-63C1246DAE4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50" creationId="{4B1A2A66-999C-F8CF-4A8A-2432C6D2B2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29.754" v="2524" actId="478"/>
          <ac:graphicFrameMkLst>
            <pc:docMk/>
            <pc:sldMk cId="3374804484" sldId="851"/>
            <ac:graphicFrameMk id="51" creationId="{25F4CB17-46AD-9D41-D996-DB4A1B44604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0.578" v="2525" actId="478"/>
          <ac:graphicFrameMkLst>
            <pc:docMk/>
            <pc:sldMk cId="3374804484" sldId="851"/>
            <ac:graphicFrameMk id="52" creationId="{5EB2FD21-4B34-62C0-D08E-9AE23F45D800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1.706" v="2526" actId="478"/>
          <ac:graphicFrameMkLst>
            <pc:docMk/>
            <pc:sldMk cId="3374804484" sldId="851"/>
            <ac:graphicFrameMk id="53" creationId="{B1482D02-A7EC-A0CF-8E53-6A4B971C9CFB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3.100" v="2527" actId="478"/>
          <ac:graphicFrameMkLst>
            <pc:docMk/>
            <pc:sldMk cId="3374804484" sldId="851"/>
            <ac:graphicFrameMk id="54" creationId="{976DC685-2E30-DB69-BCE2-5A0850C183D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5" creationId="{966747F0-B590-73FF-8DD8-A10E9B496AD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6" creationId="{BCA1888C-3389-F648-3348-49E9DC37B6E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7" creationId="{84009C59-1AC0-FF6B-BA79-C2E1B68070E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8" creationId="{689C5ACA-6D27-0963-82D8-96E27006679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59" creationId="{BA5B840D-B6C8-4EC2-9822-4E14862DD52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60" creationId="{70F949BC-98EE-4F8B-1545-41FCF574E86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61" creationId="{4F92EB4D-1BD7-436A-D6B8-801B5AA05A6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7:58.068" v="1288"/>
          <ac:graphicFrameMkLst>
            <pc:docMk/>
            <pc:sldMk cId="3374804484" sldId="851"/>
            <ac:graphicFrameMk id="62" creationId="{168B97D5-3A02-44FF-0448-2732E070524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7:57.752" v="1287"/>
          <ac:graphicFrameMkLst>
            <pc:docMk/>
            <pc:sldMk cId="3374804484" sldId="851"/>
            <ac:graphicFrameMk id="63" creationId="{4F8EBFE5-D416-5E00-7EFF-CFB9B05DA7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7.809" v="2303"/>
          <ac:graphicFrameMkLst>
            <pc:docMk/>
            <pc:sldMk cId="3374804484" sldId="851"/>
            <ac:graphicFrameMk id="64" creationId="{B42E27D9-3669-8EA7-D4D9-940134D1B6A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6.899" v="2302"/>
          <ac:graphicFrameMkLst>
            <pc:docMk/>
            <pc:sldMk cId="3374804484" sldId="851"/>
            <ac:graphicFrameMk id="65" creationId="{43912533-DC52-F1D9-B61A-58AB84848EF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6.577" v="2301"/>
          <ac:graphicFrameMkLst>
            <pc:docMk/>
            <pc:sldMk cId="3374804484" sldId="851"/>
            <ac:graphicFrameMk id="66" creationId="{90A1FB67-B8B1-B461-825C-1F3B8A73133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2" creationId="{5B960F32-5DE9-C5DB-7EF6-5ED48C0DB0C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3" creationId="{B48D3B96-7F1F-6F59-11A3-97589080D2C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4" creationId="{7E8B10B4-40C2-D129-8C0B-16B695F0341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5" creationId="{7FB6A3E4-507B-F5CA-B20B-F9397A85DCD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98" creationId="{9D35CB15-37B9-C56D-387F-71A468FB4A2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99" creationId="{CD9DC198-5491-4A6E-F6F4-819CD7AADBD9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100" creationId="{0921C1FE-73C9-B6CC-F07E-707D47D039A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101" creationId="{46F9DD96-E42E-A2AD-009A-5E4A14DE42D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2" creationId="{0995A576-93B1-3409-7692-330BDF36C7A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3" creationId="{62CEE0E0-EF0B-FD8E-F999-48A435CF4F1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4" creationId="{52038227-4B6B-87F0-89E5-9F6682CCC94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5" creationId="{1F3602D5-38CC-82B8-6268-F8CCFCBADB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6" creationId="{1BA46AF3-54A9-02BC-0674-2C4DB3B8142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2" creationId="{7FFCAFAB-37E4-8004-E1B9-507AFC1D9A3A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3" creationId="{94B986F9-A900-F719-1F1E-20742B38DC7B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4" creationId="{F5EBCFF8-BBF4-78BF-DED5-C71F142B4AC1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5" creationId="{66FA1E1E-9640-323F-53E4-380A349C35D6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6" creationId="{B7A0B6EE-0B51-FFAD-ED9C-6BB455668878}"/>
          </ac:graphicFrameMkLst>
        </pc:graphicFrameChg>
        <pc:picChg chg="add mod">
          <ac:chgData name="이민재" userId="f97f16f7-28a5-49bd-9e05-fb3ef63d7997" providerId="ADAL" clId="{AD15B2AE-202F-4F22-AAAF-E549846AD71D}" dt="2023-08-18T03:49:26.283" v="1311" actId="1076"/>
          <ac:picMkLst>
            <pc:docMk/>
            <pc:sldMk cId="3374804484" sldId="851"/>
            <ac:picMk id="48" creationId="{0B7875DD-ED99-6235-AB18-8D9F5105B790}"/>
          </ac:picMkLst>
        </pc:picChg>
        <pc:cxnChg chg="add del mod">
          <ac:chgData name="이민재" userId="f97f16f7-28a5-49bd-9e05-fb3ef63d7997" providerId="ADAL" clId="{AD15B2AE-202F-4F22-AAAF-E549846AD71D}" dt="2023-08-18T06:07:32.530" v="2505" actId="478"/>
          <ac:cxnSpMkLst>
            <pc:docMk/>
            <pc:sldMk cId="3374804484" sldId="851"/>
            <ac:cxnSpMk id="20" creationId="{185F7D61-7D17-3982-7FF0-6B2975695C78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7" creationId="{C4250F1C-6159-59E6-1669-CED06FE755C0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8" creationId="{46BFF69A-F3E3-FFE8-35C8-97DC672421B4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9" creationId="{A74E9719-E5B0-F4DE-DA55-2146B9F75B69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0" creationId="{00C264C9-000F-64A2-3D16-3DA3D301D3E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1" creationId="{C54A380C-A659-3AD1-8A6A-C840696B348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4" creationId="{D9094E41-6E1C-6001-CC3E-D60C1D2BC687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6" creationId="{FF94D373-EA4F-AAEC-0D5A-DA3946E56318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8" creationId="{FAA388A9-5743-B2BD-0279-76A5CB48DEE7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90" creationId="{BCEFC891-5D08-41E5-3528-099B88AF1C91}"/>
          </ac:cxnSpMkLst>
        </pc:cxnChg>
        <pc:cxnChg chg="add mod">
          <ac:chgData name="이민재" userId="f97f16f7-28a5-49bd-9e05-fb3ef63d7997" providerId="ADAL" clId="{AD15B2AE-202F-4F22-AAAF-E549846AD71D}" dt="2023-08-18T08:04:52.548" v="6434" actId="14100"/>
          <ac:cxnSpMkLst>
            <pc:docMk/>
            <pc:sldMk cId="3374804484" sldId="851"/>
            <ac:cxnSpMk id="108" creationId="{AFBB30F1-C953-D8D3-19AC-2F879D1DEE2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122" creationId="{C4E4FFC1-52FB-B9D9-3847-D935BEFE322A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123" creationId="{CE95DE08-47ED-4B72-2C41-1FEAC10A64C9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7:45:07.047" v="6072" actId="20577"/>
        <pc:sldMkLst>
          <pc:docMk/>
          <pc:sldMk cId="2477076035" sldId="852"/>
        </pc:sldMkLst>
        <pc:spChg chg="mod">
          <ac:chgData name="이민재" userId="f97f16f7-28a5-49bd-9e05-fb3ef63d7997" providerId="ADAL" clId="{AD15B2AE-202F-4F22-AAAF-E549846AD71D}" dt="2023-08-18T07:10:14.573" v="5170" actId="20577"/>
          <ac:spMkLst>
            <pc:docMk/>
            <pc:sldMk cId="2477076035" sldId="852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5:07.047" v="6072" actId="20577"/>
          <ac:spMkLst>
            <pc:docMk/>
            <pc:sldMk cId="2477076035" sldId="852"/>
            <ac:spMk id="3" creationId="{CABF123E-2279-6976-112E-CCDF9F7B178F}"/>
          </ac:spMkLst>
        </pc:spChg>
        <pc:spChg chg="del">
          <ac:chgData name="이민재" userId="f97f16f7-28a5-49bd-9e05-fb3ef63d7997" providerId="ADAL" clId="{AD15B2AE-202F-4F22-AAAF-E549846AD71D}" dt="2023-08-18T06:19:15.824" v="2810" actId="21"/>
          <ac:spMkLst>
            <pc:docMk/>
            <pc:sldMk cId="2477076035" sldId="852"/>
            <ac:spMk id="4" creationId="{1AF1B7D1-C0DC-AD81-59B9-5D3C5DE0867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5" creationId="{8143A935-55F2-6BD8-7054-0B3D39726309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6" creationId="{93D2EF6D-640E-D4BE-BF98-13154DF76A2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7" creationId="{49417F83-A3C6-C3A5-EAFB-698FE6EBCFA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8" creationId="{630123DF-FA11-7D2F-C0E4-F19083FA43D3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9" creationId="{57AF0361-57FE-C969-E176-A48E22E0576F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0" creationId="{97D2B7E2-64EB-B2F2-8D7D-41A274BD6BA6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1" creationId="{0C092E6D-93E6-E77E-7705-4CDA9D10AF1C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2" creationId="{6305865D-CAE2-5B32-13FF-1C1875FEC2DF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3" creationId="{45C69E25-E0BC-87D4-9E59-24A270372AB0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4" creationId="{EF913C9D-78B4-EB07-7A4A-582814301F1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5" creationId="{F8CC766D-7C62-3C45-831C-875EC5CE4B85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6" creationId="{60108CB7-B9A3-E244-1099-ED308FD430F4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7" creationId="{E9A36689-2E24-7641-0039-4A5CCF756472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8" creationId="{077F6BB6-FE96-2E1B-CA8E-195975FE1111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9" creationId="{48858D32-E6B9-BDAB-4ECA-E69675174596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0" creationId="{A9F0BCFD-E65F-9B4A-7C97-1449665974DE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1" creationId="{E0BACE10-4C0D-B92D-AA91-E466D94AFBF8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2" creationId="{866B0B91-CE70-00BC-8524-C19251F0BD35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3" creationId="{0F49085E-616E-81BD-561F-E32EEE13E502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4" creationId="{1EA86E76-FE32-5B81-6446-A5AAB7B60FE1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5" creationId="{CF163B23-2954-401A-831D-6177090E23EB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6" creationId="{628E2532-A1C0-4C0D-5109-84F98BEC826B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7" creationId="{3D80DE21-3E17-E34D-AFDC-1084BC71802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8" creationId="{CFF1DBD9-037A-97BC-8294-E4641F4ED3E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9" creationId="{77ADE9A8-5DD8-1778-88A1-122A47758320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58" creationId="{072DB037-EE26-11B7-00EF-6EA3EF2DC9BE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59" creationId="{8F50FC51-0CB7-02CF-8304-C4FC3435E6AB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60" creationId="{913187D3-3051-324A-76BE-12DAE10741D0}"/>
          </ac:spMkLst>
        </pc:spChg>
        <pc:spChg chg="add mod">
          <ac:chgData name="이민재" userId="f97f16f7-28a5-49bd-9e05-fb3ef63d7997" providerId="ADAL" clId="{AD15B2AE-202F-4F22-AAAF-E549846AD71D}" dt="2023-08-18T06:51:57.715" v="4523" actId="58"/>
          <ac:spMkLst>
            <pc:docMk/>
            <pc:sldMk cId="2477076035" sldId="852"/>
            <ac:spMk id="131" creationId="{28232C4D-CACA-FBDB-370F-5FB58D483779}"/>
          </ac:spMkLst>
        </pc:spChg>
        <pc:spChg chg="add mod">
          <ac:chgData name="이민재" userId="f97f16f7-28a5-49bd-9e05-fb3ef63d7997" providerId="ADAL" clId="{AD15B2AE-202F-4F22-AAAF-E549846AD71D}" dt="2023-08-18T06:52:02.872" v="4525" actId="20577"/>
          <ac:spMkLst>
            <pc:docMk/>
            <pc:sldMk cId="2477076035" sldId="852"/>
            <ac:spMk id="132" creationId="{437D8BAF-5005-7B2E-9192-30A5786904FE}"/>
          </ac:spMkLst>
        </pc:spChg>
        <pc:spChg chg="add mod">
          <ac:chgData name="이민재" userId="f97f16f7-28a5-49bd-9e05-fb3ef63d7997" providerId="ADAL" clId="{AD15B2AE-202F-4F22-AAAF-E549846AD71D}" dt="2023-08-18T06:52:06.192" v="4527" actId="20577"/>
          <ac:spMkLst>
            <pc:docMk/>
            <pc:sldMk cId="2477076035" sldId="852"/>
            <ac:spMk id="133" creationId="{41164040-BAEC-F461-3C47-30D0510EE656}"/>
          </ac:spMkLst>
        </pc:spChg>
        <pc:spChg chg="add mod">
          <ac:chgData name="이민재" userId="f97f16f7-28a5-49bd-9e05-fb3ef63d7997" providerId="ADAL" clId="{AD15B2AE-202F-4F22-AAAF-E549846AD71D}" dt="2023-08-18T06:52:09.233" v="4529" actId="20577"/>
          <ac:spMkLst>
            <pc:docMk/>
            <pc:sldMk cId="2477076035" sldId="852"/>
            <ac:spMk id="134" creationId="{797A8303-013C-83E8-7837-B060F7956657}"/>
          </ac:spMkLst>
        </pc:spChg>
        <pc:spChg chg="add mod">
          <ac:chgData name="이민재" userId="f97f16f7-28a5-49bd-9e05-fb3ef63d7997" providerId="ADAL" clId="{AD15B2AE-202F-4F22-AAAF-E549846AD71D}" dt="2023-08-18T06:51:52.415" v="4519" actId="20577"/>
          <ac:spMkLst>
            <pc:docMk/>
            <pc:sldMk cId="2477076035" sldId="852"/>
            <ac:spMk id="135" creationId="{04561574-D9F5-FB53-60BD-D98402E33715}"/>
          </ac:spMkLst>
        </pc:spChg>
        <pc:spChg chg="add mod">
          <ac:chgData name="이민재" userId="f97f16f7-28a5-49bd-9e05-fb3ef63d7997" providerId="ADAL" clId="{AD15B2AE-202F-4F22-AAAF-E549846AD71D}" dt="2023-08-18T06:52:11.473" v="4531" actId="20577"/>
          <ac:spMkLst>
            <pc:docMk/>
            <pc:sldMk cId="2477076035" sldId="852"/>
            <ac:spMk id="136" creationId="{5B6FB769-3382-08A8-1AC2-E55709B5675C}"/>
          </ac:spMkLst>
        </pc:spChg>
        <pc:spChg chg="add mod">
          <ac:chgData name="이민재" userId="f97f16f7-28a5-49bd-9e05-fb3ef63d7997" providerId="ADAL" clId="{AD15B2AE-202F-4F22-AAAF-E549846AD71D}" dt="2023-08-18T06:52:14.209" v="4535" actId="20577"/>
          <ac:spMkLst>
            <pc:docMk/>
            <pc:sldMk cId="2477076035" sldId="852"/>
            <ac:spMk id="137" creationId="{90231D1E-4745-A3E1-6D60-630CD194B85E}"/>
          </ac:spMkLst>
        </pc:spChg>
        <pc:spChg chg="add mod">
          <ac:chgData name="이민재" userId="f97f16f7-28a5-49bd-9e05-fb3ef63d7997" providerId="ADAL" clId="{AD15B2AE-202F-4F22-AAAF-E549846AD71D}" dt="2023-08-18T06:52:17.994" v="4537" actId="20577"/>
          <ac:spMkLst>
            <pc:docMk/>
            <pc:sldMk cId="2477076035" sldId="852"/>
            <ac:spMk id="138" creationId="{7005D41A-F2C7-C464-60CA-BD502E779453}"/>
          </ac:spMkLst>
        </pc:spChg>
        <pc:spChg chg="add mod">
          <ac:chgData name="이민재" userId="f97f16f7-28a5-49bd-9e05-fb3ef63d7997" providerId="ADAL" clId="{AD15B2AE-202F-4F22-AAAF-E549846AD71D}" dt="2023-08-18T06:52:57.951" v="4545" actId="20577"/>
          <ac:spMkLst>
            <pc:docMk/>
            <pc:sldMk cId="2477076035" sldId="852"/>
            <ac:spMk id="139" creationId="{23F48512-95E4-239E-1980-A7B6498B4813}"/>
          </ac:spMkLst>
        </pc:spChg>
        <pc:spChg chg="add mod">
          <ac:chgData name="이민재" userId="f97f16f7-28a5-49bd-9e05-fb3ef63d7997" providerId="ADAL" clId="{AD15B2AE-202F-4F22-AAAF-E549846AD71D}" dt="2023-08-18T06:53:03.007" v="4551" actId="20577"/>
          <ac:spMkLst>
            <pc:docMk/>
            <pc:sldMk cId="2477076035" sldId="852"/>
            <ac:spMk id="140" creationId="{2BC2FC16-5E58-A023-069F-C8BD7CCEECDB}"/>
          </ac:spMkLst>
        </pc:spChg>
        <pc:spChg chg="add mod">
          <ac:chgData name="이민재" userId="f97f16f7-28a5-49bd-9e05-fb3ef63d7997" providerId="ADAL" clId="{AD15B2AE-202F-4F22-AAAF-E549846AD71D}" dt="2023-08-18T06:53:10.097" v="4557" actId="20577"/>
          <ac:spMkLst>
            <pc:docMk/>
            <pc:sldMk cId="2477076035" sldId="852"/>
            <ac:spMk id="141" creationId="{86ACE7E7-03A4-B5CC-9D4D-A3024FC57815}"/>
          </ac:spMkLst>
        </pc:spChg>
        <pc:spChg chg="add mod">
          <ac:chgData name="이민재" userId="f97f16f7-28a5-49bd-9e05-fb3ef63d7997" providerId="ADAL" clId="{AD15B2AE-202F-4F22-AAAF-E549846AD71D}" dt="2023-08-18T06:53:15.433" v="4563" actId="20577"/>
          <ac:spMkLst>
            <pc:docMk/>
            <pc:sldMk cId="2477076035" sldId="852"/>
            <ac:spMk id="142" creationId="{5A8B34CD-A3E7-2A42-95D8-0AFF5ED04A88}"/>
          </ac:spMkLst>
        </pc:spChg>
        <pc:spChg chg="add mod">
          <ac:chgData name="이민재" userId="f97f16f7-28a5-49bd-9e05-fb3ef63d7997" providerId="ADAL" clId="{AD15B2AE-202F-4F22-AAAF-E549846AD71D}" dt="2023-08-18T06:52:59.663" v="4547" actId="20577"/>
          <ac:spMkLst>
            <pc:docMk/>
            <pc:sldMk cId="2477076035" sldId="852"/>
            <ac:spMk id="143" creationId="{BAA00572-2878-D30B-C1C9-71E44103B6C4}"/>
          </ac:spMkLst>
        </pc:spChg>
        <pc:spChg chg="add mod">
          <ac:chgData name="이민재" userId="f97f16f7-28a5-49bd-9e05-fb3ef63d7997" providerId="ADAL" clId="{AD15B2AE-202F-4F22-AAAF-E549846AD71D}" dt="2023-08-18T06:53:05.864" v="4553" actId="20577"/>
          <ac:spMkLst>
            <pc:docMk/>
            <pc:sldMk cId="2477076035" sldId="852"/>
            <ac:spMk id="144" creationId="{BBEB4068-9CB9-3B4B-AB6D-BC0595BE4E87}"/>
          </ac:spMkLst>
        </pc:spChg>
        <pc:spChg chg="add mod">
          <ac:chgData name="이민재" userId="f97f16f7-28a5-49bd-9e05-fb3ef63d7997" providerId="ADAL" clId="{AD15B2AE-202F-4F22-AAAF-E549846AD71D}" dt="2023-08-18T06:53:12.048" v="4559" actId="20577"/>
          <ac:spMkLst>
            <pc:docMk/>
            <pc:sldMk cId="2477076035" sldId="852"/>
            <ac:spMk id="145" creationId="{6507CA0D-B8A5-44B9-EC8A-4D78368EB68C}"/>
          </ac:spMkLst>
        </pc:spChg>
        <pc:spChg chg="add mod">
          <ac:chgData name="이민재" userId="f97f16f7-28a5-49bd-9e05-fb3ef63d7997" providerId="ADAL" clId="{AD15B2AE-202F-4F22-AAAF-E549846AD71D}" dt="2023-08-18T06:53:16.865" v="4565" actId="20577"/>
          <ac:spMkLst>
            <pc:docMk/>
            <pc:sldMk cId="2477076035" sldId="852"/>
            <ac:spMk id="146" creationId="{51E6D70E-1A97-5B46-14ED-636D14A36065}"/>
          </ac:spMkLst>
        </pc:spChg>
        <pc:spChg chg="add mod">
          <ac:chgData name="이민재" userId="f97f16f7-28a5-49bd-9e05-fb3ef63d7997" providerId="ADAL" clId="{AD15B2AE-202F-4F22-AAAF-E549846AD71D}" dt="2023-08-18T06:53:01.351" v="4549" actId="20577"/>
          <ac:spMkLst>
            <pc:docMk/>
            <pc:sldMk cId="2477076035" sldId="852"/>
            <ac:spMk id="147" creationId="{B87A6912-CD7B-F8EE-40D8-16F80A6A3184}"/>
          </ac:spMkLst>
        </pc:spChg>
        <pc:spChg chg="add mod">
          <ac:chgData name="이민재" userId="f97f16f7-28a5-49bd-9e05-fb3ef63d7997" providerId="ADAL" clId="{AD15B2AE-202F-4F22-AAAF-E549846AD71D}" dt="2023-08-18T06:53:07.416" v="4555" actId="20577"/>
          <ac:spMkLst>
            <pc:docMk/>
            <pc:sldMk cId="2477076035" sldId="852"/>
            <ac:spMk id="148" creationId="{E3D37731-B513-3F3E-A7B0-425899183761}"/>
          </ac:spMkLst>
        </pc:spChg>
        <pc:spChg chg="add mod">
          <ac:chgData name="이민재" userId="f97f16f7-28a5-49bd-9e05-fb3ef63d7997" providerId="ADAL" clId="{AD15B2AE-202F-4F22-AAAF-E549846AD71D}" dt="2023-08-18T06:53:13.761" v="4561" actId="20577"/>
          <ac:spMkLst>
            <pc:docMk/>
            <pc:sldMk cId="2477076035" sldId="852"/>
            <ac:spMk id="149" creationId="{AFA0D0FE-56D8-1089-D69D-D369C8F32A9A}"/>
          </ac:spMkLst>
        </pc:spChg>
        <pc:spChg chg="add mod">
          <ac:chgData name="이민재" userId="f97f16f7-28a5-49bd-9e05-fb3ef63d7997" providerId="ADAL" clId="{AD15B2AE-202F-4F22-AAAF-E549846AD71D}" dt="2023-08-18T06:53:18.449" v="4567" actId="20577"/>
          <ac:spMkLst>
            <pc:docMk/>
            <pc:sldMk cId="2477076035" sldId="852"/>
            <ac:spMk id="150" creationId="{1BFF63C0-5D2C-C17B-02C2-1AD6D70BECF6}"/>
          </ac:spMkLst>
        </pc:spChg>
        <pc:spChg chg="add del mod">
          <ac:chgData name="이민재" userId="f97f16f7-28a5-49bd-9e05-fb3ef63d7997" providerId="ADAL" clId="{AD15B2AE-202F-4F22-AAAF-E549846AD71D}" dt="2023-08-18T07:34:02.767" v="5735" actId="478"/>
          <ac:spMkLst>
            <pc:docMk/>
            <pc:sldMk cId="2477076035" sldId="852"/>
            <ac:spMk id="235" creationId="{521DC174-8B49-DF97-CF95-586F16E49BAA}"/>
          </ac:spMkLst>
        </pc:spChg>
        <pc:spChg chg="add del mod">
          <ac:chgData name="이민재" userId="f97f16f7-28a5-49bd-9e05-fb3ef63d7997" providerId="ADAL" clId="{AD15B2AE-202F-4F22-AAAF-E549846AD71D}" dt="2023-08-18T07:34:04.438" v="5736" actId="478"/>
          <ac:spMkLst>
            <pc:docMk/>
            <pc:sldMk cId="2477076035" sldId="852"/>
            <ac:spMk id="236" creationId="{A3CDC115-6D85-2339-FF74-7CD1A7BA649A}"/>
          </ac:spMkLst>
        </pc:spChg>
        <pc:spChg chg="add del mod">
          <ac:chgData name="이민재" userId="f97f16f7-28a5-49bd-9e05-fb3ef63d7997" providerId="ADAL" clId="{AD15B2AE-202F-4F22-AAAF-E549846AD71D}" dt="2023-08-18T07:43:26.337" v="6021" actId="21"/>
          <ac:spMkLst>
            <pc:docMk/>
            <pc:sldMk cId="2477076035" sldId="852"/>
            <ac:spMk id="237" creationId="{44C86349-096B-D622-D3DA-D1FF090BDDA1}"/>
          </ac:spMkLst>
        </pc:sp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30" creationId="{863029E8-7783-FFEA-F1A2-D1AE79ABDD6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1" creationId="{E87746F7-DA9A-8985-C64F-D71F4CDAC67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2" creationId="{CB53AB90-BAC3-98A6-B90D-86054A1226E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3" creationId="{741108D7-BB5E-D05E-7417-86021C5BCD2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4" creationId="{9F5FA8FA-652C-EB62-38D6-F821EB3D7B8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5" creationId="{A35443AE-D9DC-6337-DDD2-EC265E23099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6" creationId="{DD9C314B-DB78-FE70-B4C5-B593001527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7" creationId="{A42D4E99-5034-9FD2-A036-2FD3EB11E3C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8" creationId="{1ED1EC3B-579F-9BA7-D9AE-AF5F4727CBE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39" creationId="{091C9143-7227-27E4-8969-162FA035C1A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40" creationId="{FAE02823-E0BB-F391-344E-03FF01DD535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41" creationId="{D6B90924-6A3B-D619-E05A-80C64629296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15.824" v="2810" actId="21"/>
          <ac:graphicFrameMkLst>
            <pc:docMk/>
            <pc:sldMk cId="2477076035" sldId="852"/>
            <ac:graphicFrameMk id="42" creationId="{C488BE90-EAA9-2DD7-734C-DC302AE6B53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0.068" v="5525" actId="207"/>
          <ac:graphicFrameMkLst>
            <pc:docMk/>
            <pc:sldMk cId="2477076035" sldId="852"/>
            <ac:graphicFrameMk id="43" creationId="{A8E03339-CEB2-B94B-931C-4E6DC8CCA3C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07.706" v="5524" actId="207"/>
          <ac:graphicFrameMkLst>
            <pc:docMk/>
            <pc:sldMk cId="2477076035" sldId="852"/>
            <ac:graphicFrameMk id="44" creationId="{7ECBAC12-09F5-4B9B-3150-29DEEE88B09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9.087" v="5561" actId="207"/>
          <ac:graphicFrameMkLst>
            <pc:docMk/>
            <pc:sldMk cId="2477076035" sldId="852"/>
            <ac:graphicFrameMk id="45" creationId="{1E2EEB21-D120-7055-A2F8-6F55E16F3DCD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6" creationId="{D679C85F-5D6F-8336-ADF6-4F9C6431A9A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7" creationId="{6F37955D-FC07-62EE-20EE-DA3B3F280B99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8" creationId="{05C031F9-58A3-6D72-EA67-33E40FE7007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9" creationId="{46A1F43A-285C-D2B1-415D-33E58E59F6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0" creationId="{9947E25F-B95B-83CD-00AB-B8D47145A7C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1" creationId="{E44021B2-B97B-8336-D687-03B812FD46D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2" creationId="{08648F94-D18C-5AD7-8F71-0AC2F42A424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3" creationId="{62DDB9ED-5034-5215-8715-5AA51BB1DAE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4" creationId="{8A966401-FF50-7154-5938-7A8118A9BDD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5" creationId="{F46F2A2A-C884-BB90-ACF7-2DCDBF6F71A0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6" creationId="{894EEB78-168F-92FA-C6D3-BFDE8A4204C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7" creationId="{E01BE381-F918-F84E-454B-0950C60B168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1" creationId="{8D0D16C3-7CD6-22EC-EF05-F358C4667ED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2" creationId="{4E0C90CC-69C5-E1CA-6B8F-85D0008074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3" creationId="{E44C38AF-9EFB-AD62-3F20-A7FCD21BF37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4" creationId="{435EECFA-D6BB-1A1E-2707-955EDCB443B2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5" creationId="{DC1BF452-E585-B127-C4D3-634116B76BE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6" creationId="{6734C796-E01D-E0B4-CF45-E23D7BBEDFC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50.862" v="1421"/>
          <ac:graphicFrameMkLst>
            <pc:docMk/>
            <pc:sldMk cId="2477076035" sldId="852"/>
            <ac:graphicFrameMk id="67" creationId="{16C5C0F8-9E15-5575-4241-8D6ADF02B21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8" creationId="{8D7520A9-096D-B9B5-51BE-732B8517EF9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9" creationId="{4298277E-7CDA-63F0-D191-9DB0A59AEA6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0" creationId="{CEDE8802-C2A1-B129-22EA-8B3C51CFB11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2:56.460" v="1468"/>
          <ac:graphicFrameMkLst>
            <pc:docMk/>
            <pc:sldMk cId="2477076035" sldId="852"/>
            <ac:graphicFrameMk id="71" creationId="{06C0359F-C65F-FC04-733D-A51E987CA35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1.360" v="5563" actId="207"/>
          <ac:graphicFrameMkLst>
            <pc:docMk/>
            <pc:sldMk cId="2477076035" sldId="852"/>
            <ac:graphicFrameMk id="72" creationId="{A483E17F-8523-E324-E17B-0B7496A5A18B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3" creationId="{95F8E7F1-C928-EF1A-E009-EB08B96FF35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4" creationId="{326AF049-7D0B-2F87-5088-F44528B46CD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5.152" v="1506" actId="478"/>
          <ac:graphicFrameMkLst>
            <pc:docMk/>
            <pc:sldMk cId="2477076035" sldId="852"/>
            <ac:graphicFrameMk id="75" creationId="{12875666-C23D-39AF-EDB6-E76392E7CD7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5.734" v="1507" actId="478"/>
          <ac:graphicFrameMkLst>
            <pc:docMk/>
            <pc:sldMk cId="2477076035" sldId="852"/>
            <ac:graphicFrameMk id="76" creationId="{96D6B9C4-79F1-F2D9-33A8-D5E0565F5C4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6.638" v="1508" actId="478"/>
          <ac:graphicFrameMkLst>
            <pc:docMk/>
            <pc:sldMk cId="2477076035" sldId="852"/>
            <ac:graphicFrameMk id="77" creationId="{D4B76277-E8EF-BE6C-8AAD-C690D736ECE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7.532" v="1509" actId="478"/>
          <ac:graphicFrameMkLst>
            <pc:docMk/>
            <pc:sldMk cId="2477076035" sldId="852"/>
            <ac:graphicFrameMk id="78" creationId="{1F858A06-EAA4-A481-E424-80E41CA1568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1" creationId="{C0F6E81F-8E81-DF38-6BAE-3EEA95C733B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2" creationId="{E8145FA8-0F42-D119-F150-724E0F4BA0A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3" creationId="{1FEA7653-D53F-63AE-EF6A-417F7CFE768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4" creationId="{E9211876-0219-8FF6-1918-7C06483DB16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5" creationId="{8C0BE84D-DEF8-E085-A072-1511741A41E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6" creationId="{696C963A-3995-E46D-AD47-F62EFE2FB7F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7" creationId="{A584F29F-C775-F7A7-37FA-48A0F5F1149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8" creationId="{857A67FC-3880-27CE-6F45-EB240E5074B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9" creationId="{D176A88A-DE83-DFB4-76E3-AE0A5575DBB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0" creationId="{48AC60E3-379A-1AD8-0475-BA2AF90D4C0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1" creationId="{59CF02B2-BD1B-53AC-C40A-70E8647F65E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2" creationId="{EE08837B-8DE6-AF1F-4F12-DBAAE951EC18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3" creationId="{E1E91CCB-FCEA-999C-40FB-980353EB44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4" creationId="{5E3B16E8-CA0D-5A95-3C8D-48AE305F8FD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5" creationId="{B6778847-A112-E9A6-F903-F0E80AF5520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6" creationId="{9CBCF6F6-A766-706C-BCEF-5484D64BF55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15.824" v="2810" actId="21"/>
          <ac:graphicFrameMkLst>
            <pc:docMk/>
            <pc:sldMk cId="2477076035" sldId="852"/>
            <ac:graphicFrameMk id="116" creationId="{608F16F2-2781-BCF5-692B-43ABE994685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05:22.464" v="4957" actId="478"/>
          <ac:graphicFrameMkLst>
            <pc:docMk/>
            <pc:sldMk cId="2477076035" sldId="852"/>
            <ac:graphicFrameMk id="117" creationId="{F90A1F38-FDFB-C455-DCDA-9A0D0B6393C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28.316" v="2813" actId="21"/>
          <ac:graphicFrameMkLst>
            <pc:docMk/>
            <pc:sldMk cId="2477076035" sldId="852"/>
            <ac:graphicFrameMk id="118" creationId="{5CAC2213-9754-C0B1-DA9C-24D83B89768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3.273" v="5565" actId="207"/>
          <ac:graphicFrameMkLst>
            <pc:docMk/>
            <pc:sldMk cId="2477076035" sldId="852"/>
            <ac:graphicFrameMk id="119" creationId="{EF711BCA-0956-BCA5-4EA8-904641BC10B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6.018" v="5567" actId="207"/>
          <ac:graphicFrameMkLst>
            <pc:docMk/>
            <pc:sldMk cId="2477076035" sldId="852"/>
            <ac:graphicFrameMk id="120" creationId="{F3F5E7BA-A606-32B4-679E-A9B46EA2FB6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49.656" v="5585" actId="207"/>
          <ac:graphicFrameMkLst>
            <pc:docMk/>
            <pc:sldMk cId="2477076035" sldId="852"/>
            <ac:graphicFrameMk id="121" creationId="{7DB73EEF-939E-FDD1-7C96-192CC14FF91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2.488" v="5587" actId="6549"/>
          <ac:graphicFrameMkLst>
            <pc:docMk/>
            <pc:sldMk cId="2477076035" sldId="852"/>
            <ac:graphicFrameMk id="122" creationId="{CBEAA23E-E601-617C-8E24-F77FF2F5F60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5.289" v="5589" actId="207"/>
          <ac:graphicFrameMkLst>
            <pc:docMk/>
            <pc:sldMk cId="2477076035" sldId="852"/>
            <ac:graphicFrameMk id="123" creationId="{D1CCFEAA-6424-FD8E-6B4D-B0134F0B02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2.497" v="5527" actId="207"/>
          <ac:graphicFrameMkLst>
            <pc:docMk/>
            <pc:sldMk cId="2477076035" sldId="852"/>
            <ac:graphicFrameMk id="124" creationId="{F26D9CB1-6FD2-0ECC-E0E8-8781B97D290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4.234" v="5557" actId="207"/>
          <ac:graphicFrameMkLst>
            <pc:docMk/>
            <pc:sldMk cId="2477076035" sldId="852"/>
            <ac:graphicFrameMk id="125" creationId="{DBB52E6B-BFC1-4857-08F5-068A882519F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8.260" v="5569" actId="207"/>
          <ac:graphicFrameMkLst>
            <pc:docMk/>
            <pc:sldMk cId="2477076035" sldId="852"/>
            <ac:graphicFrameMk id="126" creationId="{1E74AC56-5DC3-0A8D-5264-A9D06A42CA2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4.995" v="5529" actId="6549"/>
          <ac:graphicFrameMkLst>
            <pc:docMk/>
            <pc:sldMk cId="2477076035" sldId="852"/>
            <ac:graphicFrameMk id="127" creationId="{C31A5D90-0D14-7DCA-A08A-6DD31F7920A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6.589" v="5559" actId="207"/>
          <ac:graphicFrameMkLst>
            <pc:docMk/>
            <pc:sldMk cId="2477076035" sldId="852"/>
            <ac:graphicFrameMk id="128" creationId="{CF1557FB-A9D7-F925-B1F6-51F4FE4732C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1.252" v="5571" actId="207"/>
          <ac:graphicFrameMkLst>
            <pc:docMk/>
            <pc:sldMk cId="2477076035" sldId="852"/>
            <ac:graphicFrameMk id="129" creationId="{F0A8008C-C75D-1FF7-F58A-0AE85F6441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8.236" v="5591" actId="207"/>
          <ac:graphicFrameMkLst>
            <pc:docMk/>
            <pc:sldMk cId="2477076035" sldId="852"/>
            <ac:graphicFrameMk id="130" creationId="{816C51FC-4CA7-1482-188A-2FEFF85C63F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1" creationId="{E736B799-AC75-D5FA-EC4F-2A97BC52CA2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2" creationId="{2786CA51-6791-15B4-6231-83A1E57F622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7.419" v="5531" actId="207"/>
          <ac:graphicFrameMkLst>
            <pc:docMk/>
            <pc:sldMk cId="2477076035" sldId="852"/>
            <ac:graphicFrameMk id="153" creationId="{2CC85E0B-F953-86FB-6C5E-540E62C8327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13.409" v="4587" actId="478"/>
          <ac:graphicFrameMkLst>
            <pc:docMk/>
            <pc:sldMk cId="2477076035" sldId="852"/>
            <ac:graphicFrameMk id="154" creationId="{D3270C5A-19BA-99F8-E4A4-A84030482E4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0.741" v="5533" actId="207"/>
          <ac:graphicFrameMkLst>
            <pc:docMk/>
            <pc:sldMk cId="2477076035" sldId="852"/>
            <ac:graphicFrameMk id="155" creationId="{0CD949D0-3456-1735-863A-FC71840F1E3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14.881" v="4588" actId="478"/>
          <ac:graphicFrameMkLst>
            <pc:docMk/>
            <pc:sldMk cId="2477076035" sldId="852"/>
            <ac:graphicFrameMk id="156" creationId="{B59F9ADE-8852-CCE5-6F96-AC3A1A42461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7" creationId="{E2DC5225-F95B-8D3B-3F30-AF07BAFC415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8" creationId="{C87E9CC6-1D1B-06B6-A43B-08A6CD2B320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5.767" v="5537" actId="6549"/>
          <ac:graphicFrameMkLst>
            <pc:docMk/>
            <pc:sldMk cId="2477076035" sldId="852"/>
            <ac:graphicFrameMk id="159" creationId="{231CFF05-D681-6560-AB0F-193B67E71370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1.347" v="5541" actId="207"/>
          <ac:graphicFrameMkLst>
            <pc:docMk/>
            <pc:sldMk cId="2477076035" sldId="852"/>
            <ac:graphicFrameMk id="160" creationId="{2B2161C9-CFCA-7847-005B-906E2AD4E1C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1" creationId="{6AAFF3F8-0B5B-D5B0-8EAA-56A83968CF5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2" creationId="{C203CDFC-5E0F-3388-F9D9-701BC81A3C0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3" creationId="{2EF788E5-210D-1DEB-62C4-6825084F470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1.805" v="5555" actId="207"/>
          <ac:graphicFrameMkLst>
            <pc:docMk/>
            <pc:sldMk cId="2477076035" sldId="852"/>
            <ac:graphicFrameMk id="164" creationId="{63C4567C-3191-9664-C1BD-5FC4CD7DC09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7.980" v="5575" actId="207"/>
          <ac:graphicFrameMkLst>
            <pc:docMk/>
            <pc:sldMk cId="2477076035" sldId="852"/>
            <ac:graphicFrameMk id="165" creationId="{19296813-278C-3564-1178-EFDE82F3B65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3.883" v="5595" actId="207"/>
          <ac:graphicFrameMkLst>
            <pc:docMk/>
            <pc:sldMk cId="2477076035" sldId="852"/>
            <ac:graphicFrameMk id="166" creationId="{F0E6CF18-97F6-5D9F-B467-54D1A0E8F7A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3.925" v="5551" actId="207"/>
          <ac:graphicFrameMkLst>
            <pc:docMk/>
            <pc:sldMk cId="2477076035" sldId="852"/>
            <ac:graphicFrameMk id="167" creationId="{2D48A376-7596-FF40-888C-B162DC39DCF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4.273" v="5579" actId="207"/>
          <ac:graphicFrameMkLst>
            <pc:docMk/>
            <pc:sldMk cId="2477076035" sldId="852"/>
            <ac:graphicFrameMk id="168" creationId="{2FE503F4-2B3C-7D43-AD4F-BAB57A46433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8.991" v="5599" actId="207"/>
          <ac:graphicFrameMkLst>
            <pc:docMk/>
            <pc:sldMk cId="2477076035" sldId="852"/>
            <ac:graphicFrameMk id="169" creationId="{9184C5EE-2295-0460-1C53-C7D6178D7BD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6.424" v="5545" actId="207"/>
          <ac:graphicFrameMkLst>
            <pc:docMk/>
            <pc:sldMk cId="2477076035" sldId="852"/>
            <ac:graphicFrameMk id="170" creationId="{1846650A-7647-BCA5-E76B-7C661D5943C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40.618" v="5583" actId="207"/>
          <ac:graphicFrameMkLst>
            <pc:docMk/>
            <pc:sldMk cId="2477076035" sldId="852"/>
            <ac:graphicFrameMk id="171" creationId="{DCDFEB13-6BA7-3F95-8F6C-6D74316DD48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7:28:14.706" v="5603" actId="207"/>
          <ac:graphicFrameMkLst>
            <pc:docMk/>
            <pc:sldMk cId="2477076035" sldId="852"/>
            <ac:graphicFrameMk id="172" creationId="{E04B5694-7D96-E26B-7C4F-3721317AFB3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6.227" v="5553" actId="207"/>
          <ac:graphicFrameMkLst>
            <pc:docMk/>
            <pc:sldMk cId="2477076035" sldId="852"/>
            <ac:graphicFrameMk id="173" creationId="{968DC98B-5D85-CA2D-6624-E94A542041FD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3.006" v="5535" actId="207"/>
          <ac:graphicFrameMkLst>
            <pc:docMk/>
            <pc:sldMk cId="2477076035" sldId="852"/>
            <ac:graphicFrameMk id="174" creationId="{CD4F831A-B37C-20B4-E08F-02D584CAD5F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3.413" v="5573" actId="207"/>
          <ac:graphicFrameMkLst>
            <pc:docMk/>
            <pc:sldMk cId="2477076035" sldId="852"/>
            <ac:graphicFrameMk id="175" creationId="{25912267-BA4D-267F-5D8B-4DFAB85CA53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0.287" v="5549" actId="207"/>
          <ac:graphicFrameMkLst>
            <pc:docMk/>
            <pc:sldMk cId="2477076035" sldId="852"/>
            <ac:graphicFrameMk id="176" creationId="{2599653A-A58C-EA12-6E61-478793F80C7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7.994" v="5539" actId="207"/>
          <ac:graphicFrameMkLst>
            <pc:docMk/>
            <pc:sldMk cId="2477076035" sldId="852"/>
            <ac:graphicFrameMk id="177" creationId="{569A1CB0-0CB2-8605-1FA5-5F5E1896DC5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11.811" v="5601" actId="207"/>
          <ac:graphicFrameMkLst>
            <pc:docMk/>
            <pc:sldMk cId="2477076035" sldId="852"/>
            <ac:graphicFrameMk id="178" creationId="{84472F98-39EF-B52A-C326-2070457D89F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5.961" v="5597" actId="207"/>
          <ac:graphicFrameMkLst>
            <pc:docMk/>
            <pc:sldMk cId="2477076035" sldId="852"/>
            <ac:graphicFrameMk id="179" creationId="{665D95C1-9763-6AC0-2E2E-78D50CCC9971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1.249" v="5593" actId="6549"/>
          <ac:graphicFrameMkLst>
            <pc:docMk/>
            <pc:sldMk cId="2477076035" sldId="852"/>
            <ac:graphicFrameMk id="180" creationId="{9C41A556-7B64-CCAE-389A-0D009438CAC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2.382" v="4659" actId="478"/>
          <ac:graphicFrameMkLst>
            <pc:docMk/>
            <pc:sldMk cId="2477076035" sldId="852"/>
            <ac:graphicFrameMk id="181" creationId="{92D520F6-1479-5FB1-8247-0963DA36904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1.438" v="4658" actId="478"/>
          <ac:graphicFrameMkLst>
            <pc:docMk/>
            <pc:sldMk cId="2477076035" sldId="852"/>
            <ac:graphicFrameMk id="182" creationId="{46E02C38-37E2-8C15-338A-98158EE7F3B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0.350" v="4657" actId="478"/>
          <ac:graphicFrameMkLst>
            <pc:docMk/>
            <pc:sldMk cId="2477076035" sldId="852"/>
            <ac:graphicFrameMk id="183" creationId="{BBCC8F2E-D326-02B5-F741-400696CABCD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0.589" v="5577" actId="207"/>
          <ac:graphicFrameMkLst>
            <pc:docMk/>
            <pc:sldMk cId="2477076035" sldId="852"/>
            <ac:graphicFrameMk id="184" creationId="{9F87B5E0-F889-09BB-B1D3-4AA64A85EFA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3.708" v="5543" actId="207"/>
          <ac:graphicFrameMkLst>
            <pc:docMk/>
            <pc:sldMk cId="2477076035" sldId="852"/>
            <ac:graphicFrameMk id="185" creationId="{E8E4131B-3586-15EE-CD90-886958E2EFC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6.522" v="5581" actId="207"/>
          <ac:graphicFrameMkLst>
            <pc:docMk/>
            <pc:sldMk cId="2477076035" sldId="852"/>
            <ac:graphicFrameMk id="186" creationId="{C8E872E6-14ED-8FC8-3621-60C2F1BC141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06.803" v="4952" actId="207"/>
          <ac:graphicFrameMkLst>
            <pc:docMk/>
            <pc:sldMk cId="2477076035" sldId="852"/>
            <ac:graphicFrameMk id="187" creationId="{6B5EA3FB-832D-A947-5757-EF74A9953C6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1.871" v="4953" actId="207"/>
          <ac:graphicFrameMkLst>
            <pc:docMk/>
            <pc:sldMk cId="2477076035" sldId="852"/>
            <ac:graphicFrameMk id="188" creationId="{FEB732B3-C9A5-7326-11A4-E73764EA76D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4.152" v="4954" actId="207"/>
          <ac:graphicFrameMkLst>
            <pc:docMk/>
            <pc:sldMk cId="2477076035" sldId="852"/>
            <ac:graphicFrameMk id="189" creationId="{B6030528-780F-19C5-6D7C-950746AC96E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6.755" v="4955" actId="207"/>
          <ac:graphicFrameMkLst>
            <pc:docMk/>
            <pc:sldMk cId="2477076035" sldId="852"/>
            <ac:graphicFrameMk id="190" creationId="{374F05A4-85FD-0D75-0D41-81730FC1185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4:14.887" v="5491" actId="1076"/>
          <ac:graphicFrameMkLst>
            <pc:docMk/>
            <pc:sldMk cId="2477076035" sldId="852"/>
            <ac:graphicFrameMk id="191" creationId="{60ABE80B-19DF-F4B7-7E93-A8C0A0D021F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2" creationId="{535289C8-480A-5F89-1726-16C3AC289211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3" creationId="{A9C676CE-538D-1EF5-9369-A4DE0D12991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4" creationId="{7E4E52E8-B23B-7818-8D00-D9554EBD4231}"/>
          </ac:graphicFrameMkLst>
        </pc:graphicFrameChg>
        <pc:cxnChg chg="add del mod">
          <ac:chgData name="이민재" userId="f97f16f7-28a5-49bd-9e05-fb3ef63d7997" providerId="ADAL" clId="{AD15B2AE-202F-4F22-AAAF-E549846AD71D}" dt="2023-08-18T06:18:30.925" v="2796" actId="478"/>
          <ac:cxnSpMkLst>
            <pc:docMk/>
            <pc:sldMk cId="2477076035" sldId="852"/>
            <ac:cxnSpMk id="80" creationId="{E0638879-9FCE-A51F-BC59-2242AD432B80}"/>
          </ac:cxnSpMkLst>
        </pc:cxnChg>
        <pc:cxnChg chg="add del mod">
          <ac:chgData name="이민재" userId="f97f16f7-28a5-49bd-9e05-fb3ef63d7997" providerId="ADAL" clId="{AD15B2AE-202F-4F22-AAAF-E549846AD71D}" dt="2023-08-18T05:51:44.438" v="1765" actId="478"/>
          <ac:cxnSpMkLst>
            <pc:docMk/>
            <pc:sldMk cId="2477076035" sldId="852"/>
            <ac:cxnSpMk id="97" creationId="{FD814441-1C31-431E-549E-3D4302F6AB44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99" creationId="{742070E8-99EF-C8CE-6CF3-DEA80E7D09B6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1" creationId="{C24598AF-AD59-9CFA-F01A-4B507E97A19C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2" creationId="{FA8FF1DB-13CC-B38C-E4CB-EC8231AA1401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3" creationId="{23985A69-D721-A1BF-014F-D922FC50D006}"/>
          </ac:cxnSpMkLst>
        </pc:cxnChg>
        <pc:cxnChg chg="add del mod">
          <ac:chgData name="이민재" userId="f97f16f7-28a5-49bd-9e05-fb3ef63d7997" providerId="ADAL" clId="{AD15B2AE-202F-4F22-AAAF-E549846AD71D}" dt="2023-08-18T06:18:30.290" v="2795" actId="478"/>
          <ac:cxnSpMkLst>
            <pc:docMk/>
            <pc:sldMk cId="2477076035" sldId="852"/>
            <ac:cxnSpMk id="106" creationId="{5387A0C7-F9E9-A5D3-9D1B-201D501A72B6}"/>
          </ac:cxnSpMkLst>
        </pc:cxnChg>
        <pc:cxnChg chg="add del mod">
          <ac:chgData name="이민재" userId="f97f16f7-28a5-49bd-9e05-fb3ef63d7997" providerId="ADAL" clId="{AD15B2AE-202F-4F22-AAAF-E549846AD71D}" dt="2023-08-18T06:18:31.870" v="2797" actId="478"/>
          <ac:cxnSpMkLst>
            <pc:docMk/>
            <pc:sldMk cId="2477076035" sldId="852"/>
            <ac:cxnSpMk id="112" creationId="{38E08517-E410-3CFC-8C1A-D8FC7FEBFD69}"/>
          </ac:cxnSpMkLst>
        </pc:cxnChg>
        <pc:cxnChg chg="add del mod">
          <ac:chgData name="이민재" userId="f97f16f7-28a5-49bd-9e05-fb3ef63d7997" providerId="ADAL" clId="{AD15B2AE-202F-4F22-AAAF-E549846AD71D}" dt="2023-08-18T06:18:32.801" v="2798" actId="478"/>
          <ac:cxnSpMkLst>
            <pc:docMk/>
            <pc:sldMk cId="2477076035" sldId="852"/>
            <ac:cxnSpMk id="114" creationId="{2853E6BE-618D-5EB2-A6B6-83215F86D65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3" creationId="{4579664D-89E1-595B-6FD3-FEE2AE46BEA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7" creationId="{CAC73D1A-8285-2863-5FE4-816A5A8EF74E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8" creationId="{FB86ACB0-3F23-7435-93BC-A0ACFEB484AF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0" creationId="{BC82A97F-F4F0-4777-0AF1-38EB926AB08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2" creationId="{86CB4AAF-243F-C976-E112-82044868F297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4" creationId="{ADE4DEED-18CC-B12F-1F05-832B9792B348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5" creationId="{2EA90CD9-B844-48B2-8FCF-C39B385C8C7F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6" creationId="{B323BA2C-6C5E-FC03-A547-8631167A424A}"/>
          </ac:cxnSpMkLst>
        </pc:cxnChg>
        <pc:cxnChg chg="add del">
          <ac:chgData name="이민재" userId="f97f16f7-28a5-49bd-9e05-fb3ef63d7997" providerId="ADAL" clId="{AD15B2AE-202F-4F22-AAAF-E549846AD71D}" dt="2023-08-18T07:18:51.069" v="5423" actId="478"/>
          <ac:cxnSpMkLst>
            <pc:docMk/>
            <pc:sldMk cId="2477076035" sldId="852"/>
            <ac:cxnSpMk id="208" creationId="{0D04B4D9-4F96-41BB-6C65-52054AF4E2AD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09" creationId="{2EFEBC3D-22AD-6B91-81C2-9DDEA63DCF70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0" creationId="{0C8ED06A-2359-3C93-D950-1F8250286F50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1" creationId="{EF43B46F-2388-649B-FEB4-61DDCA46110C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2" creationId="{1763445D-7506-25D9-0C86-FB1260BA1431}"/>
          </ac:cxnSpMkLst>
        </pc:cxnChg>
        <pc:cxnChg chg="add mod">
          <ac:chgData name="이민재" userId="f97f16f7-28a5-49bd-9e05-fb3ef63d7997" providerId="ADAL" clId="{AD15B2AE-202F-4F22-AAAF-E549846AD71D}" dt="2023-08-18T07:23:43.350" v="5475" actId="692"/>
          <ac:cxnSpMkLst>
            <pc:docMk/>
            <pc:sldMk cId="2477076035" sldId="852"/>
            <ac:cxnSpMk id="218" creationId="{307384A0-6D19-EC06-0E31-00423BC0EDF0}"/>
          </ac:cxnSpMkLst>
        </pc:cxnChg>
        <pc:cxnChg chg="add mod">
          <ac:chgData name="이민재" userId="f97f16f7-28a5-49bd-9e05-fb3ef63d7997" providerId="ADAL" clId="{AD15B2AE-202F-4F22-AAAF-E549846AD71D}" dt="2023-08-18T07:23:49.485" v="5478" actId="14100"/>
          <ac:cxnSpMkLst>
            <pc:docMk/>
            <pc:sldMk cId="2477076035" sldId="852"/>
            <ac:cxnSpMk id="219" creationId="{FDC5A9EF-D2C3-67AD-2E41-EB00B90A1CCF}"/>
          </ac:cxnSpMkLst>
        </pc:cxnChg>
        <pc:cxnChg chg="add mod">
          <ac:chgData name="이민재" userId="f97f16f7-28a5-49bd-9e05-fb3ef63d7997" providerId="ADAL" clId="{AD15B2AE-202F-4F22-AAAF-E549846AD71D}" dt="2023-08-18T07:24:00.098" v="5486" actId="14100"/>
          <ac:cxnSpMkLst>
            <pc:docMk/>
            <pc:sldMk cId="2477076035" sldId="852"/>
            <ac:cxnSpMk id="222" creationId="{B74760F8-756B-BB12-3C22-4F9D187E1F9D}"/>
          </ac:cxnSpMkLst>
        </pc:cxnChg>
        <pc:cxnChg chg="add mod">
          <ac:chgData name="이민재" userId="f97f16f7-28a5-49bd-9e05-fb3ef63d7997" providerId="ADAL" clId="{AD15B2AE-202F-4F22-AAAF-E549846AD71D}" dt="2023-08-18T07:24:03" v="5488" actId="14100"/>
          <ac:cxnSpMkLst>
            <pc:docMk/>
            <pc:sldMk cId="2477076035" sldId="852"/>
            <ac:cxnSpMk id="223" creationId="{2154F50B-2872-B81E-30E4-39DDD30F75DF}"/>
          </ac:cxnSpMkLst>
        </pc:cxnChg>
        <pc:cxnChg chg="add mod">
          <ac:chgData name="이민재" userId="f97f16f7-28a5-49bd-9e05-fb3ef63d7997" providerId="ADAL" clId="{AD15B2AE-202F-4F22-AAAF-E549846AD71D}" dt="2023-08-18T07:24:14.887" v="5491" actId="1076"/>
          <ac:cxnSpMkLst>
            <pc:docMk/>
            <pc:sldMk cId="2477076035" sldId="852"/>
            <ac:cxnSpMk id="224" creationId="{744096FA-621F-68D6-D736-C3C0E990AE3E}"/>
          </ac:cxnSpMkLst>
        </pc:cxnChg>
      </pc:sldChg>
      <pc:sldChg chg="addSp delSp modSp new del mod">
        <pc:chgData name="이민재" userId="f97f16f7-28a5-49bd-9e05-fb3ef63d7997" providerId="ADAL" clId="{AD15B2AE-202F-4F22-AAAF-E549846AD71D}" dt="2023-08-18T07:49:33.990" v="6377" actId="47"/>
        <pc:sldMkLst>
          <pc:docMk/>
          <pc:sldMk cId="910228406" sldId="853"/>
        </pc:sldMkLst>
        <pc:spChg chg="del">
          <ac:chgData name="이민재" userId="f97f16f7-28a5-49bd-9e05-fb3ef63d7997" providerId="ADAL" clId="{AD15B2AE-202F-4F22-AAAF-E549846AD71D}" dt="2023-08-18T06:19:11.793" v="2809" actId="478"/>
          <ac:spMkLst>
            <pc:docMk/>
            <pc:sldMk cId="910228406" sldId="853"/>
            <ac:spMk id="2" creationId="{72CFB3D0-FDBD-99AF-53BE-563DA25D4BD8}"/>
          </ac:spMkLst>
        </pc:spChg>
        <pc:spChg chg="del">
          <ac:chgData name="이민재" userId="f97f16f7-28a5-49bd-9e05-fb3ef63d7997" providerId="ADAL" clId="{AD15B2AE-202F-4F22-AAAF-E549846AD71D}" dt="2023-08-18T06:19:10.826" v="2808" actId="478"/>
          <ac:spMkLst>
            <pc:docMk/>
            <pc:sldMk cId="910228406" sldId="853"/>
            <ac:spMk id="3" creationId="{D6E8B43F-CF63-B97B-BB77-520D452282F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5" creationId="{971D331D-D8C5-4788-2D5F-D4787C95899D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6" creationId="{F3C0C0AE-E3F2-A6A8-AFA6-23782D036953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7" creationId="{377B4875-2C33-1212-9E8C-016C94B0EB56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8" creationId="{06834975-772A-3728-F360-38B919D7663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9" creationId="{537EE8FF-5BA3-E7A8-DC3C-F007137210C1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0" creationId="{CD7CA728-D637-6C2C-70C3-5BC74BA01FDE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1" creationId="{73AA4E82-ED25-616E-296D-86A643757075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2" creationId="{6F4979DB-549F-23E4-80C0-CB58D88AC2E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3" creationId="{BEDB5F01-3DB5-5ED9-63D6-0DA134C2468D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4" creationId="{89D13465-91A1-7BE0-EA8D-A4E1AE16EBE4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5" creationId="{A0918D41-A067-383C-8A48-5B393ED703D7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6" creationId="{A3DB6054-B0EA-BDCE-C2D6-FFC00960AD60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7" creationId="{1357AA18-2212-FD3A-8013-4A25C92316CE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8" creationId="{97BFD75E-13E0-3CA0-EF11-170FEBB2F0D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9" creationId="{85265762-A2F1-EBE0-EA92-1D1F9DE6E5A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0" creationId="{CD669CBB-EA5E-F21A-E480-8CBF23113124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1" creationId="{F90BEAB6-E3F6-278B-01BE-E4178691BB29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2" creationId="{64DB962C-3380-C1F2-42B4-91C36164398C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3" creationId="{933BFC87-B0A3-4DC7-BD47-2B6550033492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4" creationId="{1B349590-9A4D-B992-C70B-BAEFEAC043B6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5" creationId="{52819E0A-DFF9-0A6F-39D4-3A3A97981D63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6" creationId="{5DCD7EA3-ECD6-ED41-72C7-110797782CC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7" creationId="{F1E0C9A8-540F-6698-B396-B68845457542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8" creationId="{0DF6C74E-0D83-B1DA-3EE5-FDE0B6DEF315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9" creationId="{D58E78A9-EA16-C596-D763-DE318336354A}"/>
          </ac:spMkLst>
        </pc:spChg>
        <pc:spChg chg="add mod">
          <ac:chgData name="이민재" userId="f97f16f7-28a5-49bd-9e05-fb3ef63d7997" providerId="ADAL" clId="{AD15B2AE-202F-4F22-AAAF-E549846AD71D}" dt="2023-08-18T06:19:17.077" v="2811"/>
          <ac:spMkLst>
            <pc:docMk/>
            <pc:sldMk cId="910228406" sldId="853"/>
            <ac:spMk id="30" creationId="{0099D6F2-368A-680F-0081-3376293795B1}"/>
          </ac:spMkLst>
        </pc:sp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1" creationId="{C9092BEF-F1AB-94F1-52F5-524FCA5EF1B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6" creationId="{00E3E043-443C-BA0D-94C1-3A1D64D07BA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7" creationId="{BAAB535E-452F-DBF6-B990-86DF1F98D77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11.993" v="2868" actId="21"/>
          <ac:graphicFrameMkLst>
            <pc:docMk/>
            <pc:sldMk cId="910228406" sldId="853"/>
            <ac:graphicFrameMk id="38" creationId="{853D4926-9A25-A902-E3DC-663D24E167C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49.318" v="2875" actId="21"/>
          <ac:graphicFrameMkLst>
            <pc:docMk/>
            <pc:sldMk cId="910228406" sldId="853"/>
            <ac:graphicFrameMk id="39" creationId="{8D30E01E-D7A3-1CB8-7104-0900BEEEBC7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0" creationId="{FEDA9970-34FE-3AB2-894B-1807A35EAA6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1" creationId="{FBEC6EAA-7B04-D9CC-6D3E-C869D4C8D418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42" creationId="{6DDF7D9C-9EDB-BC97-4D3D-2321A19BD29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43" creationId="{F4A5BB93-6607-0FDB-3B24-72D15349EC3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4" creationId="{CDED90E6-92DB-EABA-785C-D953DB0E553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5" creationId="{DE0232C1-1901-339F-AD28-BA87B705C87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6" creationId="{EBAB805F-15D5-559D-2201-02959C1F157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7" creationId="{6EA79668-1EF2-F235-4361-AAD4C9711C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8" creationId="{E45B7403-37EF-E299-9E2B-833DF1F51C5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9" creationId="{5AB3AAB9-1CCA-EDD9-737C-AB8EF056EE15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0" creationId="{F7968A04-D3EC-791A-9C3D-DA315277080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1" creationId="{6D6D4E7B-458C-03E7-8013-0289F2575E7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2" creationId="{9F87C6EE-1164-0E23-696F-DF2A504BCD1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3" creationId="{491BB812-13C9-7F22-3370-F4D23FE064C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4" creationId="{453F9E83-1B79-86A5-CF44-7E4F528E9824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5" creationId="{87D1ADC5-91C4-6273-A11D-A7888153CD7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11.993" v="2868" actId="21"/>
          <ac:graphicFrameMkLst>
            <pc:docMk/>
            <pc:sldMk cId="910228406" sldId="853"/>
            <ac:graphicFrameMk id="56" creationId="{CFA73780-C43F-A5B1-C68E-CD4D51331A3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49.318" v="2875" actId="21"/>
          <ac:graphicFrameMkLst>
            <pc:docMk/>
            <pc:sldMk cId="910228406" sldId="853"/>
            <ac:graphicFrameMk id="57" creationId="{9408C682-77BF-39B6-A093-5F1F274EE92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58" creationId="{885FC602-BB88-EC52-0E7E-72B8AB19859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59" creationId="{7C511D6F-83D0-09C8-55A3-CA0C4375245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0" creationId="{8A19FF90-C71E-22FD-0A53-9159B778C1D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1" creationId="{B6C2AAB6-C25B-DEB2-D10A-6ED5B1062D7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62" creationId="{C6353779-C6A3-ED43-DE5A-032FDFB708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63" creationId="{6B8FFF5F-150E-8A30-487D-BF8A523C157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4" creationId="{43BDCDFF-EF72-CA61-D66D-4032A1372524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5" creationId="{BA43A1A0-7E3C-8477-9E89-1943631F765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66" creationId="{064AA3EC-1CA4-EF6B-7A12-E59E75733BC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67" creationId="{CE3017F7-7794-B6FB-6486-D5BC54CE996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8" creationId="{B5C83724-B6DB-C1A9-DC53-4866474B4E8F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9" creationId="{6ACA5737-7BBF-62EB-4072-5BF6FE33740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70" creationId="{64B93E84-C0B6-51D9-17A6-47B8B100134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71" creationId="{FB19019C-1D51-8FA9-4B20-345117F472E8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72" creationId="{FC4F02CF-970B-82DB-49BF-4FE27F5DBEC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73" creationId="{DB7E5453-5531-454A-7408-F08889230C8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7:25:08.405" v="5503" actId="478"/>
          <ac:graphicFrameMkLst>
            <pc:docMk/>
            <pc:sldMk cId="910228406" sldId="853"/>
            <ac:graphicFrameMk id="74" creationId="{C2031A07-C07A-2208-31F3-8FD7548420A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6.836" v="5501" actId="478"/>
          <ac:graphicFrameMkLst>
            <pc:docMk/>
            <pc:sldMk cId="910228406" sldId="853"/>
            <ac:graphicFrameMk id="75" creationId="{FED2BE3B-F026-DFF9-3A8D-81D0CB925C6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5.828" v="5500" actId="478"/>
          <ac:graphicFrameMkLst>
            <pc:docMk/>
            <pc:sldMk cId="910228406" sldId="853"/>
            <ac:graphicFrameMk id="76" creationId="{95DD3E58-8D62-91F4-CF98-5482A88152D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4.901" v="5499" actId="478"/>
          <ac:graphicFrameMkLst>
            <pc:docMk/>
            <pc:sldMk cId="910228406" sldId="853"/>
            <ac:graphicFrameMk id="77" creationId="{D9E062FE-6839-D12A-897E-A06DE07294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2.284" v="5498" actId="478"/>
          <ac:graphicFrameMkLst>
            <pc:docMk/>
            <pc:sldMk cId="910228406" sldId="853"/>
            <ac:graphicFrameMk id="78" creationId="{FFF98528-8039-8F51-6D8E-FA805DABD7AB}"/>
          </ac:graphicFrameMkLst>
        </pc:graphicFrame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2" creationId="{5E22AA64-4CF3-9A90-FB91-45A120A1024C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3" creationId="{9770E0B7-15FF-4D48-5721-B79EEFC3EC79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4" creationId="{9DE4D48D-ED7D-A830-F0C1-8702377002B3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5" creationId="{C23A7990-CC64-D6E4-B7F9-61D4C97264C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79" creationId="{7E2EE13D-E82A-BB7F-B45D-9D5BE5AEA1AF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0" creationId="{EB122B0A-B760-E71E-3D00-9A6457B11B9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1" creationId="{890E0D98-A45C-8310-38CC-88E42B226B4E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2" creationId="{464743CD-2D5F-21BB-6240-810EBBC64A0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3" creationId="{C57F9D0F-0983-B2BA-4E5F-79FC8BE76C3A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4" creationId="{8BACC90A-6CF8-121E-9F9E-CFFAFE4FA544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5" creationId="{BF019E35-9B97-9737-E1F2-FD9942ABCE77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6" creationId="{02E1ECDC-367E-B88E-F4D2-96E09024E73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7" creationId="{95FB6678-C16D-5023-1138-045B24CFAE8C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8" creationId="{3FCD2500-259E-65CF-7AA6-FBD73E5327CF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9" creationId="{7A3E747B-9C8F-9B7F-DBFD-F598733B8AF6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0" creationId="{6C90B3A9-97A0-F8F3-823B-AE144793BB56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1" creationId="{7B6A32B4-2889-1FBE-60ED-DF99122F950B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2" creationId="{65C8716A-A595-E5D7-C736-37266E45162D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3" creationId="{B16F7A07-756D-3D7B-369D-837F4E23173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4" creationId="{2FBB8827-D73D-2FEE-BADF-FF1E0C75BD0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5" creationId="{D51003BF-AE09-03DE-16BD-A4504BA48199}"/>
          </ac:cxnSpMkLst>
        </pc:cxnChg>
      </pc:sldChg>
      <pc:sldChg chg="addSp delSp modSp add del mod">
        <pc:chgData name="이민재" userId="f97f16f7-28a5-49bd-9e05-fb3ef63d7997" providerId="ADAL" clId="{AD15B2AE-202F-4F22-AAAF-E549846AD71D}" dt="2023-08-18T07:49:33.153" v="6376" actId="47"/>
        <pc:sldMkLst>
          <pc:docMk/>
          <pc:sldMk cId="303259706" sldId="854"/>
        </pc:sldMkLst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2" creationId="{C42343C8-D2D3-4DD7-1BFA-F71408FB740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" creationId="{A96A4E7B-6613-0C26-D284-041E95C7BB2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8" creationId="{5F23CF41-58A3-C4DB-DC7D-D3787DE5FFC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9" creationId="{103DA3CA-D1F8-FD5E-6EDD-A87707A164D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40" creationId="{977C4EA5-5C36-6AA4-252B-05EAC20E07A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41" creationId="{8D3E8C0D-09E6-C318-CA5E-79DD79ECB4F2}"/>
          </ac:graphicFrameMkLst>
        </pc:graphicFrame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2" creationId="{5E22AA64-4CF3-9A90-FB91-45A120A1024C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3" creationId="{9770E0B7-15FF-4D48-5721-B79EEFC3EC79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4" creationId="{9DE4D48D-ED7D-A830-F0C1-8702377002B3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5" creationId="{C23A7990-CC64-D6E4-B7F9-61D4C97264C9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9:44:05.680" v="8996" actId="6549"/>
        <pc:sldMkLst>
          <pc:docMk/>
          <pc:sldMk cId="385689471" sldId="855"/>
        </pc:sldMkLst>
        <pc:spChg chg="mod">
          <ac:chgData name="이민재" userId="f97f16f7-28a5-49bd-9e05-fb3ef63d7997" providerId="ADAL" clId="{AD15B2AE-202F-4F22-AAAF-E549846AD71D}" dt="2023-08-18T06:25:43.341" v="2923"/>
          <ac:spMkLst>
            <pc:docMk/>
            <pc:sldMk cId="385689471" sldId="855"/>
            <ac:spMk id="2" creationId="{4AC043B9-2AEC-09D8-8F31-78993B45E18B}"/>
          </ac:spMkLst>
        </pc:spChg>
        <pc:spChg chg="mod">
          <ac:chgData name="이민재" userId="f97f16f7-28a5-49bd-9e05-fb3ef63d7997" providerId="ADAL" clId="{AD15B2AE-202F-4F22-AAAF-E549846AD71D}" dt="2023-08-18T08:35:13.959" v="7629" actId="6549"/>
          <ac:spMkLst>
            <pc:docMk/>
            <pc:sldMk cId="385689471" sldId="855"/>
            <ac:spMk id="3" creationId="{B56778F9-12E2-C549-7D93-A44A8B872850}"/>
          </ac:spMkLst>
        </pc:spChg>
        <pc:spChg chg="add mod">
          <ac:chgData name="이민재" userId="f97f16f7-28a5-49bd-9e05-fb3ef63d7997" providerId="ADAL" clId="{AD15B2AE-202F-4F22-AAAF-E549846AD71D}" dt="2023-08-18T08:15:08.525" v="6655" actId="692"/>
          <ac:spMkLst>
            <pc:docMk/>
            <pc:sldMk cId="385689471" sldId="855"/>
            <ac:spMk id="5" creationId="{2E323D5C-B1DC-7249-D006-1F7ABBB8ACAF}"/>
          </ac:spMkLst>
        </pc:spChg>
        <pc:spChg chg="add del mod">
          <ac:chgData name="이민재" userId="f97f16f7-28a5-49bd-9e05-fb3ef63d7997" providerId="ADAL" clId="{AD15B2AE-202F-4F22-AAAF-E549846AD71D}" dt="2023-08-18T08:13:06.525" v="6558" actId="21"/>
          <ac:spMkLst>
            <pc:docMk/>
            <pc:sldMk cId="385689471" sldId="855"/>
            <ac:spMk id="6" creationId="{21447089-01BE-9FA8-9FCA-80F64CFD711F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7" creationId="{DCAC68A8-FEC4-D913-B0B3-6C83EF7764DF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8" creationId="{2C18DA2A-99A3-C66F-04F8-898B742633A7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12" creationId="{C67A8F40-4F46-BBD6-E5ED-FACD5A2AD923}"/>
          </ac:spMkLst>
        </pc:spChg>
        <pc:spChg chg="add mod">
          <ac:chgData name="이민재" userId="f97f16f7-28a5-49bd-9e05-fb3ef63d7997" providerId="ADAL" clId="{AD15B2AE-202F-4F22-AAAF-E549846AD71D}" dt="2023-08-18T08:27:05.755" v="7268" actId="1038"/>
          <ac:spMkLst>
            <pc:docMk/>
            <pc:sldMk cId="385689471" sldId="855"/>
            <ac:spMk id="13" creationId="{DC451D55-A861-21DA-A138-047D66EC481B}"/>
          </ac:spMkLst>
        </pc:spChg>
        <pc:spChg chg="add mod">
          <ac:chgData name="이민재" userId="f97f16f7-28a5-49bd-9e05-fb3ef63d7997" providerId="ADAL" clId="{AD15B2AE-202F-4F22-AAAF-E549846AD71D}" dt="2023-08-18T08:27:05.755" v="7268" actId="1038"/>
          <ac:spMkLst>
            <pc:docMk/>
            <pc:sldMk cId="385689471" sldId="855"/>
            <ac:spMk id="14" creationId="{6DF39686-93CD-BC5D-677B-3BEC5AEC62A4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17" creationId="{079211C8-9E77-F3C2-8F45-6B9119DF77C8}"/>
          </ac:spMkLst>
        </pc:spChg>
        <pc:spChg chg="add mod">
          <ac:chgData name="이민재" userId="f97f16f7-28a5-49bd-9e05-fb3ef63d7997" providerId="ADAL" clId="{AD15B2AE-202F-4F22-AAAF-E549846AD71D}" dt="2023-08-18T08:23:49.194" v="7065" actId="14100"/>
          <ac:spMkLst>
            <pc:docMk/>
            <pc:sldMk cId="385689471" sldId="855"/>
            <ac:spMk id="18" creationId="{ED69B028-C9A1-8461-D5E4-944A28F00087}"/>
          </ac:spMkLst>
        </pc:spChg>
        <pc:spChg chg="add mod">
          <ac:chgData name="이민재" userId="f97f16f7-28a5-49bd-9e05-fb3ef63d7997" providerId="ADAL" clId="{AD15B2AE-202F-4F22-AAAF-E549846AD71D}" dt="2023-08-18T08:23:52.391" v="7075" actId="1035"/>
          <ac:spMkLst>
            <pc:docMk/>
            <pc:sldMk cId="385689471" sldId="855"/>
            <ac:spMk id="19" creationId="{DC277F94-D180-351C-0E21-6916DCE43628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0" creationId="{11A41D80-07F5-F895-C300-682B5209D92F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1" creationId="{B5706641-C513-44FD-C301-4C30A5E9E8A4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3" creationId="{AEFDD7FC-394E-F34B-DA70-0750D382A4CF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5" creationId="{CB4048FB-54A1-2A23-9633-FDAB9B994A95}"/>
          </ac:spMkLst>
        </pc:spChg>
        <pc:spChg chg="add mod">
          <ac:chgData name="이민재" userId="f97f16f7-28a5-49bd-9e05-fb3ef63d7997" providerId="ADAL" clId="{AD15B2AE-202F-4F22-AAAF-E549846AD71D}" dt="2023-08-18T09:44:05.680" v="8996" actId="6549"/>
          <ac:spMkLst>
            <pc:docMk/>
            <pc:sldMk cId="385689471" sldId="855"/>
            <ac:spMk id="28" creationId="{B6DFD408-20F5-5A7E-6BC4-F474C6A47363}"/>
          </ac:spMkLst>
        </pc:spChg>
        <pc:spChg chg="add del mod">
          <ac:chgData name="이민재" userId="f97f16f7-28a5-49bd-9e05-fb3ef63d7997" providerId="ADAL" clId="{AD15B2AE-202F-4F22-AAAF-E549846AD71D}" dt="2023-08-18T08:28:26.068" v="7346" actId="478"/>
          <ac:spMkLst>
            <pc:docMk/>
            <pc:sldMk cId="385689471" sldId="855"/>
            <ac:spMk id="29" creationId="{4F14D7A6-1134-4BCF-23EC-5AB055D1255F}"/>
          </ac:spMkLst>
        </pc:spChg>
        <pc:spChg chg="add mod">
          <ac:chgData name="이민재" userId="f97f16f7-28a5-49bd-9e05-fb3ef63d7997" providerId="ADAL" clId="{AD15B2AE-202F-4F22-AAAF-E549846AD71D}" dt="2023-08-18T08:28:37.812" v="7350" actId="1076"/>
          <ac:spMkLst>
            <pc:docMk/>
            <pc:sldMk cId="385689471" sldId="855"/>
            <ac:spMk id="30" creationId="{1CE306A1-940C-D2D9-CBCA-8709F7BEE9D7}"/>
          </ac:spMkLst>
        </pc:spChg>
        <pc:cxnChg chg="add del mod">
          <ac:chgData name="이민재" userId="f97f16f7-28a5-49bd-9e05-fb3ef63d7997" providerId="ADAL" clId="{AD15B2AE-202F-4F22-AAAF-E549846AD71D}" dt="2023-08-18T08:23:26.636" v="7024" actId="21"/>
          <ac:cxnSpMkLst>
            <pc:docMk/>
            <pc:sldMk cId="385689471" sldId="855"/>
            <ac:cxnSpMk id="10" creationId="{91479B27-0E85-11F8-F1BA-7712F20CD577}"/>
          </ac:cxnSpMkLst>
        </pc:cxnChg>
        <pc:cxnChg chg="add del mod">
          <ac:chgData name="이민재" userId="f97f16f7-28a5-49bd-9e05-fb3ef63d7997" providerId="ADAL" clId="{AD15B2AE-202F-4F22-AAAF-E549846AD71D}" dt="2023-08-18T08:23:26.636" v="7024" actId="21"/>
          <ac:cxnSpMkLst>
            <pc:docMk/>
            <pc:sldMk cId="385689471" sldId="855"/>
            <ac:cxnSpMk id="15" creationId="{0C1E9A20-3019-EEAC-6AB8-C87CA18D5449}"/>
          </ac:cxnSpMkLst>
        </pc:cxnChg>
        <pc:cxnChg chg="add mod">
          <ac:chgData name="이민재" userId="f97f16f7-28a5-49bd-9e05-fb3ef63d7997" providerId="ADAL" clId="{AD15B2AE-202F-4F22-AAAF-E549846AD71D}" dt="2023-08-18T08:23:26.996" v="7025"/>
          <ac:cxnSpMkLst>
            <pc:docMk/>
            <pc:sldMk cId="385689471" sldId="855"/>
            <ac:cxnSpMk id="22" creationId="{9D4E57FF-79AA-F752-F11F-B2823F28B200}"/>
          </ac:cxnSpMkLst>
        </pc:cxnChg>
        <pc:cxnChg chg="add mod">
          <ac:chgData name="이민재" userId="f97f16f7-28a5-49bd-9e05-fb3ef63d7997" providerId="ADAL" clId="{AD15B2AE-202F-4F22-AAAF-E549846AD71D}" dt="2023-08-18T08:23:26.996" v="7025"/>
          <ac:cxnSpMkLst>
            <pc:docMk/>
            <pc:sldMk cId="385689471" sldId="855"/>
            <ac:cxnSpMk id="24" creationId="{FD1BC2F5-23D3-737E-5DE3-5F4C92F9C1FD}"/>
          </ac:cxnSpMkLst>
        </pc:cxnChg>
        <pc:cxnChg chg="add mod">
          <ac:chgData name="이민재" userId="f97f16f7-28a5-49bd-9e05-fb3ef63d7997" providerId="ADAL" clId="{AD15B2AE-202F-4F22-AAAF-E549846AD71D}" dt="2023-08-18T08:27:05.755" v="7268" actId="1038"/>
          <ac:cxnSpMkLst>
            <pc:docMk/>
            <pc:sldMk cId="385689471" sldId="855"/>
            <ac:cxnSpMk id="26" creationId="{DE7F3D2A-A022-2B09-FF11-EE755C915983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1:58.682" v="5993"/>
        <pc:sldMkLst>
          <pc:docMk/>
          <pc:sldMk cId="2680590740" sldId="856"/>
        </pc:sldMkLst>
        <pc:spChg chg="mod">
          <ac:chgData name="이민재" userId="f97f16f7-28a5-49bd-9e05-fb3ef63d7997" providerId="ADAL" clId="{AD15B2AE-202F-4F22-AAAF-E549846AD71D}" dt="2023-08-18T07:40:35.652" v="5962"/>
          <ac:spMkLst>
            <pc:docMk/>
            <pc:sldMk cId="2680590740" sldId="856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1:58.682" v="5993"/>
          <ac:spMkLst>
            <pc:docMk/>
            <pc:sldMk cId="2680590740" sldId="856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35.410" v="5741" actId="14100"/>
          <ac:spMkLst>
            <pc:docMk/>
            <pc:sldMk cId="2680590740" sldId="856"/>
            <ac:spMk id="29" creationId="{8505DFDD-C976-E9D1-70DC-5F79F62C6C65}"/>
          </ac:spMkLst>
        </pc:spChg>
        <pc:spChg chg="add del mod">
          <ac:chgData name="이민재" userId="f97f16f7-28a5-49bd-9e05-fb3ef63d7997" providerId="ADAL" clId="{AD15B2AE-202F-4F22-AAAF-E549846AD71D}" dt="2023-08-18T07:34:39.426" v="5744" actId="478"/>
          <ac:spMkLst>
            <pc:docMk/>
            <pc:sldMk cId="2680590740" sldId="856"/>
            <ac:spMk id="30" creationId="{4AF0F6BD-3145-1FD2-AB92-61F2D978B2BB}"/>
          </ac:spMkLst>
        </pc:spChg>
        <pc:spChg chg="add mod">
          <ac:chgData name="이민재" userId="f97f16f7-28a5-49bd-9e05-fb3ef63d7997" providerId="ADAL" clId="{AD15B2AE-202F-4F22-AAAF-E549846AD71D}" dt="2023-08-18T07:36:40.890" v="5752" actId="14100"/>
          <ac:spMkLst>
            <pc:docMk/>
            <pc:sldMk cId="2680590740" sldId="856"/>
            <ac:spMk id="31" creationId="{A0E2AFF2-610F-CF27-41B1-06BBF6B01D2D}"/>
          </ac:spMkLst>
        </pc:spChg>
        <pc:graphicFrameChg chg="add del mod">
          <ac:chgData name="이민재" userId="f97f16f7-28a5-49bd-9e05-fb3ef63d7997" providerId="ADAL" clId="{AD15B2AE-202F-4F22-AAAF-E549846AD71D}" dt="2023-08-18T07:25:29.519" v="5515" actId="478"/>
          <ac:graphicFrameMkLst>
            <pc:docMk/>
            <pc:sldMk cId="2680590740" sldId="856"/>
            <ac:graphicFrameMk id="4" creationId="{8B28FEE1-B29A-43F6-8D05-CF911D6F4E4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8.051" v="5514" actId="478"/>
          <ac:graphicFrameMkLst>
            <pc:docMk/>
            <pc:sldMk cId="2680590740" sldId="856"/>
            <ac:graphicFrameMk id="5" creationId="{F2DACF21-BA2D-7C48-9693-EB38B8F690D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6.766" v="5513" actId="478"/>
          <ac:graphicFrameMkLst>
            <pc:docMk/>
            <pc:sldMk cId="2680590740" sldId="856"/>
            <ac:graphicFrameMk id="6" creationId="{2F1C079D-795B-520D-4542-2C101BF04C2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5.551" v="5512" actId="478"/>
          <ac:graphicFrameMkLst>
            <pc:docMk/>
            <pc:sldMk cId="2680590740" sldId="856"/>
            <ac:graphicFrameMk id="7" creationId="{A4972399-C23D-D2E1-5425-E4C8D7746ED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4.423" v="5511" actId="478"/>
          <ac:graphicFrameMkLst>
            <pc:docMk/>
            <pc:sldMk cId="2680590740" sldId="856"/>
            <ac:graphicFrameMk id="8" creationId="{763E8F36-CA19-67A2-E5BA-09CB94A1324C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5.436" v="5731"/>
          <ac:graphicFrameMkLst>
            <pc:docMk/>
            <pc:sldMk cId="2680590740" sldId="856"/>
            <ac:graphicFrameMk id="26" creationId="{6A44BCA1-DBE3-F52B-4B23-84C74F03CC4B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5.436" v="5731"/>
          <ac:graphicFrameMkLst>
            <pc:docMk/>
            <pc:sldMk cId="2680590740" sldId="856"/>
            <ac:graphicFrameMk id="27" creationId="{94AE3CD6-D7DA-0A31-6154-D48712388F1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34:38.486" v="5743" actId="478"/>
          <ac:graphicFrameMkLst>
            <pc:docMk/>
            <pc:sldMk cId="2680590740" sldId="856"/>
            <ac:graphicFrameMk id="28" creationId="{1B3E6E0A-0E70-AAE0-1EAF-475AB95E2B4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39.888" v="5238" actId="207"/>
          <ac:graphicFrameMkLst>
            <pc:docMk/>
            <pc:sldMk cId="2680590740" sldId="856"/>
            <ac:graphicFrameMk id="43" creationId="{A8E03339-CEB2-B94B-931C-4E6DC8CCA3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37.826" v="5236" actId="207"/>
          <ac:graphicFrameMkLst>
            <pc:docMk/>
            <pc:sldMk cId="2680590740" sldId="856"/>
            <ac:graphicFrameMk id="44" creationId="{7ECBAC12-09F5-4B9B-3150-29DEEE88B09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1.834" v="5261" actId="207"/>
          <ac:graphicFrameMkLst>
            <pc:docMk/>
            <pc:sldMk cId="2680590740" sldId="856"/>
            <ac:graphicFrameMk id="45" creationId="{1E2EEB21-D120-7055-A2F8-6F55E16F3DC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4.512" v="5263" actId="207"/>
          <ac:graphicFrameMkLst>
            <pc:docMk/>
            <pc:sldMk cId="2680590740" sldId="856"/>
            <ac:graphicFrameMk id="72" creationId="{A483E17F-8523-E324-E17B-0B7496A5A18B}"/>
          </ac:graphicFrameMkLst>
        </pc:graphicFrameChg>
        <pc:graphicFrameChg chg="del">
          <ac:chgData name="이민재" userId="f97f16f7-28a5-49bd-9e05-fb3ef63d7997" providerId="ADAL" clId="{AD15B2AE-202F-4F22-AAAF-E549846AD71D}" dt="2023-08-18T07:31:44.426" v="5701" actId="478"/>
          <ac:graphicFrameMkLst>
            <pc:docMk/>
            <pc:sldMk cId="2680590740" sldId="856"/>
            <ac:graphicFrameMk id="117" creationId="{F90A1F38-FDFB-C455-DCDA-9A0D0B6393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9.771" v="5294" actId="207"/>
          <ac:graphicFrameMkLst>
            <pc:docMk/>
            <pc:sldMk cId="2680590740" sldId="856"/>
            <ac:graphicFrameMk id="119" creationId="{EF711BCA-0956-BCA5-4EA8-904641BC10B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3.791" v="5296" actId="207"/>
          <ac:graphicFrameMkLst>
            <pc:docMk/>
            <pc:sldMk cId="2680590740" sldId="856"/>
            <ac:graphicFrameMk id="120" creationId="{F3F5E7BA-A606-32B4-679E-A9B46EA2FB6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6.407" v="5298" actId="207"/>
          <ac:graphicFrameMkLst>
            <pc:docMk/>
            <pc:sldMk cId="2680590740" sldId="856"/>
            <ac:graphicFrameMk id="121" creationId="{7DB73EEF-939E-FDD1-7C96-192CC14FF91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9.220" v="5300" actId="207"/>
          <ac:graphicFrameMkLst>
            <pc:docMk/>
            <pc:sldMk cId="2680590740" sldId="856"/>
            <ac:graphicFrameMk id="122" creationId="{CBEAA23E-E601-617C-8E24-F77FF2F5F60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1.974" v="5302" actId="207"/>
          <ac:graphicFrameMkLst>
            <pc:docMk/>
            <pc:sldMk cId="2680590740" sldId="856"/>
            <ac:graphicFrameMk id="123" creationId="{D1CCFEAA-6424-FD8E-6B4D-B0134F0B02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2.604" v="5241" actId="207"/>
          <ac:graphicFrameMkLst>
            <pc:docMk/>
            <pc:sldMk cId="2680590740" sldId="856"/>
            <ac:graphicFrameMk id="124" creationId="{F26D9CB1-6FD2-0ECC-E0E8-8781B97D290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7.107" v="5266" actId="207"/>
          <ac:graphicFrameMkLst>
            <pc:docMk/>
            <pc:sldMk cId="2680590740" sldId="856"/>
            <ac:graphicFrameMk id="125" creationId="{DBB52E6B-BFC1-4857-08F5-068A882519F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3.523" v="5290" actId="207"/>
          <ac:graphicFrameMkLst>
            <pc:docMk/>
            <pc:sldMk cId="2680590740" sldId="856"/>
            <ac:graphicFrameMk id="126" creationId="{1E74AC56-5DC3-0A8D-5264-A9D06A42CA2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4.566" v="5243" actId="207"/>
          <ac:graphicFrameMkLst>
            <pc:docMk/>
            <pc:sldMk cId="2680590740" sldId="856"/>
            <ac:graphicFrameMk id="127" creationId="{C31A5D90-0D14-7DCA-A08A-6DD31F7920A7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9.597" v="5268" actId="207"/>
          <ac:graphicFrameMkLst>
            <pc:docMk/>
            <pc:sldMk cId="2680590740" sldId="856"/>
            <ac:graphicFrameMk id="128" creationId="{CF1557FB-A9D7-F925-B1F6-51F4FE4732C6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6.141" v="5292" actId="207"/>
          <ac:graphicFrameMkLst>
            <pc:docMk/>
            <pc:sldMk cId="2680590740" sldId="856"/>
            <ac:graphicFrameMk id="129" creationId="{F0A8008C-C75D-1FF7-F58A-0AE85F6441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4.291" v="5304" actId="207"/>
          <ac:graphicFrameMkLst>
            <pc:docMk/>
            <pc:sldMk cId="2680590740" sldId="856"/>
            <ac:graphicFrameMk id="130" creationId="{816C51FC-4CA7-1482-188A-2FEFF85C63F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6.947" v="5246" actId="207"/>
          <ac:graphicFrameMkLst>
            <pc:docMk/>
            <pc:sldMk cId="2680590740" sldId="856"/>
            <ac:graphicFrameMk id="153" creationId="{2CC85E0B-F953-86FB-6C5E-540E62C8327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8.920" v="5248" actId="207"/>
          <ac:graphicFrameMkLst>
            <pc:docMk/>
            <pc:sldMk cId="2680590740" sldId="856"/>
            <ac:graphicFrameMk id="155" creationId="{0CD949D0-3456-1735-863A-FC71840F1E3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4.154" v="5253" actId="207"/>
          <ac:graphicFrameMkLst>
            <pc:docMk/>
            <pc:sldMk cId="2680590740" sldId="856"/>
            <ac:graphicFrameMk id="159" creationId="{231CFF05-D681-6560-AB0F-193B67E71370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8.759" v="5258" actId="207"/>
          <ac:graphicFrameMkLst>
            <pc:docMk/>
            <pc:sldMk cId="2680590740" sldId="856"/>
            <ac:graphicFrameMk id="160" creationId="{2B2161C9-CFCA-7847-005B-906E2AD4E1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5.072" v="5273" actId="207"/>
          <ac:graphicFrameMkLst>
            <pc:docMk/>
            <pc:sldMk cId="2680590740" sldId="856"/>
            <ac:graphicFrameMk id="164" creationId="{63C4567C-3191-9664-C1BD-5FC4CD7DC092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0.726" v="5288" actId="207"/>
          <ac:graphicFrameMkLst>
            <pc:docMk/>
            <pc:sldMk cId="2680590740" sldId="856"/>
            <ac:graphicFrameMk id="165" creationId="{19296813-278C-3564-1178-EFDE82F3B65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9.789" v="5308" actId="207"/>
          <ac:graphicFrameMkLst>
            <pc:docMk/>
            <pc:sldMk cId="2680590740" sldId="856"/>
            <ac:graphicFrameMk id="166" creationId="{F0E6CF18-97F6-5D9F-B467-54D1A0E8F7A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9.580" v="5278" actId="207"/>
          <ac:graphicFrameMkLst>
            <pc:docMk/>
            <pc:sldMk cId="2680590740" sldId="856"/>
            <ac:graphicFrameMk id="167" creationId="{2D48A376-7596-FF40-888C-B162DC39DCF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7.243" v="5314" actId="207"/>
          <ac:graphicFrameMkLst>
            <pc:docMk/>
            <pc:sldMk cId="2680590740" sldId="856"/>
            <ac:graphicFrameMk id="168" creationId="{2FE503F4-2B3C-7D43-AD4F-BAB57A464335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4.461" v="5312" actId="207"/>
          <ac:graphicFrameMkLst>
            <pc:docMk/>
            <pc:sldMk cId="2680590740" sldId="856"/>
            <ac:graphicFrameMk id="169" creationId="{9184C5EE-2295-0460-1C53-C7D6178D7BD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4.763" v="5284" actId="207"/>
          <ac:graphicFrameMkLst>
            <pc:docMk/>
            <pc:sldMk cId="2680590740" sldId="856"/>
            <ac:graphicFrameMk id="170" creationId="{1846650A-7647-BCA5-E76B-7C661D5943C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5.442" v="5320" actId="207"/>
          <ac:graphicFrameMkLst>
            <pc:docMk/>
            <pc:sldMk cId="2680590740" sldId="856"/>
            <ac:graphicFrameMk id="171" creationId="{DCDFEB13-6BA7-3F95-8F6C-6D74316DD48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20.414" v="5324" actId="207"/>
          <ac:graphicFrameMkLst>
            <pc:docMk/>
            <pc:sldMk cId="2680590740" sldId="856"/>
            <ac:graphicFrameMk id="172" creationId="{E04B5694-7D96-E26B-7C4F-3721317AFB37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2.208" v="5271" actId="207"/>
          <ac:graphicFrameMkLst>
            <pc:docMk/>
            <pc:sldMk cId="2680590740" sldId="856"/>
            <ac:graphicFrameMk id="173" creationId="{968DC98B-5D85-CA2D-6624-E94A542041F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1.267" v="5251" actId="207"/>
          <ac:graphicFrameMkLst>
            <pc:docMk/>
            <pc:sldMk cId="2680590740" sldId="856"/>
            <ac:graphicFrameMk id="174" creationId="{CD4F831A-B37C-20B4-E08F-02D584CAD5F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7.875" v="5286" actId="207"/>
          <ac:graphicFrameMkLst>
            <pc:docMk/>
            <pc:sldMk cId="2680590740" sldId="856"/>
            <ac:graphicFrameMk id="175" creationId="{25912267-BA4D-267F-5D8B-4DFAB85CA53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7.495" v="5276" actId="207"/>
          <ac:graphicFrameMkLst>
            <pc:docMk/>
            <pc:sldMk cId="2680590740" sldId="856"/>
            <ac:graphicFrameMk id="176" creationId="{2599653A-A58C-EA12-6E61-478793F80C7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6.516" v="5256" actId="207"/>
          <ac:graphicFrameMkLst>
            <pc:docMk/>
            <pc:sldMk cId="2680590740" sldId="856"/>
            <ac:graphicFrameMk id="177" creationId="{569A1CB0-0CB2-8605-1FA5-5F5E1896DC5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7.571" v="5322" actId="207"/>
          <ac:graphicFrameMkLst>
            <pc:docMk/>
            <pc:sldMk cId="2680590740" sldId="856"/>
            <ac:graphicFrameMk id="178" creationId="{84472F98-39EF-B52A-C326-2070457D89F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2.398" v="5310" actId="207"/>
          <ac:graphicFrameMkLst>
            <pc:docMk/>
            <pc:sldMk cId="2680590740" sldId="856"/>
            <ac:graphicFrameMk id="179" creationId="{665D95C1-9763-6AC0-2E2E-78D50CCC997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7.096" v="5306" actId="207"/>
          <ac:graphicFrameMkLst>
            <pc:docMk/>
            <pc:sldMk cId="2680590740" sldId="856"/>
            <ac:graphicFrameMk id="180" creationId="{9C41A556-7B64-CCAE-389A-0D009438CA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9.696" v="5316" actId="207"/>
          <ac:graphicFrameMkLst>
            <pc:docMk/>
            <pc:sldMk cId="2680590740" sldId="856"/>
            <ac:graphicFrameMk id="184" creationId="{9F87B5E0-F889-09BB-B1D3-4AA64A85EFA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2.851" v="5282" actId="207"/>
          <ac:graphicFrameMkLst>
            <pc:docMk/>
            <pc:sldMk cId="2680590740" sldId="856"/>
            <ac:graphicFrameMk id="185" creationId="{E8E4131B-3586-15EE-CD90-886958E2EFC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3.041" v="5318" actId="207"/>
          <ac:graphicFrameMkLst>
            <pc:docMk/>
            <pc:sldMk cId="2680590740" sldId="856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0.604" v="5330" actId="207"/>
          <ac:graphicFrameMkLst>
            <pc:docMk/>
            <pc:sldMk cId="2680590740" sldId="856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2.809" v="5331" actId="207"/>
          <ac:graphicFrameMkLst>
            <pc:docMk/>
            <pc:sldMk cId="2680590740" sldId="856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4.917" v="5332" actId="207"/>
          <ac:graphicFrameMkLst>
            <pc:docMk/>
            <pc:sldMk cId="2680590740" sldId="856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7.099" v="5333" actId="207"/>
          <ac:graphicFrameMkLst>
            <pc:docMk/>
            <pc:sldMk cId="2680590740" sldId="856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9.064" v="5334" actId="207"/>
          <ac:graphicFrameMkLst>
            <pc:docMk/>
            <pc:sldMk cId="2680590740" sldId="856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9" creationId="{4161650A-19EC-0FA5-EB00-0150D9DCAEE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0" creationId="{5A855298-2F38-3595-3252-75E28F6FEAD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1" creationId="{5C42059F-F395-7BB9-14F6-BFE7D2691A2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2" creationId="{002072C2-D141-37AF-072E-21FCD3E81219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3" creationId="{06E79047-F1A4-C038-4DD7-6DDCDF29038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4" creationId="{272416F6-5ED2-E5A2-ECD7-7FFEF23C444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5" creationId="{D3297A0E-3E5D-0B44-8E53-A56634D99424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6" creationId="{8CE20BA8-5F08-E9FB-B3EE-6D5F8AA83640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7" creationId="{80B39116-0E08-D571-35DB-50CBF08EBDA4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8" creationId="{04A2E655-BEF0-CCDC-D032-6923E98DB81F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9" creationId="{91BBB022-ED28-3AD6-5412-596ABB6D3582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0" creationId="{7C1D96C5-B274-B968-8117-C60F2F07970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1" creationId="{2AE28BF3-4F5A-B524-CBA0-2DE7624878B6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2" creationId="{5E0A9FBA-3896-2655-6F47-8714EF59850F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3" creationId="{F49A7D87-605D-193B-5C79-5B6609169E3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4" creationId="{438B2C9D-33F5-6A9F-62AD-EFE0FF1F5A1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5" creationId="{BA5D6D9F-F0E7-ED90-29B9-24D730FFCC38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1:56.943" v="5992"/>
        <pc:sldMkLst>
          <pc:docMk/>
          <pc:sldMk cId="1626888896" sldId="857"/>
        </pc:sldMkLst>
        <pc:spChg chg="mod">
          <ac:chgData name="이민재" userId="f97f16f7-28a5-49bd-9e05-fb3ef63d7997" providerId="ADAL" clId="{AD15B2AE-202F-4F22-AAAF-E549846AD71D}" dt="2023-08-18T07:10:31.536" v="5185"/>
          <ac:spMkLst>
            <pc:docMk/>
            <pc:sldMk cId="1626888896" sldId="857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1:56.943" v="5992"/>
          <ac:spMkLst>
            <pc:docMk/>
            <pc:sldMk cId="1626888896" sldId="857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31.180" v="5740" actId="14100"/>
          <ac:spMkLst>
            <pc:docMk/>
            <pc:sldMk cId="1626888896" sldId="857"/>
            <ac:spMk id="29" creationId="{B109F603-07CA-1FE6-3B0C-75C17EDB92D0}"/>
          </ac:spMkLst>
        </pc:spChg>
        <pc:spChg chg="add del mod">
          <ac:chgData name="이민재" userId="f97f16f7-28a5-49bd-9e05-fb3ef63d7997" providerId="ADAL" clId="{AD15B2AE-202F-4F22-AAAF-E549846AD71D}" dt="2023-08-18T07:34:41.731" v="5745" actId="478"/>
          <ac:spMkLst>
            <pc:docMk/>
            <pc:sldMk cId="1626888896" sldId="857"/>
            <ac:spMk id="30" creationId="{8ADFBF3E-B908-9934-3778-920AAAECEAE8}"/>
          </ac:spMkLst>
        </pc:spChg>
        <pc:spChg chg="add mod">
          <ac:chgData name="이민재" userId="f97f16f7-28a5-49bd-9e05-fb3ef63d7997" providerId="ADAL" clId="{AD15B2AE-202F-4F22-AAAF-E549846AD71D}" dt="2023-08-18T07:35:06.086" v="5748" actId="14100"/>
          <ac:spMkLst>
            <pc:docMk/>
            <pc:sldMk cId="1626888896" sldId="857"/>
            <ac:spMk id="31" creationId="{CC1F2758-1D6F-8BFF-7590-28AA8FC60DD8}"/>
          </ac:spMkLst>
        </pc:spChg>
        <pc:graphicFrameChg chg="add del mod">
          <ac:chgData name="이민재" userId="f97f16f7-28a5-49bd-9e05-fb3ef63d7997" providerId="ADAL" clId="{AD15B2AE-202F-4F22-AAAF-E549846AD71D}" dt="2023-08-18T07:25:11.933" v="5504" actId="478"/>
          <ac:graphicFrameMkLst>
            <pc:docMk/>
            <pc:sldMk cId="1626888896" sldId="857"/>
            <ac:graphicFrameMk id="4" creationId="{88702781-9314-1000-9948-3FA8185482F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3.365" v="5505" actId="478"/>
          <ac:graphicFrameMkLst>
            <pc:docMk/>
            <pc:sldMk cId="1626888896" sldId="857"/>
            <ac:graphicFrameMk id="5" creationId="{7785EE6B-2AF0-78A2-8E54-D489BE1E07E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4.590" v="5506" actId="478"/>
          <ac:graphicFrameMkLst>
            <pc:docMk/>
            <pc:sldMk cId="1626888896" sldId="857"/>
            <ac:graphicFrameMk id="6" creationId="{BC162AAF-BE67-4003-A5AD-CB34B8A3A0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6.382" v="5507" actId="478"/>
          <ac:graphicFrameMkLst>
            <pc:docMk/>
            <pc:sldMk cId="1626888896" sldId="857"/>
            <ac:graphicFrameMk id="7" creationId="{6290990E-7566-33B0-16D8-4EBBC2A9DC1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7.710" v="5508" actId="478"/>
          <ac:graphicFrameMkLst>
            <pc:docMk/>
            <pc:sldMk cId="1626888896" sldId="857"/>
            <ac:graphicFrameMk id="8" creationId="{EE847F68-EF0E-CEC6-1674-51BFEA30710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6" creationId="{94243B6F-352C-BEEF-CC5F-EDA0B707C215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7" creationId="{7A272554-44D4-1035-BF92-CEBA7391FA6E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8" creationId="{5B0C76D2-313E-A166-FF0C-D541D3375FF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1.323" v="5106" actId="207"/>
          <ac:graphicFrameMkLst>
            <pc:docMk/>
            <pc:sldMk cId="1626888896" sldId="857"/>
            <ac:graphicFrameMk id="43" creationId="{A8E03339-CEB2-B94B-931C-4E6DC8CCA3C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11.343" v="5101" actId="207"/>
          <ac:graphicFrameMkLst>
            <pc:docMk/>
            <pc:sldMk cId="1626888896" sldId="857"/>
            <ac:graphicFrameMk id="44" creationId="{7ECBAC12-09F5-4B9B-3150-29DEEE88B09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16.320" v="5103" actId="207"/>
          <ac:graphicFrameMkLst>
            <pc:docMk/>
            <pc:sldMk cId="1626888896" sldId="857"/>
            <ac:graphicFrameMk id="45" creationId="{1E2EEB21-D120-7055-A2F8-6F55E16F3DCD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6.843" v="5108" actId="207"/>
          <ac:graphicFrameMkLst>
            <pc:docMk/>
            <pc:sldMk cId="1626888896" sldId="857"/>
            <ac:graphicFrameMk id="72" creationId="{A483E17F-8523-E324-E17B-0B7496A5A18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20.315" v="5104" actId="207"/>
          <ac:graphicFrameMkLst>
            <pc:docMk/>
            <pc:sldMk cId="1626888896" sldId="857"/>
            <ac:graphicFrameMk id="119" creationId="{EF711BCA-0956-BCA5-4EA8-904641BC10B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9.755" v="5109" actId="207"/>
          <ac:graphicFrameMkLst>
            <pc:docMk/>
            <pc:sldMk cId="1626888896" sldId="857"/>
            <ac:graphicFrameMk id="120" creationId="{F3F5E7BA-A606-32B4-679E-A9B46EA2FB6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23.688" v="5105" actId="207"/>
          <ac:graphicFrameMkLst>
            <pc:docMk/>
            <pc:sldMk cId="1626888896" sldId="857"/>
            <ac:graphicFrameMk id="121" creationId="{7DB73EEF-939E-FDD1-7C96-192CC14FF91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45.800" v="5111" actId="207"/>
          <ac:graphicFrameMkLst>
            <pc:docMk/>
            <pc:sldMk cId="1626888896" sldId="857"/>
            <ac:graphicFrameMk id="122" creationId="{CBEAA23E-E601-617C-8E24-F77FF2F5F60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07.379" v="5135" actId="207"/>
          <ac:graphicFrameMkLst>
            <pc:docMk/>
            <pc:sldMk cId="1626888896" sldId="857"/>
            <ac:graphicFrameMk id="123" creationId="{D1CCFEAA-6424-FD8E-6B4D-B0134F0B025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9.816" v="5129" actId="207"/>
          <ac:graphicFrameMkLst>
            <pc:docMk/>
            <pc:sldMk cId="1626888896" sldId="857"/>
            <ac:graphicFrameMk id="124" creationId="{F26D9CB1-6FD2-0ECC-E0E8-8781B97D290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4.196" v="5130" actId="207"/>
          <ac:graphicFrameMkLst>
            <pc:docMk/>
            <pc:sldMk cId="1626888896" sldId="857"/>
            <ac:graphicFrameMk id="125" creationId="{DBB52E6B-BFC1-4857-08F5-068A882519F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9.679" v="5132" actId="207"/>
          <ac:graphicFrameMkLst>
            <pc:docMk/>
            <pc:sldMk cId="1626888896" sldId="857"/>
            <ac:graphicFrameMk id="126" creationId="{1E74AC56-5DC3-0A8D-5264-A9D06A42CA2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0.935" v="5125" actId="207"/>
          <ac:graphicFrameMkLst>
            <pc:docMk/>
            <pc:sldMk cId="1626888896" sldId="857"/>
            <ac:graphicFrameMk id="127" creationId="{C31A5D90-0D14-7DCA-A08A-6DD31F7920A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0.113" v="5120" actId="207"/>
          <ac:graphicFrameMkLst>
            <pc:docMk/>
            <pc:sldMk cId="1626888896" sldId="857"/>
            <ac:graphicFrameMk id="128" creationId="{CF1557FB-A9D7-F925-B1F6-51F4FE4732C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4.985" v="5116" actId="207"/>
          <ac:graphicFrameMkLst>
            <pc:docMk/>
            <pc:sldMk cId="1626888896" sldId="857"/>
            <ac:graphicFrameMk id="129" creationId="{F0A8008C-C75D-1FF7-F58A-0AE85F64415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1.942" v="5112" actId="207"/>
          <ac:graphicFrameMkLst>
            <pc:docMk/>
            <pc:sldMk cId="1626888896" sldId="857"/>
            <ac:graphicFrameMk id="130" creationId="{816C51FC-4CA7-1482-188A-2FEFF85C63F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6.453" v="5131" actId="207"/>
          <ac:graphicFrameMkLst>
            <pc:docMk/>
            <pc:sldMk cId="1626888896" sldId="857"/>
            <ac:graphicFrameMk id="153" creationId="{2CC85E0B-F953-86FB-6C5E-540E62C8327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2.750" v="5126" actId="207"/>
          <ac:graphicFrameMkLst>
            <pc:docMk/>
            <pc:sldMk cId="1626888896" sldId="857"/>
            <ac:graphicFrameMk id="155" creationId="{0CD949D0-3456-1735-863A-FC71840F1E3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4.813" v="5127" actId="207"/>
          <ac:graphicFrameMkLst>
            <pc:docMk/>
            <pc:sldMk cId="1626888896" sldId="857"/>
            <ac:graphicFrameMk id="159" creationId="{231CFF05-D681-6560-AB0F-193B67E71370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6.665" v="5128" actId="207"/>
          <ac:graphicFrameMkLst>
            <pc:docMk/>
            <pc:sldMk cId="1626888896" sldId="857"/>
            <ac:graphicFrameMk id="160" creationId="{2B2161C9-CFCA-7847-005B-906E2AD4E1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3.458" v="5121" actId="207"/>
          <ac:graphicFrameMkLst>
            <pc:docMk/>
            <pc:sldMk cId="1626888896" sldId="857"/>
            <ac:graphicFrameMk id="164" creationId="{63C4567C-3191-9664-C1BD-5FC4CD7DC092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7.048" v="5117" actId="207"/>
          <ac:graphicFrameMkLst>
            <pc:docMk/>
            <pc:sldMk cId="1626888896" sldId="857"/>
            <ac:graphicFrameMk id="165" creationId="{19296813-278C-3564-1178-EFDE82F3B65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5.122" v="5113" actId="207"/>
          <ac:graphicFrameMkLst>
            <pc:docMk/>
            <pc:sldMk cId="1626888896" sldId="857"/>
            <ac:graphicFrameMk id="166" creationId="{F0E6CF18-97F6-5D9F-B467-54D1A0E8F7A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5.265" v="5122" actId="207"/>
          <ac:graphicFrameMkLst>
            <pc:docMk/>
            <pc:sldMk cId="1626888896" sldId="857"/>
            <ac:graphicFrameMk id="167" creationId="{2D48A376-7596-FF40-888C-B162DC39DCF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9.050" v="5118" actId="207"/>
          <ac:graphicFrameMkLst>
            <pc:docMk/>
            <pc:sldMk cId="1626888896" sldId="857"/>
            <ac:graphicFrameMk id="168" creationId="{2FE503F4-2B3C-7D43-AD4F-BAB57A46433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7.296" v="5114" actId="207"/>
          <ac:graphicFrameMkLst>
            <pc:docMk/>
            <pc:sldMk cId="1626888896" sldId="857"/>
            <ac:graphicFrameMk id="169" creationId="{9184C5EE-2295-0460-1C53-C7D6178D7BD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7.327" v="5123" actId="207"/>
          <ac:graphicFrameMkLst>
            <pc:docMk/>
            <pc:sldMk cId="1626888896" sldId="857"/>
            <ac:graphicFrameMk id="170" creationId="{1846650A-7647-BCA5-E76B-7C661D5943C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11.307" v="5119" actId="207"/>
          <ac:graphicFrameMkLst>
            <pc:docMk/>
            <pc:sldMk cId="1626888896" sldId="857"/>
            <ac:graphicFrameMk id="171" creationId="{DCDFEB13-6BA7-3F95-8F6C-6D74316DD48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9.180" v="5115" actId="207"/>
          <ac:graphicFrameMkLst>
            <pc:docMk/>
            <pc:sldMk cId="1626888896" sldId="857"/>
            <ac:graphicFrameMk id="172" creationId="{E04B5694-7D96-E26B-7C4F-3721317AFB3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51.905" v="5133" actId="207"/>
          <ac:graphicFrameMkLst>
            <pc:docMk/>
            <pc:sldMk cId="1626888896" sldId="857"/>
            <ac:graphicFrameMk id="173" creationId="{968DC98B-5D85-CA2D-6624-E94A542041FD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54.193" v="5134" actId="207"/>
          <ac:graphicFrameMkLst>
            <pc:docMk/>
            <pc:sldMk cId="1626888896" sldId="857"/>
            <ac:graphicFrameMk id="174" creationId="{CD4F831A-B37C-20B4-E08F-02D584CAD5F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0.784" v="5136" actId="207"/>
          <ac:graphicFrameMkLst>
            <pc:docMk/>
            <pc:sldMk cId="1626888896" sldId="857"/>
            <ac:graphicFrameMk id="175" creationId="{25912267-BA4D-267F-5D8B-4DFAB85CA53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2.808" v="5137" actId="207"/>
          <ac:graphicFrameMkLst>
            <pc:docMk/>
            <pc:sldMk cId="1626888896" sldId="857"/>
            <ac:graphicFrameMk id="176" creationId="{2599653A-A58C-EA12-6E61-478793F80C7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5.028" v="5138" actId="207"/>
          <ac:graphicFrameMkLst>
            <pc:docMk/>
            <pc:sldMk cId="1626888896" sldId="857"/>
            <ac:graphicFrameMk id="177" creationId="{569A1CB0-0CB2-8605-1FA5-5F5E1896DC5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35.643" v="5144" actId="207"/>
          <ac:graphicFrameMkLst>
            <pc:docMk/>
            <pc:sldMk cId="1626888896" sldId="857"/>
            <ac:graphicFrameMk id="178" creationId="{84472F98-39EF-B52A-C326-2070457D89F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8.925" v="5142" actId="207"/>
          <ac:graphicFrameMkLst>
            <pc:docMk/>
            <pc:sldMk cId="1626888896" sldId="857"/>
            <ac:graphicFrameMk id="179" creationId="{665D95C1-9763-6AC0-2E2E-78D50CCC997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9.845" v="5139" actId="207"/>
          <ac:graphicFrameMkLst>
            <pc:docMk/>
            <pc:sldMk cId="1626888896" sldId="857"/>
            <ac:graphicFrameMk id="180" creationId="{9C41A556-7B64-CCAE-389A-0D009438CAC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2.514" v="5140" actId="207"/>
          <ac:graphicFrameMkLst>
            <pc:docMk/>
            <pc:sldMk cId="1626888896" sldId="857"/>
            <ac:graphicFrameMk id="184" creationId="{9F87B5E0-F889-09BB-B1D3-4AA64A85EFA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4.696" v="5141" actId="207"/>
          <ac:graphicFrameMkLst>
            <pc:docMk/>
            <pc:sldMk cId="1626888896" sldId="857"/>
            <ac:graphicFrameMk id="185" creationId="{E8E4131B-3586-15EE-CD90-886958E2EFC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31.582" v="5143" actId="207"/>
          <ac:graphicFrameMkLst>
            <pc:docMk/>
            <pc:sldMk cId="1626888896" sldId="857"/>
            <ac:graphicFrameMk id="186" creationId="{C8E872E6-14ED-8FC8-3621-60C2F1BC141C}"/>
          </ac:graphicFrameMkLst>
        </pc:graphicFrame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9" creationId="{8CE8966F-F78A-402A-1B8F-18BBB279A4C0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0" creationId="{32327AB3-D217-4666-444D-BBCB752BE3CA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1" creationId="{0554B069-4831-BEC2-4B07-224893B2307E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2" creationId="{842F929E-4470-BBC3-9CA9-32D69A94BF69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3" creationId="{6A99B801-541D-B465-4381-D3B8CB6BDDE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4" creationId="{8BB9FDA0-91D7-6B1E-77FE-777848A3267D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5" creationId="{03EC1EC7-4180-C24C-06AC-CE2D3F3C738B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6" creationId="{2ACC68D9-1F5E-0634-C428-DA28E1708354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7" creationId="{E55ADC67-3871-8984-70B5-B3591179AD71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8" creationId="{8CA18CAF-8733-F55D-346C-67426A12A193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9" creationId="{559F5F8B-DE4F-29E3-05E2-69CA4E4F47F8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0" creationId="{579CFABC-989B-5372-9B06-561D8B107A8C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1" creationId="{D3A7898C-D79D-1070-16B9-806CF5D623C2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2" creationId="{5D57DA33-C7F5-1433-5CC5-C5F6469C5A6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3" creationId="{93640ACA-8F52-5686-8C93-6155203F9CB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4" creationId="{08D40B97-F121-2D1B-D44C-618305356AE7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5" creationId="{326F5D71-6C94-FBD1-9700-A2714A293D62}"/>
          </ac:cxnSpMkLst>
        </pc:cxnChg>
      </pc:sldChg>
      <pc:sldChg chg="add del">
        <pc:chgData name="이민재" userId="f97f16f7-28a5-49bd-9e05-fb3ef63d7997" providerId="ADAL" clId="{AD15B2AE-202F-4F22-AAAF-E549846AD71D}" dt="2023-08-18T07:10:46.647" v="5187" actId="47"/>
        <pc:sldMkLst>
          <pc:docMk/>
          <pc:sldMk cId="1835175288" sldId="858"/>
        </pc:sldMkLst>
      </pc:sldChg>
      <pc:sldChg chg="addSp delSp modSp add mod">
        <pc:chgData name="이민재" userId="f97f16f7-28a5-49bd-9e05-fb3ef63d7997" providerId="ADAL" clId="{AD15B2AE-202F-4F22-AAAF-E549846AD71D}" dt="2023-08-18T07:45:39.586" v="6080" actId="20577"/>
        <pc:sldMkLst>
          <pc:docMk/>
          <pc:sldMk cId="626991737" sldId="859"/>
        </pc:sldMkLst>
        <pc:spChg chg="mod">
          <ac:chgData name="이민재" userId="f97f16f7-28a5-49bd-9e05-fb3ef63d7997" providerId="ADAL" clId="{AD15B2AE-202F-4F22-AAAF-E549846AD71D}" dt="2023-08-18T07:40:39.620" v="5964"/>
          <ac:spMkLst>
            <pc:docMk/>
            <pc:sldMk cId="626991737" sldId="859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0.209" v="5994"/>
          <ac:spMkLst>
            <pc:docMk/>
            <pc:sldMk cId="626991737" sldId="859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3:19.387" v="5724" actId="14100"/>
          <ac:spMkLst>
            <pc:docMk/>
            <pc:sldMk cId="626991737" sldId="859"/>
            <ac:spMk id="48" creationId="{D4995CAF-2739-0767-B953-96A5989D632A}"/>
          </ac:spMkLst>
        </pc:spChg>
        <pc:spChg chg="add mod">
          <ac:chgData name="이민재" userId="f97f16f7-28a5-49bd-9e05-fb3ef63d7997" providerId="ADAL" clId="{AD15B2AE-202F-4F22-AAAF-E549846AD71D}" dt="2023-08-18T07:33:38.018" v="5730" actId="14100"/>
          <ac:spMkLst>
            <pc:docMk/>
            <pc:sldMk cId="626991737" sldId="859"/>
            <ac:spMk id="49" creationId="{202ED19B-F42F-297C-093F-8D78970BFA97}"/>
          </ac:spMkLst>
        </pc:spChg>
        <pc:spChg chg="add mod">
          <ac:chgData name="이민재" userId="f97f16f7-28a5-49bd-9e05-fb3ef63d7997" providerId="ADAL" clId="{AD15B2AE-202F-4F22-AAAF-E549846AD71D}" dt="2023-08-18T07:36:45.677" v="5754" actId="14100"/>
          <ac:spMkLst>
            <pc:docMk/>
            <pc:sldMk cId="626991737" sldId="859"/>
            <ac:spMk id="50" creationId="{8FBD6858-7BDB-A0B8-0294-BF956688D276}"/>
          </ac:spMkLst>
        </pc:spChg>
        <pc:spChg chg="add mod">
          <ac:chgData name="이민재" userId="f97f16f7-28a5-49bd-9e05-fb3ef63d7997" providerId="ADAL" clId="{AD15B2AE-202F-4F22-AAAF-E549846AD71D}" dt="2023-08-18T07:44:29.322" v="6067" actId="1037"/>
          <ac:spMkLst>
            <pc:docMk/>
            <pc:sldMk cId="626991737" sldId="859"/>
            <ac:spMk id="51" creationId="{4101A95D-B4B8-777B-5B34-2DAD0D3C023D}"/>
          </ac:spMkLst>
        </pc:sp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4" creationId="{9F959CF0-916D-130A-3F70-93373CB67E8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5" creationId="{5DB0D5E9-CDCE-95AD-B501-3BF2F6D4FF1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6" creationId="{6E0BA1FB-038C-D218-F69E-615A8325C9D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7" creationId="{90E7279C-1B4D-12BB-6954-B193C779887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8" creationId="{13CBA1C3-6ACE-68D3-7FC9-C898E53BD40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46" creationId="{D08D9266-BB4B-B700-4CEF-467B98F4BD5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47" creationId="{6C01BB31-CB55-BDA9-987F-0B2A94325F67}"/>
          </ac:graphicFrameMkLst>
        </pc:graphicFrameChg>
        <pc:graphicFrameChg chg="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117" creationId="{F90A1F38-FDFB-C455-DCDA-9A0D0B6393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2.657" v="6074" actId="20577"/>
          <ac:graphicFrameMkLst>
            <pc:docMk/>
            <pc:sldMk cId="626991737" sldId="859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4.849" v="6076" actId="20577"/>
          <ac:graphicFrameMkLst>
            <pc:docMk/>
            <pc:sldMk cId="626991737" sldId="859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7.330" v="6078" actId="20577"/>
          <ac:graphicFrameMkLst>
            <pc:docMk/>
            <pc:sldMk cId="626991737" sldId="859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9.586" v="6080" actId="20577"/>
          <ac:graphicFrameMkLst>
            <pc:docMk/>
            <pc:sldMk cId="626991737" sldId="859"/>
            <ac:graphicFrameMk id="191" creationId="{60ABE80B-19DF-F4B7-7E93-A8C0A0D021F3}"/>
          </ac:graphicFrameMkLst>
        </pc:graphicFrame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9" creationId="{50F5D5C5-9AAC-4EF3-F03B-F70A8A29EC7E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0" creationId="{EE04AD58-FD48-886D-555B-8E485F4D6109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1" creationId="{52F9EE97-B0DE-33C4-CE71-D2241D9CD63D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2" creationId="{B6C98F7E-751D-F356-031C-381535C00E0E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3" creationId="{7C662574-DF12-1C92-1DE2-887D75181D88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4" creationId="{6652FB40-FC12-5CB1-0FC0-5733C14BF5F6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5" creationId="{07E6FC31-6377-3629-A965-CF752111DDEA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6" creationId="{16FFF1DE-B80B-808D-5B59-71369C884EC2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7" creationId="{6F649ED0-4211-46F7-58AC-D577D59C5B30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8" creationId="{68AB65D4-CEED-EAA4-8373-AFE17846A88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9" creationId="{DD38C0E1-662B-DE0B-52AF-4D5E6FB24D1F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0" creationId="{FEDA61E7-B651-C813-FF3B-614974B518A2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1" creationId="{7CADBB66-480D-FDE1-728A-6C82F9466CC6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2" creationId="{42FC27BB-77C3-D752-DE81-B2423691376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3" creationId="{13927864-102D-4A0C-0FE9-A5D5BACBCDB3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4" creationId="{CAE4CA8F-CC8B-3467-0AE1-1AD88870E39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5" creationId="{6CD0E6B2-9F7C-B519-5819-DEF0B1B0E4E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6" creationId="{12042A56-C2B5-B41B-0B1C-9C60F0A41F4D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7" creationId="{4E6779FD-9D52-6BFC-E62E-FACF24D2B403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8" creationId="{33803334-A1AF-8D20-EEA1-5C045493089B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9" creationId="{C50603F4-BAC6-4EAC-3556-ECF85FA3FB83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0" creationId="{DA04D289-D2C6-31A5-7688-C06828E47522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1" creationId="{6A2D194B-CEAD-8626-B4A0-F90D0CCB078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2" creationId="{C7893D8B-096F-C30D-FC1F-170B97A4168A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3" creationId="{BAA2ABC3-79B9-A19A-52FA-F94542645396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4" creationId="{30E0045A-264A-64D1-A05E-BA286A53E69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5" creationId="{165FCA2F-6A6D-B6D3-FC7D-02AAD2DBB319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6" creationId="{E8A3B5F1-FD39-AA15-953B-1D17F9809129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7" creationId="{CD00DD8F-78AB-C9E0-8D14-E9A2D42F3825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8" creationId="{BEAA42F4-46C3-1EFF-3C4A-A96FAE80D665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9" creationId="{C3060498-0C94-24FC-BE79-95E6210079C7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0" creationId="{52AAAB56-2C0C-350A-0B2B-842B1D23F52D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1" creationId="{6BEA06F1-5996-43CB-4B96-89D2EA7CCA51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2" creationId="{3571DD7C-EA34-B6BF-6926-6DC40072A123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3" creationId="{BEC54776-1610-B5E0-414D-CF6F0E911321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5" creationId="{D77BD1EA-C7A6-3784-B132-FF15A51902F5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7" creationId="{FE961FFF-56FB-7B56-82D1-77D81C58A96D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9" creationId="{B5C43354-079D-DDA9-B7EC-EE3B0FB865ED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5:03.930" v="6071" actId="113"/>
        <pc:sldMkLst>
          <pc:docMk/>
          <pc:sldMk cId="4030173027" sldId="860"/>
        </pc:sldMkLst>
        <pc:spChg chg="mod">
          <ac:chgData name="이민재" userId="f97f16f7-28a5-49bd-9e05-fb3ef63d7997" providerId="ADAL" clId="{AD15B2AE-202F-4F22-AAAF-E549846AD71D}" dt="2023-08-18T07:45:03.930" v="6071" actId="113"/>
          <ac:spMkLst>
            <pc:docMk/>
            <pc:sldMk cId="4030173027" sldId="860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24.662" v="5739" actId="14100"/>
          <ac:spMkLst>
            <pc:docMk/>
            <pc:sldMk cId="4030173027" sldId="860"/>
            <ac:spMk id="7" creationId="{AF1F6AB6-2FC7-58D3-A888-5A7147358A0E}"/>
          </ac:spMkLst>
        </pc:spChg>
        <pc:spChg chg="add del mod">
          <ac:chgData name="이민재" userId="f97f16f7-28a5-49bd-9e05-fb3ef63d7997" providerId="ADAL" clId="{AD15B2AE-202F-4F22-AAAF-E549846AD71D}" dt="2023-08-18T07:34:06.878" v="5737" actId="478"/>
          <ac:spMkLst>
            <pc:docMk/>
            <pc:sldMk cId="4030173027" sldId="860"/>
            <ac:spMk id="8" creationId="{13253974-6C0F-2652-483C-772352464907}"/>
          </ac:spMkLst>
        </pc:spChg>
        <pc:spChg chg="add mod">
          <ac:chgData name="이민재" userId="f97f16f7-28a5-49bd-9e05-fb3ef63d7997" providerId="ADAL" clId="{AD15B2AE-202F-4F22-AAAF-E549846AD71D}" dt="2023-08-18T07:35:19.797" v="5750" actId="14100"/>
          <ac:spMkLst>
            <pc:docMk/>
            <pc:sldMk cId="4030173027" sldId="860"/>
            <ac:spMk id="9" creationId="{534314A6-75BF-F9D4-83AE-4148B85CAC9F}"/>
          </ac:spMkLst>
        </pc:sp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4" creationId="{A90D1EA0-DC20-F227-8C9B-1D423EE52B2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5" creationId="{FEB1BE8D-7BDD-540A-308C-6FE1AEEC7A4F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6" creationId="{8EA919BF-3C09-C4A1-4696-A75D96FD66A5}"/>
          </ac:graphicFrameMkLst>
        </pc:graphicFrameChg>
      </pc:sldChg>
      <pc:sldChg chg="addSp delSp modSp add mod">
        <pc:chgData name="이민재" userId="f97f16f7-28a5-49bd-9e05-fb3ef63d7997" providerId="ADAL" clId="{AD15B2AE-202F-4F22-AAAF-E549846AD71D}" dt="2023-08-18T07:45:54.339" v="6088" actId="20577"/>
        <pc:sldMkLst>
          <pc:docMk/>
          <pc:sldMk cId="2545209525" sldId="861"/>
        </pc:sldMkLst>
        <pc:spChg chg="mod">
          <ac:chgData name="이민재" userId="f97f16f7-28a5-49bd-9e05-fb3ef63d7997" providerId="ADAL" clId="{AD15B2AE-202F-4F22-AAAF-E549846AD71D}" dt="2023-08-18T07:40:41.468" v="5965"/>
          <ac:spMkLst>
            <pc:docMk/>
            <pc:sldMk cId="2545209525" sldId="861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1.591" v="5995"/>
          <ac:spMkLst>
            <pc:docMk/>
            <pc:sldMk cId="2545209525" sldId="861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7:01.590" v="5775" actId="1038"/>
          <ac:spMkLst>
            <pc:docMk/>
            <pc:sldMk cId="2545209525" sldId="861"/>
            <ac:spMk id="7" creationId="{A372EAD5-41B4-74CE-A4F4-7A2652C3BB84}"/>
          </ac:spMkLst>
        </pc:spChg>
        <pc:spChg chg="add mod">
          <ac:chgData name="이민재" userId="f97f16f7-28a5-49bd-9e05-fb3ef63d7997" providerId="ADAL" clId="{AD15B2AE-202F-4F22-AAAF-E549846AD71D}" dt="2023-08-18T07:37:05.823" v="5794" actId="1038"/>
          <ac:spMkLst>
            <pc:docMk/>
            <pc:sldMk cId="2545209525" sldId="861"/>
            <ac:spMk id="8" creationId="{B298FC70-A30D-A4DE-1400-D9F13BA5A009}"/>
          </ac:spMkLst>
        </pc:spChg>
        <pc:spChg chg="add mod">
          <ac:chgData name="이민재" userId="f97f16f7-28a5-49bd-9e05-fb3ef63d7997" providerId="ADAL" clId="{AD15B2AE-202F-4F22-AAAF-E549846AD71D}" dt="2023-08-18T07:36:55.773" v="5755"/>
          <ac:spMkLst>
            <pc:docMk/>
            <pc:sldMk cId="2545209525" sldId="861"/>
            <ac:spMk id="9" creationId="{2DBB2BC8-73F8-9165-18BC-24D20841E8E8}"/>
          </ac:spMkLst>
        </pc:spChg>
        <pc:spChg chg="add mod">
          <ac:chgData name="이민재" userId="f97f16f7-28a5-49bd-9e05-fb3ef63d7997" providerId="ADAL" clId="{AD15B2AE-202F-4F22-AAAF-E549846AD71D}" dt="2023-08-18T07:44:34.810" v="6068"/>
          <ac:spMkLst>
            <pc:docMk/>
            <pc:sldMk cId="2545209525" sldId="861"/>
            <ac:spMk id="10" creationId="{8DC00C5E-0763-97EF-2A5B-70919DD75752}"/>
          </ac:spMkLst>
        </pc:sp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4" creationId="{DC169954-ED2A-620B-2C09-5716B95F911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5" creationId="{41A8A423-5C5F-2191-6560-317F1226621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6" creationId="{45F2AF36-E0DF-469F-F02C-B291EE20219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35.739" v="5606" actId="20577"/>
          <ac:graphicFrameMkLst>
            <pc:docMk/>
            <pc:sldMk cId="2545209525" sldId="861"/>
            <ac:graphicFrameMk id="44" creationId="{7ECBAC12-09F5-4B9B-3150-29DEEE88B09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41.854" v="5609" actId="20577"/>
          <ac:graphicFrameMkLst>
            <pc:docMk/>
            <pc:sldMk cId="2545209525" sldId="861"/>
            <ac:graphicFrameMk id="45" creationId="{1E2EEB21-D120-7055-A2F8-6F55E16F3DCD}"/>
          </ac:graphicFrameMkLst>
        </pc:graphicFrameChg>
        <pc:graphicFrameChg chg="del">
          <ac:chgData name="이민재" userId="f97f16f7-28a5-49bd-9e05-fb3ef63d7997" providerId="ADAL" clId="{AD15B2AE-202F-4F22-AAAF-E549846AD71D}" dt="2023-08-18T07:32:23.573" v="5707" actId="478"/>
          <ac:graphicFrameMkLst>
            <pc:docMk/>
            <pc:sldMk cId="2545209525" sldId="861"/>
            <ac:graphicFrameMk id="117" creationId="{F90A1F38-FDFB-C455-DCDA-9A0D0B6393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49.751" v="5614" actId="20577"/>
          <ac:graphicFrameMkLst>
            <pc:docMk/>
            <pc:sldMk cId="2545209525" sldId="861"/>
            <ac:graphicFrameMk id="119" creationId="{EF711BCA-0956-BCA5-4EA8-904641BC10B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55.367" v="5617" actId="20577"/>
          <ac:graphicFrameMkLst>
            <pc:docMk/>
            <pc:sldMk cId="2545209525" sldId="861"/>
            <ac:graphicFrameMk id="121" creationId="{7DB73EEF-939E-FDD1-7C96-192CC14FF91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06.248" v="5647" actId="20577"/>
          <ac:graphicFrameMkLst>
            <pc:docMk/>
            <pc:sldMk cId="2545209525" sldId="861"/>
            <ac:graphicFrameMk id="123" creationId="{D1CCFEAA-6424-FD8E-6B4D-B0134F0B02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9:46.429" v="5634" actId="20577"/>
          <ac:graphicFrameMkLst>
            <pc:docMk/>
            <pc:sldMk cId="2545209525" sldId="861"/>
            <ac:graphicFrameMk id="124" creationId="{F26D9CB1-6FD2-0ECC-E0E8-8781B97D290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9:53.094" v="5639" actId="20577"/>
          <ac:graphicFrameMkLst>
            <pc:docMk/>
            <pc:sldMk cId="2545209525" sldId="861"/>
            <ac:graphicFrameMk id="125" creationId="{DBB52E6B-BFC1-4857-08F5-068A882519F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00.383" v="5644" actId="20577"/>
          <ac:graphicFrameMkLst>
            <pc:docMk/>
            <pc:sldMk cId="2545209525" sldId="861"/>
            <ac:graphicFrameMk id="126" creationId="{1E74AC56-5DC3-0A8D-5264-A9D06A42CA2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12.184" v="5650" actId="20577"/>
          <ac:graphicFrameMkLst>
            <pc:docMk/>
            <pc:sldMk cId="2545209525" sldId="861"/>
            <ac:graphicFrameMk id="153" creationId="{2CC85E0B-F953-86FB-6C5E-540E62C8327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18.009" v="5655" actId="20577"/>
          <ac:graphicFrameMkLst>
            <pc:docMk/>
            <pc:sldMk cId="2545209525" sldId="861"/>
            <ac:graphicFrameMk id="173" creationId="{968DC98B-5D85-CA2D-6624-E94A542041F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32.971" v="5664" actId="20577"/>
          <ac:graphicFrameMkLst>
            <pc:docMk/>
            <pc:sldMk cId="2545209525" sldId="861"/>
            <ac:graphicFrameMk id="174" creationId="{CD4F831A-B37C-20B4-E08F-02D584CAD5F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22.234" v="5658" actId="20577"/>
          <ac:graphicFrameMkLst>
            <pc:docMk/>
            <pc:sldMk cId="2545209525" sldId="861"/>
            <ac:graphicFrameMk id="175" creationId="{25912267-BA4D-267F-5D8B-4DFAB85CA53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37.609" v="5667" actId="20577"/>
          <ac:graphicFrameMkLst>
            <pc:docMk/>
            <pc:sldMk cId="2545209525" sldId="861"/>
            <ac:graphicFrameMk id="176" creationId="{2599653A-A58C-EA12-6E61-478793F80C7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53.197" v="5679" actId="20577"/>
          <ac:graphicFrameMkLst>
            <pc:docMk/>
            <pc:sldMk cId="2545209525" sldId="861"/>
            <ac:graphicFrameMk id="177" creationId="{569A1CB0-0CB2-8605-1FA5-5F5E1896DC5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1:05.702" v="5690" actId="20577"/>
          <ac:graphicFrameMkLst>
            <pc:docMk/>
            <pc:sldMk cId="2545209525" sldId="861"/>
            <ac:graphicFrameMk id="178" creationId="{84472F98-39EF-B52A-C326-2070457D89F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47.412" v="5676" actId="20577"/>
          <ac:graphicFrameMkLst>
            <pc:docMk/>
            <pc:sldMk cId="2545209525" sldId="861"/>
            <ac:graphicFrameMk id="179" creationId="{665D95C1-9763-6AC0-2E2E-78D50CCC997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27.939" v="5661" actId="20577"/>
          <ac:graphicFrameMkLst>
            <pc:docMk/>
            <pc:sldMk cId="2545209525" sldId="861"/>
            <ac:graphicFrameMk id="180" creationId="{9C41A556-7B64-CCAE-389A-0D009438CA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41.852" v="5670" actId="20577"/>
          <ac:graphicFrameMkLst>
            <pc:docMk/>
            <pc:sldMk cId="2545209525" sldId="861"/>
            <ac:graphicFrameMk id="184" creationId="{9F87B5E0-F889-09BB-B1D3-4AA64A85EFA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56.757" v="5682" actId="20577"/>
          <ac:graphicFrameMkLst>
            <pc:docMk/>
            <pc:sldMk cId="2545209525" sldId="861"/>
            <ac:graphicFrameMk id="185" creationId="{E8E4131B-3586-15EE-CD90-886958E2EFC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1:01.046" v="5686" actId="20577"/>
          <ac:graphicFrameMkLst>
            <pc:docMk/>
            <pc:sldMk cId="2545209525" sldId="861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1:12.479" v="5691" actId="20577"/>
          <ac:graphicFrameMkLst>
            <pc:docMk/>
            <pc:sldMk cId="2545209525" sldId="861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4.223" v="6082" actId="20577"/>
          <ac:graphicFrameMkLst>
            <pc:docMk/>
            <pc:sldMk cId="2545209525" sldId="861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6.611" v="6084" actId="20577"/>
          <ac:graphicFrameMkLst>
            <pc:docMk/>
            <pc:sldMk cId="2545209525" sldId="861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9.523" v="6086" actId="20577"/>
          <ac:graphicFrameMkLst>
            <pc:docMk/>
            <pc:sldMk cId="2545209525" sldId="861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54.339" v="6088" actId="20577"/>
          <ac:graphicFrameMkLst>
            <pc:docMk/>
            <pc:sldMk cId="2545209525" sldId="861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1" creationId="{1BB3B0E3-F690-4928-23ED-2CADD15B77EE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2" creationId="{D1882F40-CF76-DCF7-F74A-47EBE0A2C18C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3" creationId="{17A9C2D7-0806-E720-B971-DA42A8736EF1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4" creationId="{C5CE5D52-8228-412F-E770-DC3D8F0A7EB6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6:09.646" v="6098" actId="20577"/>
        <pc:sldMkLst>
          <pc:docMk/>
          <pc:sldMk cId="3478541626" sldId="862"/>
        </pc:sldMkLst>
        <pc:spChg chg="mod">
          <ac:chgData name="이민재" userId="f97f16f7-28a5-49bd-9e05-fb3ef63d7997" providerId="ADAL" clId="{AD15B2AE-202F-4F22-AAAF-E549846AD71D}" dt="2023-08-18T07:40:43.285" v="5966"/>
          <ac:spMkLst>
            <pc:docMk/>
            <pc:sldMk cId="3478541626" sldId="862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4.255" v="5996"/>
          <ac:spMkLst>
            <pc:docMk/>
            <pc:sldMk cId="3478541626" sldId="862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7:19.385" v="5857" actId="1038"/>
          <ac:spMkLst>
            <pc:docMk/>
            <pc:sldMk cId="3478541626" sldId="862"/>
            <ac:spMk id="7" creationId="{A3551898-5610-73FF-B901-310B5C684E7B}"/>
          </ac:spMkLst>
        </pc:spChg>
        <pc:spChg chg="add mod">
          <ac:chgData name="이민재" userId="f97f16f7-28a5-49bd-9e05-fb3ef63d7997" providerId="ADAL" clId="{AD15B2AE-202F-4F22-AAAF-E549846AD71D}" dt="2023-08-18T07:37:28.476" v="5858" actId="1038"/>
          <ac:spMkLst>
            <pc:docMk/>
            <pc:sldMk cId="3478541626" sldId="862"/>
            <ac:spMk id="8" creationId="{C6EA7194-B0F8-B418-6B1F-4C689820CF96}"/>
          </ac:spMkLst>
        </pc:spChg>
        <pc:spChg chg="add mod">
          <ac:chgData name="이민재" userId="f97f16f7-28a5-49bd-9e05-fb3ef63d7997" providerId="ADAL" clId="{AD15B2AE-202F-4F22-AAAF-E549846AD71D}" dt="2023-08-18T07:37:12.022" v="5795"/>
          <ac:spMkLst>
            <pc:docMk/>
            <pc:sldMk cId="3478541626" sldId="862"/>
            <ac:spMk id="9" creationId="{73464A04-1E22-9D78-E416-6F4A7F080EB6}"/>
          </ac:spMkLst>
        </pc:spChg>
        <pc:spChg chg="add mod">
          <ac:chgData name="이민재" userId="f97f16f7-28a5-49bd-9e05-fb3ef63d7997" providerId="ADAL" clId="{AD15B2AE-202F-4F22-AAAF-E549846AD71D}" dt="2023-08-18T07:44:36.300" v="6069"/>
          <ac:spMkLst>
            <pc:docMk/>
            <pc:sldMk cId="3478541626" sldId="862"/>
            <ac:spMk id="11" creationId="{F1777B37-5DC4-1F4C-B06F-EB8899AE7C65}"/>
          </ac:spMkLst>
        </pc:sp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4" creationId="{01213E90-4360-B190-FD7F-E75BBFD5D58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5" creationId="{60EABD94-1EEB-AC0C-1FE8-80CA27C7F0F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6" creationId="{9D080F05-D8F6-37B7-BBF3-820E96343709}"/>
          </ac:graphicFrameMkLst>
        </pc:graphicFrameChg>
        <pc:graphicFrameChg chg="add del">
          <ac:chgData name="이민재" userId="f97f16f7-28a5-49bd-9e05-fb3ef63d7997" providerId="ADAL" clId="{AD15B2AE-202F-4F22-AAAF-E549846AD71D}" dt="2023-08-18T07:38:40.105" v="5947"/>
          <ac:graphicFrameMkLst>
            <pc:docMk/>
            <pc:sldMk cId="3478541626" sldId="862"/>
            <ac:graphicFrameMk id="10" creationId="{6F112A0F-1683-DD0F-0B4B-2BCC98B0F8F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42.039" v="5866" actId="20577"/>
          <ac:graphicFrameMkLst>
            <pc:docMk/>
            <pc:sldMk cId="3478541626" sldId="862"/>
            <ac:graphicFrameMk id="44" creationId="{7ECBAC12-09F5-4B9B-3150-29DEEE88B09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47.056" v="5874" actId="20577"/>
          <ac:graphicFrameMkLst>
            <pc:docMk/>
            <pc:sldMk cId="3478541626" sldId="862"/>
            <ac:graphicFrameMk id="45" creationId="{1E2EEB21-D120-7055-A2F8-6F55E16F3DCD}"/>
          </ac:graphicFrameMkLst>
        </pc:graphicFrameChg>
        <pc:graphicFrameChg chg="del">
          <ac:chgData name="이민재" userId="f97f16f7-28a5-49bd-9e05-fb3ef63d7997" providerId="ADAL" clId="{AD15B2AE-202F-4F22-AAAF-E549846AD71D}" dt="2023-08-18T07:32:28.302" v="5708" actId="478"/>
          <ac:graphicFrameMkLst>
            <pc:docMk/>
            <pc:sldMk cId="3478541626" sldId="862"/>
            <ac:graphicFrameMk id="117" creationId="{F90A1F38-FDFB-C455-DCDA-9A0D0B6393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55.097" v="5882" actId="20577"/>
          <ac:graphicFrameMkLst>
            <pc:docMk/>
            <pc:sldMk cId="3478541626" sldId="862"/>
            <ac:graphicFrameMk id="119" creationId="{EF711BCA-0956-BCA5-4EA8-904641BC10B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02.505" v="5892" actId="20577"/>
          <ac:graphicFrameMkLst>
            <pc:docMk/>
            <pc:sldMk cId="3478541626" sldId="862"/>
            <ac:graphicFrameMk id="121" creationId="{7DB73EEF-939E-FDD1-7C96-192CC14FF91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07.299" v="5900" actId="20577"/>
          <ac:graphicFrameMkLst>
            <pc:docMk/>
            <pc:sldMk cId="3478541626" sldId="862"/>
            <ac:graphicFrameMk id="123" creationId="{D1CCFEAA-6424-FD8E-6B4D-B0134F0B0253}"/>
          </ac:graphicFrameMkLst>
        </pc:graphicFrameChg>
        <pc:graphicFrameChg chg="mod">
          <ac:chgData name="이민재" userId="f97f16f7-28a5-49bd-9e05-fb3ef63d7997" providerId="ADAL" clId="{AD15B2AE-202F-4F22-AAAF-E549846AD71D}" dt="2023-08-18T07:38:35.814" v="5945"/>
          <ac:graphicFrameMkLst>
            <pc:docMk/>
            <pc:sldMk cId="3478541626" sldId="862"/>
            <ac:graphicFrameMk id="124" creationId="{F26D9CB1-6FD2-0ECC-E0E8-8781B97D2904}"/>
          </ac:graphicFrameMkLst>
        </pc:graphicFrameChg>
        <pc:graphicFrameChg chg="mod">
          <ac:chgData name="이민재" userId="f97f16f7-28a5-49bd-9e05-fb3ef63d7997" providerId="ADAL" clId="{AD15B2AE-202F-4F22-AAAF-E549846AD71D}" dt="2023-08-18T07:38:42.221" v="5948"/>
          <ac:graphicFrameMkLst>
            <pc:docMk/>
            <pc:sldMk cId="3478541626" sldId="862"/>
            <ac:graphicFrameMk id="125" creationId="{DBB52E6B-BFC1-4857-08F5-068A882519F4}"/>
          </ac:graphicFrameMkLst>
        </pc:graphicFrameChg>
        <pc:graphicFrameChg chg="mod">
          <ac:chgData name="이민재" userId="f97f16f7-28a5-49bd-9e05-fb3ef63d7997" providerId="ADAL" clId="{AD15B2AE-202F-4F22-AAAF-E549846AD71D}" dt="2023-08-18T07:38:52.430" v="5950"/>
          <ac:graphicFrameMkLst>
            <pc:docMk/>
            <pc:sldMk cId="3478541626" sldId="862"/>
            <ac:graphicFrameMk id="126" creationId="{1E74AC56-5DC3-0A8D-5264-A9D06A42CA23}"/>
          </ac:graphicFrameMkLst>
        </pc:graphicFrameChg>
        <pc:graphicFrameChg chg="mod">
          <ac:chgData name="이민재" userId="f97f16f7-28a5-49bd-9e05-fb3ef63d7997" providerId="ADAL" clId="{AD15B2AE-202F-4F22-AAAF-E549846AD71D}" dt="2023-08-18T07:38:45.949" v="5949"/>
          <ac:graphicFrameMkLst>
            <pc:docMk/>
            <pc:sldMk cId="3478541626" sldId="862"/>
            <ac:graphicFrameMk id="153" creationId="{2CC85E0B-F953-86FB-6C5E-540E62C8327E}"/>
          </ac:graphicFrameMkLst>
        </pc:graphicFrameChg>
        <pc:graphicFrameChg chg="mod">
          <ac:chgData name="이민재" userId="f97f16f7-28a5-49bd-9e05-fb3ef63d7997" providerId="ADAL" clId="{AD15B2AE-202F-4F22-AAAF-E549846AD71D}" dt="2023-08-18T07:38:54.990" v="5951"/>
          <ac:graphicFrameMkLst>
            <pc:docMk/>
            <pc:sldMk cId="3478541626" sldId="862"/>
            <ac:graphicFrameMk id="173" creationId="{968DC98B-5D85-CA2D-6624-E94A542041FD}"/>
          </ac:graphicFrameMkLst>
        </pc:graphicFrameChg>
        <pc:graphicFrameChg chg="mod">
          <ac:chgData name="이민재" userId="f97f16f7-28a5-49bd-9e05-fb3ef63d7997" providerId="ADAL" clId="{AD15B2AE-202F-4F22-AAAF-E549846AD71D}" dt="2023-08-18T07:38:58.310" v="5952"/>
          <ac:graphicFrameMkLst>
            <pc:docMk/>
            <pc:sldMk cId="3478541626" sldId="862"/>
            <ac:graphicFrameMk id="174" creationId="{CD4F831A-B37C-20B4-E08F-02D584CAD5F8}"/>
          </ac:graphicFrameMkLst>
        </pc:graphicFrameChg>
        <pc:graphicFrameChg chg="mod">
          <ac:chgData name="이민재" userId="f97f16f7-28a5-49bd-9e05-fb3ef63d7997" providerId="ADAL" clId="{AD15B2AE-202F-4F22-AAAF-E549846AD71D}" dt="2023-08-18T07:39:08.202" v="5953"/>
          <ac:graphicFrameMkLst>
            <pc:docMk/>
            <pc:sldMk cId="3478541626" sldId="862"/>
            <ac:graphicFrameMk id="175" creationId="{25912267-BA4D-267F-5D8B-4DFAB85CA53E}"/>
          </ac:graphicFrameMkLst>
        </pc:graphicFrameChg>
        <pc:graphicFrameChg chg="mod">
          <ac:chgData name="이민재" userId="f97f16f7-28a5-49bd-9e05-fb3ef63d7997" providerId="ADAL" clId="{AD15B2AE-202F-4F22-AAAF-E549846AD71D}" dt="2023-08-18T07:39:10.760" v="5954"/>
          <ac:graphicFrameMkLst>
            <pc:docMk/>
            <pc:sldMk cId="3478541626" sldId="862"/>
            <ac:graphicFrameMk id="176" creationId="{2599653A-A58C-EA12-6E61-478793F80C73}"/>
          </ac:graphicFrameMkLst>
        </pc:graphicFrameChg>
        <pc:graphicFrameChg chg="mod">
          <ac:chgData name="이민재" userId="f97f16f7-28a5-49bd-9e05-fb3ef63d7997" providerId="ADAL" clId="{AD15B2AE-202F-4F22-AAAF-E549846AD71D}" dt="2023-08-18T07:39:12.976" v="5955"/>
          <ac:graphicFrameMkLst>
            <pc:docMk/>
            <pc:sldMk cId="3478541626" sldId="862"/>
            <ac:graphicFrameMk id="177" creationId="{569A1CB0-0CB2-8605-1FA5-5F5E1896DC5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28.741" v="5944" actId="20577"/>
          <ac:graphicFrameMkLst>
            <pc:docMk/>
            <pc:sldMk cId="3478541626" sldId="862"/>
            <ac:graphicFrameMk id="178" creationId="{84472F98-39EF-B52A-C326-2070457D89F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18.979" v="5924" actId="20577"/>
          <ac:graphicFrameMkLst>
            <pc:docMk/>
            <pc:sldMk cId="3478541626" sldId="862"/>
            <ac:graphicFrameMk id="179" creationId="{665D95C1-9763-6AC0-2E2E-78D50CCC997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13.748" v="5912" actId="20577"/>
          <ac:graphicFrameMkLst>
            <pc:docMk/>
            <pc:sldMk cId="3478541626" sldId="862"/>
            <ac:graphicFrameMk id="180" creationId="{9C41A556-7B64-CCAE-389A-0D009438CACB}"/>
          </ac:graphicFrameMkLst>
        </pc:graphicFrameChg>
        <pc:graphicFrameChg chg="mod">
          <ac:chgData name="이민재" userId="f97f16f7-28a5-49bd-9e05-fb3ef63d7997" providerId="ADAL" clId="{AD15B2AE-202F-4F22-AAAF-E549846AD71D}" dt="2023-08-18T07:39:16.945" v="5956"/>
          <ac:graphicFrameMkLst>
            <pc:docMk/>
            <pc:sldMk cId="3478541626" sldId="862"/>
            <ac:graphicFrameMk id="184" creationId="{9F87B5E0-F889-09BB-B1D3-4AA64A85EFA8}"/>
          </ac:graphicFrameMkLst>
        </pc:graphicFrameChg>
        <pc:graphicFrameChg chg="mod">
          <ac:chgData name="이민재" userId="f97f16f7-28a5-49bd-9e05-fb3ef63d7997" providerId="ADAL" clId="{AD15B2AE-202F-4F22-AAAF-E549846AD71D}" dt="2023-08-18T07:39:18.818" v="5957"/>
          <ac:graphicFrameMkLst>
            <pc:docMk/>
            <pc:sldMk cId="3478541626" sldId="862"/>
            <ac:graphicFrameMk id="185" creationId="{E8E4131B-3586-15EE-CD90-886958E2EFCE}"/>
          </ac:graphicFrameMkLst>
        </pc:graphicFrameChg>
        <pc:graphicFrameChg chg="mod">
          <ac:chgData name="이민재" userId="f97f16f7-28a5-49bd-9e05-fb3ef63d7997" providerId="ADAL" clId="{AD15B2AE-202F-4F22-AAAF-E549846AD71D}" dt="2023-08-18T07:39:23.345" v="5958"/>
          <ac:graphicFrameMkLst>
            <pc:docMk/>
            <pc:sldMk cId="3478541626" sldId="862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59.077" v="6090" actId="20577"/>
          <ac:graphicFrameMkLst>
            <pc:docMk/>
            <pc:sldMk cId="3478541626" sldId="862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1.773" v="6092" actId="20577"/>
          <ac:graphicFrameMkLst>
            <pc:docMk/>
            <pc:sldMk cId="3478541626" sldId="862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4.454" v="6094" actId="20577"/>
          <ac:graphicFrameMkLst>
            <pc:docMk/>
            <pc:sldMk cId="3478541626" sldId="862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6.766" v="6096" actId="20577"/>
          <ac:graphicFrameMkLst>
            <pc:docMk/>
            <pc:sldMk cId="3478541626" sldId="862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9.646" v="6098" actId="20577"/>
          <ac:graphicFrameMkLst>
            <pc:docMk/>
            <pc:sldMk cId="3478541626" sldId="862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2" creationId="{D5297C8F-E72B-CF14-6D6E-ED0D1A6D6ED5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3" creationId="{577F5914-8C71-2A48-AE79-959ACBA9C4EC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4" creationId="{8BB6DB9B-67CD-9266-8F79-5A76CF938157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5" creationId="{9939961D-A077-38CE-D2B2-D2CA0AD9BA33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8:45:29.180" v="7845" actId="478"/>
        <pc:sldMkLst>
          <pc:docMk/>
          <pc:sldMk cId="2055045190" sldId="863"/>
        </pc:sldMkLst>
        <pc:spChg chg="mod">
          <ac:chgData name="이민재" userId="f97f16f7-28a5-49bd-9e05-fb3ef63d7997" providerId="ADAL" clId="{AD15B2AE-202F-4F22-AAAF-E549846AD71D}" dt="2023-08-18T07:44:48.215" v="6070" actId="113"/>
          <ac:spMkLst>
            <pc:docMk/>
            <pc:sldMk cId="2055045190" sldId="863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8:44:51.894" v="7778" actId="20577"/>
          <ac:spMkLst>
            <pc:docMk/>
            <pc:sldMk cId="2055045190" sldId="863"/>
            <ac:spMk id="8" creationId="{28C22DAA-18BE-D48C-F4C9-D609B652D247}"/>
          </ac:spMkLst>
        </pc:spChg>
        <pc:spChg chg="add del mod">
          <ac:chgData name="이민재" userId="f97f16f7-28a5-49bd-9e05-fb3ef63d7997" providerId="ADAL" clId="{AD15B2AE-202F-4F22-AAAF-E549846AD71D}" dt="2023-08-18T08:45:29.180" v="7845" actId="478"/>
          <ac:spMkLst>
            <pc:docMk/>
            <pc:sldMk cId="2055045190" sldId="863"/>
            <ac:spMk id="10" creationId="{A0D52D88-5449-B84E-D3B1-854C0FFE8BEE}"/>
          </ac:spMkLst>
        </pc:spChg>
      </pc:sldChg>
      <pc:sldChg chg="modSp new mod">
        <pc:chgData name="이민재" userId="f97f16f7-28a5-49bd-9e05-fb3ef63d7997" providerId="ADAL" clId="{AD15B2AE-202F-4F22-AAAF-E549846AD71D}" dt="2023-08-18T09:09:43.827" v="8995" actId="20577"/>
        <pc:sldMkLst>
          <pc:docMk/>
          <pc:sldMk cId="107939267" sldId="864"/>
        </pc:sldMkLst>
        <pc:spChg chg="mod">
          <ac:chgData name="이민재" userId="f97f16f7-28a5-49bd-9e05-fb3ef63d7997" providerId="ADAL" clId="{AD15B2AE-202F-4F22-AAAF-E549846AD71D}" dt="2023-08-18T08:45:40.213" v="7856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이민재" userId="f97f16f7-28a5-49bd-9e05-fb3ef63d7997" providerId="ADAL" clId="{AD15B2AE-202F-4F22-AAAF-E549846AD71D}" dt="2023-08-18T09:09:43.827" v="8995" actId="20577"/>
          <ac:spMkLst>
            <pc:docMk/>
            <pc:sldMk cId="107939267" sldId="864"/>
            <ac:spMk id="3" creationId="{A14B2C46-4690-725E-4591-97ACDF5478E8}"/>
          </ac:spMkLst>
        </pc:spChg>
      </pc:sldChg>
    </pc:docChg>
  </pc:docChgLst>
  <pc:docChgLst>
    <pc:chgData name="이민재" userId="f97f16f7-28a5-49bd-9e05-fb3ef63d7997" providerId="ADAL" clId="{270298B9-4512-4A86-BE70-F3EFEC4C0334}"/>
    <pc:docChg chg="undo redo custSel addSld delSld modSld sldOrd addSection modSection">
      <pc:chgData name="이민재" userId="f97f16f7-28a5-49bd-9e05-fb3ef63d7997" providerId="ADAL" clId="{270298B9-4512-4A86-BE70-F3EFEC4C0334}" dt="2023-02-14T19:54:09.091" v="7491" actId="1076"/>
      <pc:docMkLst>
        <pc:docMk/>
      </pc:docMkLst>
      <pc:sldChg chg="modSp mod">
        <pc:chgData name="이민재" userId="f97f16f7-28a5-49bd-9e05-fb3ef63d7997" providerId="ADAL" clId="{270298B9-4512-4A86-BE70-F3EFEC4C0334}" dt="2023-02-14T18:01:34.123" v="5473" actId="20577"/>
        <pc:sldMkLst>
          <pc:docMk/>
          <pc:sldMk cId="1482395489" sldId="311"/>
        </pc:sldMkLst>
        <pc:spChg chg="mod">
          <ac:chgData name="이민재" userId="f97f16f7-28a5-49bd-9e05-fb3ef63d7997" providerId="ADAL" clId="{270298B9-4512-4A86-BE70-F3EFEC4C0334}" dt="2023-02-14T18:01:34.123" v="547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3918070944" sldId="752"/>
        </pc:sldMkLst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1655910872" sldId="755"/>
        </pc:sldMkLst>
      </pc:sldChg>
      <pc:sldChg chg="addSp delSp modSp mod">
        <pc:chgData name="이민재" userId="f97f16f7-28a5-49bd-9e05-fb3ef63d7997" providerId="ADAL" clId="{270298B9-4512-4A86-BE70-F3EFEC4C0334}" dt="2023-02-14T19:46:05.856" v="6055" actId="1036"/>
        <pc:sldMkLst>
          <pc:docMk/>
          <pc:sldMk cId="863774203" sldId="756"/>
        </pc:sldMkLst>
        <pc:spChg chg="mod">
          <ac:chgData name="이민재" userId="f97f16f7-28a5-49bd-9e05-fb3ef63d7997" providerId="ADAL" clId="{270298B9-4512-4A86-BE70-F3EFEC4C0334}" dt="2023-02-14T19:41:43.438" v="5724" actId="20577"/>
          <ac:spMkLst>
            <pc:docMk/>
            <pc:sldMk cId="863774203" sldId="756"/>
            <ac:spMk id="3" creationId="{1BCB2C3C-E5B8-EC64-F0E8-B9CEBEE7B6A5}"/>
          </ac:spMkLst>
        </pc:spChg>
        <pc:spChg chg="del mod">
          <ac:chgData name="이민재" userId="f97f16f7-28a5-49bd-9e05-fb3ef63d7997" providerId="ADAL" clId="{270298B9-4512-4A86-BE70-F3EFEC4C0334}" dt="2023-02-11T15:37:00.118" v="1539" actId="478"/>
          <ac:spMkLst>
            <pc:docMk/>
            <pc:sldMk cId="863774203" sldId="756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4T19:42:29.458" v="5725" actId="2711"/>
          <ac:spMkLst>
            <pc:docMk/>
            <pc:sldMk cId="863774203" sldId="756"/>
            <ac:spMk id="8" creationId="{0878264C-23BC-682A-711C-840319550B19}"/>
          </ac:spMkLst>
        </pc:spChg>
        <pc:spChg chg="add mod">
          <ac:chgData name="이민재" userId="f97f16f7-28a5-49bd-9e05-fb3ef63d7997" providerId="ADAL" clId="{270298B9-4512-4A86-BE70-F3EFEC4C0334}" dt="2023-02-14T19:46:05.856" v="6055" actId="1036"/>
          <ac:spMkLst>
            <pc:docMk/>
            <pc:sldMk cId="863774203" sldId="756"/>
            <ac:spMk id="11" creationId="{81FCA8E5-E340-8878-360F-F3B5BD2631D7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14" creationId="{41550863-4F73-41F1-C72A-0D5EC310C650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16" creationId="{4B8297E5-D57F-B04E-37BF-9E6C4CDF0F4E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0" creationId="{F0A3BFA5-9265-170E-86AB-ED2D2C525D3B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2" creationId="{9D53A75B-6802-6ABA-A14B-B7ADB6464AA5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3" creationId="{AFE95C54-A8AF-B8AA-F489-684E0C473605}"/>
          </ac:spMkLst>
        </pc:spChg>
        <pc:spChg chg="add del mod">
          <ac:chgData name="이민재" userId="f97f16f7-28a5-49bd-9e05-fb3ef63d7997" providerId="ADAL" clId="{270298B9-4512-4A86-BE70-F3EFEC4C0334}" dt="2023-02-11T15:38:05.945" v="1571" actId="478"/>
          <ac:spMkLst>
            <pc:docMk/>
            <pc:sldMk cId="863774203" sldId="756"/>
            <ac:spMk id="50" creationId="{A3327506-3775-C878-A9E2-1BBBCA70101B}"/>
          </ac:spMkLst>
        </pc:spChg>
        <pc:spChg chg="add del mod">
          <ac:chgData name="이민재" userId="f97f16f7-28a5-49bd-9e05-fb3ef63d7997" providerId="ADAL" clId="{270298B9-4512-4A86-BE70-F3EFEC4C0334}" dt="2023-02-11T15:37:14.179" v="1545" actId="478"/>
          <ac:spMkLst>
            <pc:docMk/>
            <pc:sldMk cId="863774203" sldId="756"/>
            <ac:spMk id="55" creationId="{D62AE415-B116-FDC3-644E-C4AF1754B10E}"/>
          </ac:spMkLst>
        </pc:spChg>
        <pc:spChg chg="add mod">
          <ac:chgData name="이민재" userId="f97f16f7-28a5-49bd-9e05-fb3ef63d7997" providerId="ADAL" clId="{270298B9-4512-4A86-BE70-F3EFEC4C0334}" dt="2023-02-11T15:41:48.676" v="1673" actId="20577"/>
          <ac:spMkLst>
            <pc:docMk/>
            <pc:sldMk cId="863774203" sldId="756"/>
            <ac:spMk id="56" creationId="{EE306C8F-632B-C851-F881-D022F17E5340}"/>
          </ac:spMkLst>
        </pc:spChg>
        <pc:spChg chg="add del mod">
          <ac:chgData name="이민재" userId="f97f16f7-28a5-49bd-9e05-fb3ef63d7997" providerId="ADAL" clId="{270298B9-4512-4A86-BE70-F3EFEC4C0334}" dt="2023-02-11T15:38:19.678" v="1575" actId="478"/>
          <ac:spMkLst>
            <pc:docMk/>
            <pc:sldMk cId="863774203" sldId="756"/>
            <ac:spMk id="58" creationId="{61D263C9-7DAE-98F6-BB1A-9B7BD4A1DB5E}"/>
          </ac:spMkLst>
        </pc:spChg>
        <pc:spChg chg="add mod">
          <ac:chgData name="이민재" userId="f97f16f7-28a5-49bd-9e05-fb3ef63d7997" providerId="ADAL" clId="{270298B9-4512-4A86-BE70-F3EFEC4C0334}" dt="2023-02-11T15:42:23.479" v="1683" actId="20577"/>
          <ac:spMkLst>
            <pc:docMk/>
            <pc:sldMk cId="863774203" sldId="756"/>
            <ac:spMk id="59" creationId="{B3E19516-65E6-D8EE-C431-7633E3E816D5}"/>
          </ac:spMkLst>
        </pc:spChg>
        <pc:spChg chg="add mod">
          <ac:chgData name="이민재" userId="f97f16f7-28a5-49bd-9e05-fb3ef63d7997" providerId="ADAL" clId="{270298B9-4512-4A86-BE70-F3EFEC4C0334}" dt="2023-02-11T15:42:28.987" v="1686" actId="20577"/>
          <ac:spMkLst>
            <pc:docMk/>
            <pc:sldMk cId="863774203" sldId="756"/>
            <ac:spMk id="60" creationId="{4154902F-5FA1-78EE-6F44-F94EF3F7B7DB}"/>
          </ac:spMkLst>
        </pc:spChg>
        <pc:spChg chg="add mod">
          <ac:chgData name="이민재" userId="f97f16f7-28a5-49bd-9e05-fb3ef63d7997" providerId="ADAL" clId="{270298B9-4512-4A86-BE70-F3EFEC4C0334}" dt="2023-02-11T15:42:36.924" v="1690" actId="20577"/>
          <ac:spMkLst>
            <pc:docMk/>
            <pc:sldMk cId="863774203" sldId="756"/>
            <ac:spMk id="61" creationId="{D5B515B4-4DCA-E837-6BEC-53949EDB3FF4}"/>
          </ac:spMkLst>
        </pc:spChg>
        <pc:spChg chg="add mod">
          <ac:chgData name="이민재" userId="f97f16f7-28a5-49bd-9e05-fb3ef63d7997" providerId="ADAL" clId="{270298B9-4512-4A86-BE70-F3EFEC4C0334}" dt="2023-02-11T15:42:45.962" v="1698" actId="20577"/>
          <ac:spMkLst>
            <pc:docMk/>
            <pc:sldMk cId="863774203" sldId="756"/>
            <ac:spMk id="62" creationId="{0A46BB1D-5D92-65A8-8934-DFB26250A030}"/>
          </ac:spMkLst>
        </pc:spChg>
        <pc:spChg chg="add mod">
          <ac:chgData name="이민재" userId="f97f16f7-28a5-49bd-9e05-fb3ef63d7997" providerId="ADAL" clId="{270298B9-4512-4A86-BE70-F3EFEC4C0334}" dt="2023-02-11T15:42:51.255" v="1703" actId="20577"/>
          <ac:spMkLst>
            <pc:docMk/>
            <pc:sldMk cId="863774203" sldId="756"/>
            <ac:spMk id="63" creationId="{75B673C8-7A7C-8BBB-A273-EE04C1DC7883}"/>
          </ac:spMkLst>
        </pc:spChg>
        <pc:spChg chg="add mod">
          <ac:chgData name="이민재" userId="f97f16f7-28a5-49bd-9e05-fb3ef63d7997" providerId="ADAL" clId="{270298B9-4512-4A86-BE70-F3EFEC4C0334}" dt="2023-02-11T15:43:05.359" v="1706" actId="20577"/>
          <ac:spMkLst>
            <pc:docMk/>
            <pc:sldMk cId="863774203" sldId="756"/>
            <ac:spMk id="64" creationId="{B8D4B1FD-CDA6-226C-1B90-4DFDEEF2EFF5}"/>
          </ac:spMkLst>
        </pc:spChg>
        <pc:spChg chg="add mod">
          <ac:chgData name="이민재" userId="f97f16f7-28a5-49bd-9e05-fb3ef63d7997" providerId="ADAL" clId="{270298B9-4512-4A86-BE70-F3EFEC4C0334}" dt="2023-02-11T15:43:10.415" v="1711" actId="20577"/>
          <ac:spMkLst>
            <pc:docMk/>
            <pc:sldMk cId="863774203" sldId="756"/>
            <ac:spMk id="65" creationId="{089BD885-41AC-D17E-F611-B27260B6939B}"/>
          </ac:spMkLst>
        </pc:spChg>
        <pc:spChg chg="add mod">
          <ac:chgData name="이민재" userId="f97f16f7-28a5-49bd-9e05-fb3ef63d7997" providerId="ADAL" clId="{270298B9-4512-4A86-BE70-F3EFEC4C0334}" dt="2023-02-11T15:41:16.828" v="1669" actId="571"/>
          <ac:spMkLst>
            <pc:docMk/>
            <pc:sldMk cId="863774203" sldId="756"/>
            <ac:spMk id="66" creationId="{DBD444EA-7887-CFD5-9C92-B6A9BAD2C7FB}"/>
          </ac:spMkLst>
        </pc:spChg>
        <pc:spChg chg="add mod">
          <ac:chgData name="이민재" userId="f97f16f7-28a5-49bd-9e05-fb3ef63d7997" providerId="ADAL" clId="{270298B9-4512-4A86-BE70-F3EFEC4C0334}" dt="2023-02-11T15:46:19.933" v="1780" actId="20577"/>
          <ac:spMkLst>
            <pc:docMk/>
            <pc:sldMk cId="863774203" sldId="756"/>
            <ac:spMk id="67" creationId="{C24FF621-5177-99EB-25DF-21B28908D52F}"/>
          </ac:spMkLst>
        </pc:spChg>
        <pc:spChg chg="add mod">
          <ac:chgData name="이민재" userId="f97f16f7-28a5-49bd-9e05-fb3ef63d7997" providerId="ADAL" clId="{270298B9-4512-4A86-BE70-F3EFEC4C0334}" dt="2023-02-11T15:46:49.672" v="1784" actId="1076"/>
          <ac:spMkLst>
            <pc:docMk/>
            <pc:sldMk cId="863774203" sldId="756"/>
            <ac:spMk id="68" creationId="{A21A050B-F722-27AF-E42A-29E36F94F7A1}"/>
          </ac:spMkLst>
        </pc:spChg>
        <pc:grpChg chg="del">
          <ac:chgData name="이민재" userId="f97f16f7-28a5-49bd-9e05-fb3ef63d7997" providerId="ADAL" clId="{270298B9-4512-4A86-BE70-F3EFEC4C0334}" dt="2023-02-11T14:26:21.420" v="1" actId="478"/>
          <ac:grpSpMkLst>
            <pc:docMk/>
            <pc:sldMk cId="863774203" sldId="756"/>
            <ac:grpSpMk id="51" creationId="{416CD160-DF53-E483-C3EB-D9F75EB845F2}"/>
          </ac:grpSpMkLst>
        </pc:grpChg>
        <pc:graphicFrameChg chg="add mod modGraphic">
          <ac:chgData name="이민재" userId="f97f16f7-28a5-49bd-9e05-fb3ef63d7997" providerId="ADAL" clId="{270298B9-4512-4A86-BE70-F3EFEC4C0334}" dt="2023-02-11T15:43:50.001" v="1731" actId="1076"/>
          <ac:graphicFrameMkLst>
            <pc:docMk/>
            <pc:sldMk cId="863774203" sldId="756"/>
            <ac:graphicFrameMk id="2" creationId="{BB2EA151-3CC2-2539-FFE8-E2BE5E4686B5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29:20.206" v="62" actId="478"/>
          <ac:graphicFrameMkLst>
            <pc:docMk/>
            <pc:sldMk cId="863774203" sldId="756"/>
            <ac:graphicFrameMk id="6" creationId="{C88244E5-F0F5-8A4F-BB1E-A91498CAE260}"/>
          </ac:graphicFrameMkLst>
        </pc:graphicFrameChg>
        <pc:graphicFrameChg chg="add del mod modGraphic">
          <ac:chgData name="이민재" userId="f97f16f7-28a5-49bd-9e05-fb3ef63d7997" providerId="ADAL" clId="{270298B9-4512-4A86-BE70-F3EFEC4C0334}" dt="2023-02-11T14:38:22.477" v="120" actId="478"/>
          <ac:graphicFrameMkLst>
            <pc:docMk/>
            <pc:sldMk cId="863774203" sldId="756"/>
            <ac:graphicFrameMk id="7" creationId="{FBAAD5D1-1D68-34EC-6578-E63C67F9AE03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9" creationId="{C3E30C1C-CF83-0B18-3A67-5B94DEDE2F70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08:55.047" v="585" actId="20577"/>
          <ac:graphicFrameMkLst>
            <pc:docMk/>
            <pc:sldMk cId="863774203" sldId="756"/>
            <ac:graphicFrameMk id="10" creationId="{D536CC6E-98C8-5385-5A9A-A09E51DD093F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12" creationId="{45FF4D1C-56CC-046F-D231-3C2C025AAA1C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0:57.561" v="168" actId="571"/>
          <ac:graphicFrameMkLst>
            <pc:docMk/>
            <pc:sldMk cId="863774203" sldId="756"/>
            <ac:graphicFrameMk id="15" creationId="{7B18CB8B-BE63-0768-F89A-6E604E550A87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0:57.561" v="168" actId="571"/>
          <ac:graphicFrameMkLst>
            <pc:docMk/>
            <pc:sldMk cId="863774203" sldId="756"/>
            <ac:graphicFrameMk id="17" creationId="{CD3CF56B-D998-3A5E-1C04-D3B31F8DEC3C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1:02.885" v="170" actId="571"/>
          <ac:graphicFrameMkLst>
            <pc:docMk/>
            <pc:sldMk cId="863774203" sldId="756"/>
            <ac:graphicFrameMk id="24" creationId="{50CC7DD5-15C3-BA1E-C088-D5764F8B00F8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1:02.885" v="170" actId="571"/>
          <ac:graphicFrameMkLst>
            <pc:docMk/>
            <pc:sldMk cId="863774203" sldId="756"/>
            <ac:graphicFrameMk id="25" creationId="{1EC8AA05-9AD4-9FBB-B7F5-EF23516FE9FE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6" creationId="{27A403BE-A8C4-7333-1FB6-98E2D9D2A638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7" creationId="{9F142248-95C0-F5DF-05C6-188EC251BB49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8" creationId="{5A114987-2EE8-4C0A-A617-11E842D526AD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0" creationId="{1EBADDDF-FCDD-3B32-C6FA-E2F3206ED30E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3" creationId="{DAE5A075-C9E4-39C8-D16E-DEE4AD75AC7C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4" creationId="{A03FFC8B-C559-5FC9-4E1E-5D7FC014D73A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35" creationId="{7388A403-D634-713B-2F85-67352815849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06:35.840" v="541" actId="20577"/>
          <ac:graphicFrameMkLst>
            <pc:docMk/>
            <pc:sldMk cId="863774203" sldId="756"/>
            <ac:graphicFrameMk id="36" creationId="{6CB3A6DF-82B7-35D5-ED75-3A4EF2A13FE8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37" creationId="{86F387B0-7B8D-C554-BAC1-DD441FC7123A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2:00.809" v="225" actId="571"/>
          <ac:graphicFrameMkLst>
            <pc:docMk/>
            <pc:sldMk cId="863774203" sldId="756"/>
            <ac:graphicFrameMk id="38" creationId="{F990FC55-B312-A742-BE62-E8F97C402A0B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2:00.809" v="225" actId="571"/>
          <ac:graphicFrameMkLst>
            <pc:docMk/>
            <pc:sldMk cId="863774203" sldId="756"/>
            <ac:graphicFrameMk id="39" creationId="{CC1177BE-572C-C02F-C379-18381C923D7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40" creationId="{5EC85986-8CA3-D612-3435-253D0B0100E2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4:56:56.216" v="430" actId="20577"/>
          <ac:graphicFrameMkLst>
            <pc:docMk/>
            <pc:sldMk cId="863774203" sldId="756"/>
            <ac:graphicFrameMk id="41" creationId="{B0D87111-3E14-3693-7053-7C1F7EDED53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42" creationId="{E0ADE936-CAB5-9DAC-49F0-8F3E590F6EF2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46:08.337" v="1777" actId="1036"/>
          <ac:graphicFrameMkLst>
            <pc:docMk/>
            <pc:sldMk cId="863774203" sldId="756"/>
            <ac:graphicFrameMk id="43" creationId="{EE059F20-45CD-562B-BD4D-C1F591D47A01}"/>
          </ac:graphicFrameMkLst>
        </pc:graphicFrame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8" creationId="{9F1F8E8E-87CB-0B4A-7FFE-33EF7A9C5F84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1" creationId="{00376D0B-4B46-6A2E-5E7E-756CA1D7A6F9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3" creationId="{B24F5F0F-501F-D9B8-2792-2CEEEABBD344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9" creationId="{1F229CF4-A0EE-515A-2C4B-7D6E9D9D9BC5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49" creationId="{C8BEFEFA-627F-A682-BD60-AA2E08A63D18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2" creationId="{9C1C6B3B-8690-4676-87F7-7C59FAB5F976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3" creationId="{5D0CA3E5-B59A-5487-6CEA-8660392B051B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4" creationId="{4116E246-07F8-69D5-D491-ED805001B899}"/>
          </ac:picMkLst>
        </pc:pic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57" creationId="{A78ABBC3-F65B-F10C-7D1C-CB52E63E701A}"/>
          </ac:cxnSpMkLst>
        </pc:cxnChg>
      </pc:sldChg>
      <pc:sldChg chg="modSp ord">
        <pc:chgData name="이민재" userId="f97f16f7-28a5-49bd-9e05-fb3ef63d7997" providerId="ADAL" clId="{270298B9-4512-4A86-BE70-F3EFEC4C0334}" dt="2023-02-11T16:45:48.731" v="3568"/>
        <pc:sldMkLst>
          <pc:docMk/>
          <pc:sldMk cId="1275176864" sldId="757"/>
        </pc:sldMkLst>
        <pc:spChg chg="mod">
          <ac:chgData name="이민재" userId="f97f16f7-28a5-49bd-9e05-fb3ef63d7997" providerId="ADAL" clId="{270298B9-4512-4A86-BE70-F3EFEC4C0334}" dt="2023-02-11T16:45:10.609" v="3563" actId="20577"/>
          <ac:spMkLst>
            <pc:docMk/>
            <pc:sldMk cId="1275176864" sldId="757"/>
            <ac:spMk id="3" creationId="{835A6E05-8D7F-49D0-B580-39C0CD091E83}"/>
          </ac:spMkLst>
        </pc:spChg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3149467972" sldId="758"/>
        </pc:sldMkLst>
      </pc:sldChg>
      <pc:sldChg chg="add del">
        <pc:chgData name="이민재" userId="f97f16f7-28a5-49bd-9e05-fb3ef63d7997" providerId="ADAL" clId="{270298B9-4512-4A86-BE70-F3EFEC4C0334}" dt="2023-02-11T16:45:42.072" v="3566" actId="47"/>
        <pc:sldMkLst>
          <pc:docMk/>
          <pc:sldMk cId="156749653" sldId="759"/>
        </pc:sldMkLst>
      </pc:sldChg>
      <pc:sldChg chg="addSp delSp modSp add mod ord">
        <pc:chgData name="이민재" userId="f97f16f7-28a5-49bd-9e05-fb3ef63d7997" providerId="ADAL" clId="{270298B9-4512-4A86-BE70-F3EFEC4C0334}" dt="2023-02-14T19:48:21.897" v="6137" actId="20577"/>
        <pc:sldMkLst>
          <pc:docMk/>
          <pc:sldMk cId="3491915091" sldId="760"/>
        </pc:sldMkLst>
        <pc:spChg chg="mod">
          <ac:chgData name="이민재" userId="f97f16f7-28a5-49bd-9e05-fb3ef63d7997" providerId="ADAL" clId="{270298B9-4512-4A86-BE70-F3EFEC4C0334}" dt="2023-02-11T15:51:28.979" v="1928" actId="1076"/>
          <ac:spMkLst>
            <pc:docMk/>
            <pc:sldMk cId="3491915091" sldId="760"/>
            <ac:spMk id="3" creationId="{1BCB2C3C-E5B8-EC64-F0E8-B9CEBEE7B6A5}"/>
          </ac:spMkLst>
        </pc:spChg>
        <pc:spChg chg="mod">
          <ac:chgData name="이민재" userId="f97f16f7-28a5-49bd-9e05-fb3ef63d7997" providerId="ADAL" clId="{270298B9-4512-4A86-BE70-F3EFEC4C0334}" dt="2023-02-14T19:48:21.897" v="6137" actId="20577"/>
          <ac:spMkLst>
            <pc:docMk/>
            <pc:sldMk cId="3491915091" sldId="760"/>
            <ac:spMk id="5" creationId="{532E1452-4970-CD21-C56C-0C3FF2EE9BB9}"/>
          </ac:spMkLst>
        </pc:spChg>
        <pc:spChg chg="add mod">
          <ac:chgData name="이민재" userId="f97f16f7-28a5-49bd-9e05-fb3ef63d7997" providerId="ADAL" clId="{270298B9-4512-4A86-BE70-F3EFEC4C0334}" dt="2023-02-11T16:02:25.953" v="3040" actId="1076"/>
          <ac:spMkLst>
            <pc:docMk/>
            <pc:sldMk cId="3491915091" sldId="760"/>
            <ac:spMk id="8" creationId="{5F042CA4-646B-9CF6-DFC2-7D4AB5DD54E9}"/>
          </ac:spMkLst>
        </pc:spChg>
        <pc:spChg chg="add mod">
          <ac:chgData name="이민재" userId="f97f16f7-28a5-49bd-9e05-fb3ef63d7997" providerId="ADAL" clId="{270298B9-4512-4A86-BE70-F3EFEC4C0334}" dt="2023-02-11T16:02:25.953" v="3040" actId="1076"/>
          <ac:spMkLst>
            <pc:docMk/>
            <pc:sldMk cId="3491915091" sldId="760"/>
            <ac:spMk id="11" creationId="{8AE4623D-964A-92D2-63E1-E7D155BFDA96}"/>
          </ac:spMkLst>
        </pc:spChg>
        <pc:graphicFrameChg chg="mod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2" creationId="{BB2EA151-3CC2-2539-FFE8-E2BE5E4686B5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6" creationId="{FC73CC60-25FD-53FB-44E5-ADE081AABB76}"/>
          </ac:graphicFrameMkLst>
        </pc:graphicFrameChg>
        <pc:graphicFrameChg chg="add mod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7" creationId="{76101C75-65B9-E80C-F5C2-41733D9C96C0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9" creationId="{C3E30C1C-CF83-0B18-3A67-5B94DEDE2F70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10" creationId="{D536CC6E-98C8-5385-5A9A-A09E51DD093F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12" creationId="{45FF4D1C-56CC-046F-D231-3C2C025AAA1C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5" creationId="{7388A403-D634-713B-2F85-673528158496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6" creationId="{6CB3A6DF-82B7-35D5-ED75-3A4EF2A13FE8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7" creationId="{86F387B0-7B8D-C554-BAC1-DD441FC7123A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0" creationId="{5EC85986-8CA3-D612-3435-253D0B0100E2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1" creationId="{B0D87111-3E14-3693-7053-7C1F7EDED536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2" creationId="{E0ADE936-CAB5-9DAC-49F0-8F3E590F6EF2}"/>
          </ac:graphicFrameMkLst>
        </pc:graphicFrameChg>
        <pc:picChg chg="add mod">
          <ac:chgData name="이민재" userId="f97f16f7-28a5-49bd-9e05-fb3ef63d7997" providerId="ADAL" clId="{270298B9-4512-4A86-BE70-F3EFEC4C0334}" dt="2023-02-11T16:17:48.663" v="3175" actId="1076"/>
          <ac:picMkLst>
            <pc:docMk/>
            <pc:sldMk cId="3491915091" sldId="760"/>
            <ac:picMk id="13" creationId="{450B5344-E2F3-F976-E094-427CE55422DE}"/>
          </ac:picMkLst>
        </pc:picChg>
        <pc:picChg chg="add del mod">
          <ac:chgData name="이민재" userId="f97f16f7-28a5-49bd-9e05-fb3ef63d7997" providerId="ADAL" clId="{270298B9-4512-4A86-BE70-F3EFEC4C0334}" dt="2023-02-11T16:27:27.933" v="3190" actId="21"/>
          <ac:picMkLst>
            <pc:docMk/>
            <pc:sldMk cId="3491915091" sldId="760"/>
            <ac:picMk id="15" creationId="{3F12B774-471C-87B3-AD0C-181E6B60A3D1}"/>
          </ac:picMkLst>
        </pc:picChg>
      </pc:sldChg>
      <pc:sldChg chg="addSp delSp modSp add mod ord">
        <pc:chgData name="이민재" userId="f97f16f7-28a5-49bd-9e05-fb3ef63d7997" providerId="ADAL" clId="{270298B9-4512-4A86-BE70-F3EFEC4C0334}" dt="2023-02-14T19:40:16.363" v="5662"/>
        <pc:sldMkLst>
          <pc:docMk/>
          <pc:sldMk cId="1323238880" sldId="761"/>
        </pc:sldMkLst>
        <pc:spChg chg="mod">
          <ac:chgData name="이민재" userId="f97f16f7-28a5-49bd-9e05-fb3ef63d7997" providerId="ADAL" clId="{270298B9-4512-4A86-BE70-F3EFEC4C0334}" dt="2023-02-11T15:50:38.525" v="1909" actId="20577"/>
          <ac:spMkLst>
            <pc:docMk/>
            <pc:sldMk cId="1323238880" sldId="761"/>
            <ac:spMk id="3" creationId="{1BCB2C3C-E5B8-EC64-F0E8-B9CEBEE7B6A5}"/>
          </ac:spMkLst>
        </pc:spChg>
        <pc:spChg chg="mod">
          <ac:chgData name="이민재" userId="f97f16f7-28a5-49bd-9e05-fb3ef63d7997" providerId="ADAL" clId="{270298B9-4512-4A86-BE70-F3EFEC4C0334}" dt="2023-02-11T15:59:15.462" v="3034" actId="20577"/>
          <ac:spMkLst>
            <pc:docMk/>
            <pc:sldMk cId="1323238880" sldId="761"/>
            <ac:spMk id="5" creationId="{532E1452-4970-CD21-C56C-0C3FF2EE9BB9}"/>
          </ac:spMkLst>
        </pc:spChg>
        <pc:spChg chg="add mod">
          <ac:chgData name="이민재" userId="f97f16f7-28a5-49bd-9e05-fb3ef63d7997" providerId="ADAL" clId="{270298B9-4512-4A86-BE70-F3EFEC4C0334}" dt="2023-02-11T15:47:09.852" v="1787" actId="1076"/>
          <ac:spMkLst>
            <pc:docMk/>
            <pc:sldMk cId="1323238880" sldId="761"/>
            <ac:spMk id="8" creationId="{5A7C9769-790E-EAB3-8BB5-2A1E76E23F52}"/>
          </ac:spMkLst>
        </pc:spChg>
        <pc:spChg chg="add mod">
          <ac:chgData name="이민재" userId="f97f16f7-28a5-49bd-9e05-fb3ef63d7997" providerId="ADAL" clId="{270298B9-4512-4A86-BE70-F3EFEC4C0334}" dt="2023-02-11T15:47:17.808" v="1788" actId="1076"/>
          <ac:spMkLst>
            <pc:docMk/>
            <pc:sldMk cId="1323238880" sldId="761"/>
            <ac:spMk id="11" creationId="{8B62E623-1C0F-D2BB-807D-3806F186655B}"/>
          </ac:spMkLst>
        </pc:spChg>
        <pc:spChg chg="add mod">
          <ac:chgData name="이민재" userId="f97f16f7-28a5-49bd-9e05-fb3ef63d7997" providerId="ADAL" clId="{270298B9-4512-4A86-BE70-F3EFEC4C0334}" dt="2023-02-11T15:48:25.638" v="1854" actId="1038"/>
          <ac:spMkLst>
            <pc:docMk/>
            <pc:sldMk cId="1323238880" sldId="761"/>
            <ac:spMk id="13" creationId="{260D6C67-6B41-C4F9-AC8B-C0EFCEA9F0A2}"/>
          </ac:spMkLst>
        </pc:spChg>
        <pc:spChg chg="add mod">
          <ac:chgData name="이민재" userId="f97f16f7-28a5-49bd-9e05-fb3ef63d7997" providerId="ADAL" clId="{270298B9-4512-4A86-BE70-F3EFEC4C0334}" dt="2023-02-11T15:48:40.311" v="1857" actId="20577"/>
          <ac:spMkLst>
            <pc:docMk/>
            <pc:sldMk cId="1323238880" sldId="761"/>
            <ac:spMk id="14" creationId="{D85D8C75-6D7E-627D-B43E-7D64DC591C5A}"/>
          </ac:spMkLst>
        </pc:spChg>
        <pc:spChg chg="add mod">
          <ac:chgData name="이민재" userId="f97f16f7-28a5-49bd-9e05-fb3ef63d7997" providerId="ADAL" clId="{270298B9-4512-4A86-BE70-F3EFEC4C0334}" dt="2023-02-11T15:47:55.408" v="1804" actId="571"/>
          <ac:spMkLst>
            <pc:docMk/>
            <pc:sldMk cId="1323238880" sldId="761"/>
            <ac:spMk id="15" creationId="{4B985C0B-33C9-4FC4-38A8-9186446DF731}"/>
          </ac:spMkLst>
        </pc:spChg>
        <pc:spChg chg="add mod">
          <ac:chgData name="이민재" userId="f97f16f7-28a5-49bd-9e05-fb3ef63d7997" providerId="ADAL" clId="{270298B9-4512-4A86-BE70-F3EFEC4C0334}" dt="2023-02-11T15:48:42.180" v="1859" actId="20577"/>
          <ac:spMkLst>
            <pc:docMk/>
            <pc:sldMk cId="1323238880" sldId="761"/>
            <ac:spMk id="16" creationId="{03D22A72-41BA-0D71-AC45-076CF708A4C1}"/>
          </ac:spMkLst>
        </pc:spChg>
        <pc:spChg chg="add mod">
          <ac:chgData name="이민재" userId="f97f16f7-28a5-49bd-9e05-fb3ef63d7997" providerId="ADAL" clId="{270298B9-4512-4A86-BE70-F3EFEC4C0334}" dt="2023-02-11T15:49:06.242" v="1879" actId="20577"/>
          <ac:spMkLst>
            <pc:docMk/>
            <pc:sldMk cId="1323238880" sldId="761"/>
            <ac:spMk id="17" creationId="{F363DAD1-B635-543C-22E2-2C1DB2C1196E}"/>
          </ac:spMkLst>
        </pc:spChg>
        <pc:spChg chg="add mod">
          <ac:chgData name="이민재" userId="f97f16f7-28a5-49bd-9e05-fb3ef63d7997" providerId="ADAL" clId="{270298B9-4512-4A86-BE70-F3EFEC4C0334}" dt="2023-02-11T15:49:12.852" v="1881" actId="20577"/>
          <ac:spMkLst>
            <pc:docMk/>
            <pc:sldMk cId="1323238880" sldId="761"/>
            <ac:spMk id="18" creationId="{974227E2-33A2-3A7C-E889-1192B8034E44}"/>
          </ac:spMkLst>
        </pc:spChg>
        <pc:graphicFrameChg chg="del">
          <ac:chgData name="이민재" userId="f97f16f7-28a5-49bd-9e05-fb3ef63d7997" providerId="ADAL" clId="{270298B9-4512-4A86-BE70-F3EFEC4C0334}" dt="2023-02-11T15:47:04.387" v="1785" actId="478"/>
          <ac:graphicFrameMkLst>
            <pc:docMk/>
            <pc:sldMk cId="1323238880" sldId="761"/>
            <ac:graphicFrameMk id="2" creationId="{BB2EA151-3CC2-2539-FFE8-E2BE5E4686B5}"/>
          </ac:graphicFrameMkLst>
        </pc:graphicFrameChg>
        <pc:graphicFrameChg chg="add mod">
          <ac:chgData name="이민재" userId="f97f16f7-28a5-49bd-9e05-fb3ef63d7997" providerId="ADAL" clId="{270298B9-4512-4A86-BE70-F3EFEC4C0334}" dt="2023-02-11T15:47:09.852" v="1787" actId="1076"/>
          <ac:graphicFrameMkLst>
            <pc:docMk/>
            <pc:sldMk cId="1323238880" sldId="761"/>
            <ac:graphicFrameMk id="6" creationId="{2F39CC9A-5F54-6A27-9FBA-CC89B4743ECE}"/>
          </ac:graphicFrameMkLst>
        </pc:graphicFrameChg>
        <pc:graphicFrameChg chg="add mod">
          <ac:chgData name="이민재" userId="f97f16f7-28a5-49bd-9e05-fb3ef63d7997" providerId="ADAL" clId="{270298B9-4512-4A86-BE70-F3EFEC4C0334}" dt="2023-02-11T15:47:09.852" v="1787" actId="1076"/>
          <ac:graphicFrameMkLst>
            <pc:docMk/>
            <pc:sldMk cId="1323238880" sldId="761"/>
            <ac:graphicFrameMk id="7" creationId="{A9F416FB-0504-A4AD-FDDB-3E136CC3A0DD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9" creationId="{C3E30C1C-CF83-0B18-3A67-5B94DEDE2F70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10" creationId="{D536CC6E-98C8-5385-5A9A-A09E51DD093F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12" creationId="{45FF4D1C-56CC-046F-D231-3C2C025AAA1C}"/>
          </ac:graphicFrameMkLst>
        </pc:graphicFrameChg>
        <pc:graphicFrameChg chg="del">
          <ac:chgData name="이민재" userId="f97f16f7-28a5-49bd-9e05-fb3ef63d7997" providerId="ADAL" clId="{270298B9-4512-4A86-BE70-F3EFEC4C0334}" dt="2023-02-11T15:11:41.407" v="645" actId="478"/>
          <ac:graphicFrameMkLst>
            <pc:docMk/>
            <pc:sldMk cId="1323238880" sldId="761"/>
            <ac:graphicFrameMk id="35" creationId="{7388A403-D634-713B-2F85-673528158496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6:30.904" v="787" actId="207"/>
          <ac:graphicFrameMkLst>
            <pc:docMk/>
            <pc:sldMk cId="1323238880" sldId="761"/>
            <ac:graphicFrameMk id="36" creationId="{6CB3A6DF-82B7-35D5-ED75-3A4EF2A13FE8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5:40.990" v="771" actId="20577"/>
          <ac:graphicFrameMkLst>
            <pc:docMk/>
            <pc:sldMk cId="1323238880" sldId="761"/>
            <ac:graphicFrameMk id="37" creationId="{86F387B0-7B8D-C554-BAC1-DD441FC7123A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4:45.827" v="736" actId="20577"/>
          <ac:graphicFrameMkLst>
            <pc:docMk/>
            <pc:sldMk cId="1323238880" sldId="761"/>
            <ac:graphicFrameMk id="40" creationId="{5EC85986-8CA3-D612-3435-253D0B0100E2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3:55.691" v="709" actId="20577"/>
          <ac:graphicFrameMkLst>
            <pc:docMk/>
            <pc:sldMk cId="1323238880" sldId="761"/>
            <ac:graphicFrameMk id="41" creationId="{B0D87111-3E14-3693-7053-7C1F7EDED536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2:59.337" v="678" actId="6549"/>
          <ac:graphicFrameMkLst>
            <pc:docMk/>
            <pc:sldMk cId="1323238880" sldId="761"/>
            <ac:graphicFrameMk id="42" creationId="{E0ADE936-CAB5-9DAC-49F0-8F3E590F6EF2}"/>
          </ac:graphicFrameMkLst>
        </pc:graphicFrameChg>
        <pc:graphicFrameChg chg="del">
          <ac:chgData name="이민재" userId="f97f16f7-28a5-49bd-9e05-fb3ef63d7997" providerId="ADAL" clId="{270298B9-4512-4A86-BE70-F3EFEC4C0334}" dt="2023-02-11T15:47:04.387" v="1785" actId="478"/>
          <ac:graphicFrameMkLst>
            <pc:docMk/>
            <pc:sldMk cId="1323238880" sldId="761"/>
            <ac:graphicFrameMk id="43" creationId="{EE059F20-45CD-562B-BD4D-C1F591D47A01}"/>
          </ac:graphicFrameMkLst>
        </pc:graphicFrameChg>
      </pc:sldChg>
      <pc:sldChg chg="addSp modSp add mod ord">
        <pc:chgData name="이민재" userId="f97f16f7-28a5-49bd-9e05-fb3ef63d7997" providerId="ADAL" clId="{270298B9-4512-4A86-BE70-F3EFEC4C0334}" dt="2023-02-14T19:46:50.383" v="6066" actId="20577"/>
        <pc:sldMkLst>
          <pc:docMk/>
          <pc:sldMk cId="1701832253" sldId="762"/>
        </pc:sldMkLst>
        <pc:spChg chg="mod">
          <ac:chgData name="이민재" userId="f97f16f7-28a5-49bd-9e05-fb3ef63d7997" providerId="ADAL" clId="{270298B9-4512-4A86-BE70-F3EFEC4C0334}" dt="2023-02-14T19:46:50.383" v="6066" actId="20577"/>
          <ac:spMkLst>
            <pc:docMk/>
            <pc:sldMk cId="1701832253" sldId="762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14" creationId="{41550863-4F73-41F1-C72A-0D5EC310C650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16" creationId="{4B8297E5-D57F-B04E-37BF-9E6C4CDF0F4E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0" creationId="{F0A3BFA5-9265-170E-86AB-ED2D2C525D3B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2" creationId="{9D53A75B-6802-6ABA-A14B-B7ADB6464AA5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3" creationId="{AFE95C54-A8AF-B8AA-F489-684E0C473605}"/>
          </ac:spMkLst>
        </pc:spChg>
        <pc:grpChg chg="mod">
          <ac:chgData name="이민재" userId="f97f16f7-28a5-49bd-9e05-fb3ef63d7997" providerId="ADAL" clId="{270298B9-4512-4A86-BE70-F3EFEC4C0334}" dt="2023-02-14T19:33:18.346" v="5652" actId="1035"/>
          <ac:grpSpMkLst>
            <pc:docMk/>
            <pc:sldMk cId="1701832253" sldId="762"/>
            <ac:grpSpMk id="51" creationId="{416CD160-DF53-E483-C3EB-D9F75EB845F2}"/>
          </ac:grpSpMkLst>
        </pc:grpChg>
        <pc:picChg chg="add mod">
          <ac:chgData name="이민재" userId="f97f16f7-28a5-49bd-9e05-fb3ef63d7997" providerId="ADAL" clId="{270298B9-4512-4A86-BE70-F3EFEC4C0334}" dt="2023-02-14T19:32:22.087" v="5580" actId="1076"/>
          <ac:picMkLst>
            <pc:docMk/>
            <pc:sldMk cId="1701832253" sldId="762"/>
            <ac:picMk id="6" creationId="{864382A5-96F1-0080-35CA-262E382FC14C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8" creationId="{9F1F8E8E-87CB-0B4A-7FFE-33EF7A9C5F84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1" creationId="{00376D0B-4B46-6A2E-5E7E-756CA1D7A6F9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3" creationId="{B24F5F0F-501F-D9B8-2792-2CEEEABBD344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9" creationId="{1F229CF4-A0EE-515A-2C4B-7D6E9D9D9BC5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49" creationId="{C8BEFEFA-627F-A682-BD60-AA2E08A63D18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2" creationId="{9C1C6B3B-8690-4676-87F7-7C59FAB5F976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3" creationId="{5D0CA3E5-B59A-5487-6CEA-8660392B051B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4" creationId="{4116E246-07F8-69D5-D491-ED805001B899}"/>
          </ac:picMkLst>
        </pc:pic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18" creationId="{EDF64063-03F7-99B2-0A0F-E0CCCFC02E02}"/>
          </ac:cxnSpMkLst>
        </pc:cxn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21" creationId="{C2BC798C-9B9B-E5FB-B257-B7246BBF40DE}"/>
          </ac:cxnSpMkLst>
        </pc:cxn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57" creationId="{A78ABBC3-F65B-F10C-7D1C-CB52E63E701A}"/>
          </ac:cxnSpMkLst>
        </pc:cxnChg>
      </pc:sldChg>
      <pc:sldChg chg="addSp delSp modSp add mod">
        <pc:chgData name="이민재" userId="f97f16f7-28a5-49bd-9e05-fb3ef63d7997" providerId="ADAL" clId="{270298B9-4512-4A86-BE70-F3EFEC4C0334}" dt="2023-02-11T16:53:23.570" v="3684" actId="20577"/>
        <pc:sldMkLst>
          <pc:docMk/>
          <pc:sldMk cId="1494083304" sldId="763"/>
        </pc:sldMkLst>
        <pc:spChg chg="mod">
          <ac:chgData name="이민재" userId="f97f16f7-28a5-49bd-9e05-fb3ef63d7997" providerId="ADAL" clId="{270298B9-4512-4A86-BE70-F3EFEC4C0334}" dt="2023-02-11T16:53:23.570" v="3684" actId="20577"/>
          <ac:spMkLst>
            <pc:docMk/>
            <pc:sldMk cId="1494083304" sldId="763"/>
            <ac:spMk id="3" creationId="{835A6E05-8D7F-49D0-B580-39C0CD091E83}"/>
          </ac:spMkLst>
        </pc:spChg>
        <pc:spChg chg="add del mod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6" creationId="{FCBEDE50-3CC9-5738-73BD-A77DB33877AD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7" creationId="{66B47750-3C57-2519-5EEE-81E42513DEBB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8" creationId="{A90081E7-FFFA-97A0-D712-D661D47946B8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9" creationId="{8F54CE6E-C807-BAF8-C093-DE5C97CBC9CE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10" creationId="{6FFB7BAB-424E-DB2D-4BE0-8C35A293F11E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1" creationId="{85CA8791-CA47-364E-D11D-53E83B2AFE18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12" creationId="{EA4CAF72-44B1-E093-6C50-4ED8CF403728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3" creationId="{1732BE0A-4F5D-2007-62CE-F5A0EB4CEF12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4" creationId="{11ACAD94-CABD-11E5-F363-5D2325A79506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18" creationId="{D0752D48-03C3-7BFB-48EC-CF6CDA23C32B}"/>
          </ac:spMkLst>
        </pc:spChg>
        <pc:spChg chg="add del mod">
          <ac:chgData name="이민재" userId="f97f16f7-28a5-49bd-9e05-fb3ef63d7997" providerId="ADAL" clId="{270298B9-4512-4A86-BE70-F3EFEC4C0334}" dt="2023-02-11T16:31:13.723" v="3286" actId="478"/>
          <ac:spMkLst>
            <pc:docMk/>
            <pc:sldMk cId="1494083304" sldId="763"/>
            <ac:spMk id="19" creationId="{74A91AC5-5B5E-4A9B-E232-8860B831E61F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1" creationId="{3B778733-17F7-8A1C-A122-CD70581FA99C}"/>
          </ac:spMkLst>
        </pc:spChg>
        <pc:spChg chg="del">
          <ac:chgData name="이민재" userId="f97f16f7-28a5-49bd-9e05-fb3ef63d7997" providerId="ADAL" clId="{270298B9-4512-4A86-BE70-F3EFEC4C0334}" dt="2023-02-11T16:28:01.218" v="3202" actId="21"/>
          <ac:spMkLst>
            <pc:docMk/>
            <pc:sldMk cId="1494083304" sldId="763"/>
            <ac:spMk id="23" creationId="{9C99F683-9D9D-CE3C-27DA-9D7CF5DF0D2A}"/>
          </ac:spMkLst>
        </pc:spChg>
        <pc:spChg chg="del">
          <ac:chgData name="이민재" userId="f97f16f7-28a5-49bd-9e05-fb3ef63d7997" providerId="ADAL" clId="{270298B9-4512-4A86-BE70-F3EFEC4C0334}" dt="2023-02-11T16:28:16.836" v="3207" actId="478"/>
          <ac:spMkLst>
            <pc:docMk/>
            <pc:sldMk cId="1494083304" sldId="763"/>
            <ac:spMk id="24" creationId="{3E505EA2-B8D7-9825-802A-6D1ACCE4E7C2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25" creationId="{2342E67A-EF43-3BF6-A654-A46EEDB95A62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6" creationId="{F107623C-4CE5-1777-DD2B-CFC4148C156A}"/>
          </ac:spMkLst>
        </pc:spChg>
        <pc:spChg chg="add del mod">
          <ac:chgData name="이민재" userId="f97f16f7-28a5-49bd-9e05-fb3ef63d7997" providerId="ADAL" clId="{270298B9-4512-4A86-BE70-F3EFEC4C0334}" dt="2023-02-11T16:31:11.763" v="3285" actId="478"/>
          <ac:spMkLst>
            <pc:docMk/>
            <pc:sldMk cId="1494083304" sldId="763"/>
            <ac:spMk id="27" creationId="{DE236EF7-72B5-0DA3-429C-B16A25AFBF0D}"/>
          </ac:spMkLst>
        </pc:spChg>
        <pc:spChg chg="add del mod">
          <ac:chgData name="이민재" userId="f97f16f7-28a5-49bd-9e05-fb3ef63d7997" providerId="ADAL" clId="{270298B9-4512-4A86-BE70-F3EFEC4C0334}" dt="2023-02-11T16:31:07.714" v="3284" actId="478"/>
          <ac:spMkLst>
            <pc:docMk/>
            <pc:sldMk cId="1494083304" sldId="763"/>
            <ac:spMk id="28" creationId="{40C01C2D-7C3A-C4D2-F6E7-B17855F69648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9" creationId="{A64F6D57-950E-8534-7088-0892D929857C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0" creationId="{1EFC137C-1856-4F89-5183-4B6675866249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1" creationId="{88E390A0-173B-182B-E7A5-06AD65A5DADD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2" creationId="{21BECAAC-C638-74A0-6489-9506F6DB9462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3" creationId="{823A2766-6166-41EC-C08D-FE846E097C7A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38" creationId="{FF171DD0-C0C7-EB40-828F-347ECC3C737B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39" creationId="{304C911A-EB8E-2568-6D84-F58A025FBE46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40" creationId="{5546C724-3340-8FF2-9E1E-971B06E6C1C7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41" creationId="{40400E6F-FC06-C2FC-FC1C-0483995C77E6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2" creationId="{CECB757E-6983-2F68-F254-3FC46ABEA79F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3" creationId="{793BD47F-D7D4-8E7B-8D73-7F92A8DCDBED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4" creationId="{2637A883-2672-76B6-CC92-2D833492428A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5" creationId="{4279AFD4-3880-E87C-AB1A-5B4C8FEC781B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6" creationId="{71F21E82-667A-DDAE-4097-6AD5F93C6487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7" creationId="{AF8438CC-6484-73AA-9938-E82EDC47A4CA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8" creationId="{9B2D8C36-E7FF-586F-AB51-2A6414E67BEB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49" creationId="{10D005B3-B1AF-562D-93D3-A72E6DC22A12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50" creationId="{8B24B71F-C011-D9EE-79DC-E3501C37186F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51" creationId="{A8086EF9-8152-4B4B-6655-69BE7B507FBD}"/>
          </ac:spMkLst>
        </pc:spChg>
        <pc:grpChg chg="add mod">
          <ac:chgData name="이민재" userId="f97f16f7-28a5-49bd-9e05-fb3ef63d7997" providerId="ADAL" clId="{270298B9-4512-4A86-BE70-F3EFEC4C0334}" dt="2023-02-11T16:43:17.042" v="3517" actId="164"/>
          <ac:grpSpMkLst>
            <pc:docMk/>
            <pc:sldMk cId="1494083304" sldId="763"/>
            <ac:grpSpMk id="52" creationId="{F82D6635-3673-1E5C-349C-15D1E6D0BC07}"/>
          </ac:grpSpMkLst>
        </pc:grpChg>
        <pc:grpChg chg="add mod">
          <ac:chgData name="이민재" userId="f97f16f7-28a5-49bd-9e05-fb3ef63d7997" providerId="ADAL" clId="{270298B9-4512-4A86-BE70-F3EFEC4C0334}" dt="2023-02-11T16:43:23.730" v="3518" actId="164"/>
          <ac:grpSpMkLst>
            <pc:docMk/>
            <pc:sldMk cId="1494083304" sldId="763"/>
            <ac:grpSpMk id="53" creationId="{4A7D7730-DC16-F3A1-EB24-C9F1917C60F2}"/>
          </ac:grpSpMkLst>
        </pc:grpChg>
        <pc:picChg chg="add del mod">
          <ac:chgData name="이민재" userId="f97f16f7-28a5-49bd-9e05-fb3ef63d7997" providerId="ADAL" clId="{270298B9-4512-4A86-BE70-F3EFEC4C0334}" dt="2023-02-11T16:29:51.502" v="3240" actId="478"/>
          <ac:picMkLst>
            <pc:docMk/>
            <pc:sldMk cId="1494083304" sldId="763"/>
            <ac:picMk id="5" creationId="{EB6277C9-D818-E844-87B1-6D54EE28D40F}"/>
          </ac:picMkLst>
        </pc:picChg>
        <pc:picChg chg="del">
          <ac:chgData name="이민재" userId="f97f16f7-28a5-49bd-9e05-fb3ef63d7997" providerId="ADAL" clId="{270298B9-4512-4A86-BE70-F3EFEC4C0334}" dt="2023-02-11T16:28:13.813" v="3206" actId="478"/>
          <ac:picMkLst>
            <pc:docMk/>
            <pc:sldMk cId="1494083304" sldId="763"/>
            <ac:picMk id="16" creationId="{455995AD-DB05-BF87-CDAF-14A7BC6DD086}"/>
          </ac:picMkLst>
        </pc:picChg>
        <pc:picChg chg="add del mod">
          <ac:chgData name="이민재" userId="f97f16f7-28a5-49bd-9e05-fb3ef63d7997" providerId="ADAL" clId="{270298B9-4512-4A86-BE70-F3EFEC4C0334}" dt="2023-02-11T16:41:05.853" v="3488" actId="478"/>
          <ac:picMkLst>
            <pc:docMk/>
            <pc:sldMk cId="1494083304" sldId="763"/>
            <ac:picMk id="17" creationId="{FC0E4768-3B30-CB2E-7DE8-8FD401C7997C}"/>
          </ac:picMkLst>
        </pc:picChg>
        <pc:picChg chg="del">
          <ac:chgData name="이민재" userId="f97f16f7-28a5-49bd-9e05-fb3ef63d7997" providerId="ADAL" clId="{270298B9-4512-4A86-BE70-F3EFEC4C0334}" dt="2023-02-11T16:27:49.488" v="3195" actId="478"/>
          <ac:picMkLst>
            <pc:docMk/>
            <pc:sldMk cId="1494083304" sldId="763"/>
            <ac:picMk id="20" creationId="{04853E47-13A7-ACFB-E15A-CDDED7428F4F}"/>
          </ac:picMkLst>
        </pc:picChg>
        <pc:picChg chg="del">
          <ac:chgData name="이민재" userId="f97f16f7-28a5-49bd-9e05-fb3ef63d7997" providerId="ADAL" clId="{270298B9-4512-4A86-BE70-F3EFEC4C0334}" dt="2023-02-11T16:27:50.092" v="3196" actId="478"/>
          <ac:picMkLst>
            <pc:docMk/>
            <pc:sldMk cId="1494083304" sldId="763"/>
            <ac:picMk id="22" creationId="{316B1ABB-3BC2-E95E-EB12-2092F41972F4}"/>
          </ac:picMkLst>
        </pc:picChg>
        <pc:picChg chg="add mod">
          <ac:chgData name="이민재" userId="f97f16f7-28a5-49bd-9e05-fb3ef63d7997" providerId="ADAL" clId="{270298B9-4512-4A86-BE70-F3EFEC4C0334}" dt="2023-02-11T16:43:17.042" v="3517" actId="164"/>
          <ac:picMkLst>
            <pc:docMk/>
            <pc:sldMk cId="1494083304" sldId="763"/>
            <ac:picMk id="35" creationId="{7C82E379-9D75-DEF0-4105-59BE6F48D64C}"/>
          </ac:picMkLst>
        </pc:picChg>
        <pc:picChg chg="add mod">
          <ac:chgData name="이민재" userId="f97f16f7-28a5-49bd-9e05-fb3ef63d7997" providerId="ADAL" clId="{270298B9-4512-4A86-BE70-F3EFEC4C0334}" dt="2023-02-11T16:43:23.730" v="3518" actId="164"/>
          <ac:picMkLst>
            <pc:docMk/>
            <pc:sldMk cId="1494083304" sldId="763"/>
            <ac:picMk id="37" creationId="{59181675-F328-69F2-97D7-69A7100CEAB3}"/>
          </ac:picMkLst>
        </pc:picChg>
      </pc:sldChg>
      <pc:sldChg chg="addSp delSp modSp add mod ord">
        <pc:chgData name="이민재" userId="f97f16f7-28a5-49bd-9e05-fb3ef63d7997" providerId="ADAL" clId="{270298B9-4512-4A86-BE70-F3EFEC4C0334}" dt="2023-02-11T19:25:13.570" v="5341" actId="20577"/>
        <pc:sldMkLst>
          <pc:docMk/>
          <pc:sldMk cId="1699561304" sldId="764"/>
        </pc:sldMkLst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" creationId="{81CA2A75-F519-A6EB-7F32-6BF18F8144BF}"/>
          </ac:spMkLst>
        </pc:spChg>
        <pc:spChg chg="mod">
          <ac:chgData name="이민재" userId="f97f16f7-28a5-49bd-9e05-fb3ef63d7997" providerId="ADAL" clId="{270298B9-4512-4A86-BE70-F3EFEC4C0334}" dt="2023-02-11T18:56:52.546" v="4617"/>
          <ac:spMkLst>
            <pc:docMk/>
            <pc:sldMk cId="1699561304" sldId="764"/>
            <ac:spMk id="5" creationId="{532E1452-4970-CD21-C56C-0C3FF2EE9BB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6" creationId="{129EE9F2-02C4-D784-BD34-6B8F08570CE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7" creationId="{4AAFEF03-8F10-4E31-8893-7DE0EF86FB5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" creationId="{FA60E259-C4A2-197D-E893-F3BAC6DA183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" creationId="{422DFF14-29FC-96F6-27EC-3501BF7D92F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" creationId="{BACDF2AD-1200-5CC0-7FBA-004DAD00244F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14" creationId="{41550863-4F73-41F1-C72A-0D5EC310C65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5" creationId="{4375DA96-FAB8-C0D1-E18C-2B54B2D706F3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16" creationId="{4B8297E5-D57F-B04E-37BF-9E6C4CDF0F4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7" creationId="{2EBE8AFA-4AA3-250F-FEDB-02158A18109E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0" creationId="{F0A3BFA5-9265-170E-86AB-ED2D2C525D3B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2" creationId="{9D53A75B-6802-6ABA-A14B-B7ADB6464AA5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3" creationId="{AFE95C54-A8AF-B8AA-F489-684E0C473605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4" creationId="{470EA704-609A-A628-D04A-A6BB0CD486BE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5" creationId="{FD4452AF-D607-A46C-C2E7-94B9D42034A6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6" creationId="{D4FDF552-E3AF-8D48-9F49-5E8720050950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7" creationId="{E11FCA15-1B91-D899-268D-5F9685BB11AF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8" creationId="{D135AA8F-9CCB-4519-F32A-B324312E523C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0" creationId="{5FAD0D51-1841-B9B1-D7A7-01ECF6D4E497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3" creationId="{A9817405-7056-5F58-340F-32E87D264063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4" creationId="{A4416106-7280-1B18-B753-88ABEC3CCB57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5" creationId="{1F21CDCF-0BA4-7861-5911-7F75E1C64807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6" creationId="{B476B9CC-A45E-D8B3-E684-23C59F53AEDB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7" creationId="{C9364711-286A-4BA5-81A7-D53A67A58C39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8" creationId="{62772007-80C6-0CD3-387E-22A3332EC492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9" creationId="{A68EAA29-3EEF-F419-A67F-4159F1E87F4A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0" creationId="{B28BBDC1-B9B9-BF34-3F93-DA84AC774073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1" creationId="{3A32CAE0-9CA4-084E-1A82-B9098D4E4D99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2" creationId="{BC3C6056-1BAA-FF9D-43CE-F9ABF08A8660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43" creationId="{2F692DEC-0467-26AC-4074-1D55C39CACFE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44" creationId="{648AC0C0-0B93-243C-176D-B1DD57EFB6B3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0" creationId="{CAA3CBFD-178D-193E-07CE-2C24F92B205B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5" creationId="{17A5C551-44AA-A830-141E-4C371B6835ED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6" creationId="{8D8FAEE9-8068-5E9B-0B9B-DD180C404234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8" creationId="{B988142C-1535-AED2-76AF-B46D8DB9EBFE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9" creationId="{7A6CE184-409A-9DD5-0FAE-EAA6391DB244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60" creationId="{223AF5CB-A0BC-400D-B02D-906525C49439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89" creationId="{9222B244-7BEA-31EA-8CDB-F9CED71F8ABC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0" creationId="{6143A958-A265-0D79-94D4-19DA69187681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1" creationId="{65B29B56-AADA-FC7A-17F5-F13C1E7894A3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2" creationId="{488AC155-DBA3-4381-C938-5D48540C51D6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3" creationId="{9FC79871-FC89-1B64-DFBD-C1D9CCE0F272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4" creationId="{6FDEF1CA-2D84-3895-7002-82A9DB0AC1AC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5" creationId="{595345D5-7C1B-32B2-3A3F-030614F8F04A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6" creationId="{3F385E60-C33B-DB4E-9F75-4ED0495E1A0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7" creationId="{1504B9E2-29EE-3A7A-960A-F612EE2C098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8" creationId="{EFF17F64-3449-641C-D2E9-3E609A60CF8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9" creationId="{0C42B31D-B63B-1E12-433D-50B13492AF0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0" creationId="{A27D9131-87AD-F911-3D4C-B60CA2F59C2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1" creationId="{E6F6C9B3-19F4-0359-4732-E23C3C9B844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2" creationId="{B5F8493C-B5FC-75D0-D43D-319F29A193E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3" creationId="{EEB39F55-88CE-7687-3622-78692090EA5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4" creationId="{14D7D1F4-3B0A-9650-6091-389B642D2A1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5" creationId="{2759C638-6B7D-279E-A1BE-2D8B608D116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6" creationId="{8BB18C12-CA2A-FAD9-1FFE-0FC6CCF1BD8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7" creationId="{574EDE20-8D41-B7BC-9867-5B9D8BE1605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8" creationId="{EF650D8F-8E98-A7E9-5DB0-D3B2677A60B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9" creationId="{E568D38A-421F-AD9D-F075-EC6D434D4F0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0" creationId="{F7C5605B-96B5-E490-C438-0905A8CD82D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1" creationId="{ABEAD39E-FD87-5AED-4894-D454BD9D285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2" creationId="{4E82E86B-0879-5C9D-10E8-B338B6AB36B6}"/>
          </ac:spMkLst>
        </pc:spChg>
        <pc:spChg chg="add mod">
          <ac:chgData name="이민재" userId="f97f16f7-28a5-49bd-9e05-fb3ef63d7997" providerId="ADAL" clId="{270298B9-4512-4A86-BE70-F3EFEC4C0334}" dt="2023-02-11T17:13:33.715" v="3956" actId="571"/>
          <ac:spMkLst>
            <pc:docMk/>
            <pc:sldMk cId="1699561304" sldId="764"/>
            <ac:spMk id="113" creationId="{54185C86-25D8-8704-0EF9-1E2473C4F44D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4" creationId="{A2E108C8-FB1C-7647-4F5C-B7E2F315F46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5" creationId="{5D17AA0C-3C02-5BE1-8A7E-62D61C37BF9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6" creationId="{55C64AEB-6B39-219F-1C48-C8A44D3C2571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7" creationId="{C8D9423B-7132-ECAF-A1E0-5EEBC0AA4F6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8" creationId="{C31DBD29-345C-4544-F882-8A30C0411C8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9" creationId="{2CFC9D7D-FE49-727F-3779-7CBF2E1DED8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0" creationId="{6FD63F26-E3E4-EE32-F80A-E6CEA945D9F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1" creationId="{A0FD1218-1597-B080-83BA-1482635055A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3" creationId="{B976D5FB-A895-7F21-8CF8-ADBEA65CBD1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4" creationId="{331B537A-DFC8-1C83-FB07-B144AA0A63B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5" creationId="{A6E6A5F5-0DDC-8F51-6746-05D741F5EB6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6" creationId="{DB22ACDE-BD48-8669-9270-BC8674560E51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7" creationId="{79F3DB10-3AF6-8F96-B063-D9E1432DAC4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8" creationId="{23E7CAFA-4612-23E0-E637-1766839A81B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9" creationId="{7F77D560-DEA2-5DA5-D5B1-7FEA3513CA1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70" creationId="{82870DDE-D3BF-8477-ED3E-1CFA54AA076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2" creationId="{4035C7B6-5F96-249C-22B6-CF8A63AA27B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3" creationId="{4F3CE4AC-41BD-D624-100F-EE5053B8AFE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4" creationId="{3B0B8577-BC9D-5A96-01B6-D415F45CBDC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5" creationId="{25D3F370-2D6D-CD38-5A2F-85975501E66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6" creationId="{A23C493C-3FF5-7D59-EF63-8A1AB869D01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7" creationId="{F9D7F141-2564-4374-B30B-853A1EBB8AA8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8" creationId="{E995127A-BB1F-3ED0-D941-B420E40FDF5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9" creationId="{7D0C919B-EF59-DE46-2D39-50D6DF9BF61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0" creationId="{E5E3414E-1D4E-B33B-FF07-A4DE8023517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1" creationId="{A8D95701-DC91-2B80-F4CE-517F36E2C70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2" creationId="{B23AB5D7-B574-AB2F-E929-86E914D58F78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3" creationId="{80EE08AA-817C-1E7B-C459-A353F61E372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4" creationId="{371EC2DE-4BFE-2A06-7660-25689346D96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5" creationId="{464A7741-4FFE-5092-540C-FE292684A9B2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6" creationId="{B1765B8D-6A51-2EA8-62BC-67910257AF2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7" creationId="{91A04728-1366-CA72-B974-F80FC115A61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8" creationId="{2081C091-7B47-ABC1-946A-52FC0153C00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9" creationId="{D82C7204-B9D1-9E76-7216-8AF8A2FC3CF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0" creationId="{1CB01B8E-F476-A7FE-6D02-904FB304F98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1" creationId="{75851C7E-3BBD-9E44-318E-492F591C5B4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2" creationId="{4714878F-DD3D-9829-ABDF-0297C33E450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3" creationId="{07C7805C-F1F9-1CDA-DE4A-A3A8E0393B12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4" creationId="{A4C8028D-B80E-80C8-E192-D2FD0F5539C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5" creationId="{065D4B58-E783-1D4B-4863-9DEAB934A3CE}"/>
          </ac:spMkLst>
        </pc:spChg>
        <pc:spChg chg="add mod">
          <ac:chgData name="이민재" userId="f97f16f7-28a5-49bd-9e05-fb3ef63d7997" providerId="ADAL" clId="{270298B9-4512-4A86-BE70-F3EFEC4C0334}" dt="2023-02-11T18:32:32.071" v="4476" actId="692"/>
          <ac:spMkLst>
            <pc:docMk/>
            <pc:sldMk cId="1699561304" sldId="764"/>
            <ac:spMk id="275" creationId="{219AAFA6-B8ED-836B-7599-0618714568B5}"/>
          </ac:spMkLst>
        </pc:spChg>
        <pc:spChg chg="add mod">
          <ac:chgData name="이민재" userId="f97f16f7-28a5-49bd-9e05-fb3ef63d7997" providerId="ADAL" clId="{270298B9-4512-4A86-BE70-F3EFEC4C0334}" dt="2023-02-11T18:33:22.419" v="4500" actId="14100"/>
          <ac:spMkLst>
            <pc:docMk/>
            <pc:sldMk cId="1699561304" sldId="764"/>
            <ac:spMk id="276" creationId="{9AB1AEFE-655E-2170-6D1C-5E949CE1EE5A}"/>
          </ac:spMkLst>
        </pc:spChg>
        <pc:spChg chg="add mod">
          <ac:chgData name="이민재" userId="f97f16f7-28a5-49bd-9e05-fb3ef63d7997" providerId="ADAL" clId="{270298B9-4512-4A86-BE70-F3EFEC4C0334}" dt="2023-02-11T18:57:04.820" v="4619" actId="164"/>
          <ac:spMkLst>
            <pc:docMk/>
            <pc:sldMk cId="1699561304" sldId="764"/>
            <ac:spMk id="277" creationId="{E3388685-8D4E-2448-D982-C84D777C7765}"/>
          </ac:spMkLst>
        </pc:spChg>
        <pc:spChg chg="add del mod">
          <ac:chgData name="이민재" userId="f97f16f7-28a5-49bd-9e05-fb3ef63d7997" providerId="ADAL" clId="{270298B9-4512-4A86-BE70-F3EFEC4C0334}" dt="2023-02-11T18:52:53.991" v="4527" actId="478"/>
          <ac:spMkLst>
            <pc:docMk/>
            <pc:sldMk cId="1699561304" sldId="764"/>
            <ac:spMk id="278" creationId="{9B80772A-0C1D-0AFB-0B53-C6FD8CBB5B55}"/>
          </ac:spMkLst>
        </pc:spChg>
        <pc:spChg chg="add mod">
          <ac:chgData name="이민재" userId="f97f16f7-28a5-49bd-9e05-fb3ef63d7997" providerId="ADAL" clId="{270298B9-4512-4A86-BE70-F3EFEC4C0334}" dt="2023-02-11T18:54:01.712" v="4550" actId="692"/>
          <ac:spMkLst>
            <pc:docMk/>
            <pc:sldMk cId="1699561304" sldId="764"/>
            <ac:spMk id="280" creationId="{BF3D5039-527E-E749-8F06-B29809F45E7C}"/>
          </ac:spMkLst>
        </pc:spChg>
        <pc:spChg chg="add mod">
          <ac:chgData name="이민재" userId="f97f16f7-28a5-49bd-9e05-fb3ef63d7997" providerId="ADAL" clId="{270298B9-4512-4A86-BE70-F3EFEC4C0334}" dt="2023-02-11T18:57:04.820" v="4619" actId="164"/>
          <ac:spMkLst>
            <pc:docMk/>
            <pc:sldMk cId="1699561304" sldId="764"/>
            <ac:spMk id="282" creationId="{2EDDA27D-21F7-1EB9-87BC-36A2F319C8E7}"/>
          </ac:spMkLst>
        </pc:spChg>
        <pc:spChg chg="add mod">
          <ac:chgData name="이민재" userId="f97f16f7-28a5-49bd-9e05-fb3ef63d7997" providerId="ADAL" clId="{270298B9-4512-4A86-BE70-F3EFEC4C0334}" dt="2023-02-11T18:54:48.607" v="4592" actId="571"/>
          <ac:spMkLst>
            <pc:docMk/>
            <pc:sldMk cId="1699561304" sldId="764"/>
            <ac:spMk id="283" creationId="{16EECEBF-D3DD-FE11-DDEB-3A6816F40417}"/>
          </ac:spMkLst>
        </pc:spChg>
        <pc:spChg chg="add mod">
          <ac:chgData name="이민재" userId="f97f16f7-28a5-49bd-9e05-fb3ef63d7997" providerId="ADAL" clId="{270298B9-4512-4A86-BE70-F3EFEC4C0334}" dt="2023-02-11T19:10:25.130" v="4896" actId="14100"/>
          <ac:spMkLst>
            <pc:docMk/>
            <pc:sldMk cId="1699561304" sldId="764"/>
            <ac:spMk id="286" creationId="{AF8F6E0B-A42A-12E6-0A4C-78956AB8587E}"/>
          </ac:spMkLst>
        </pc:spChg>
        <pc:spChg chg="add mod">
          <ac:chgData name="이민재" userId="f97f16f7-28a5-49bd-9e05-fb3ef63d7997" providerId="ADAL" clId="{270298B9-4512-4A86-BE70-F3EFEC4C0334}" dt="2023-02-11T19:10:58.267" v="4978" actId="14100"/>
          <ac:spMkLst>
            <pc:docMk/>
            <pc:sldMk cId="1699561304" sldId="764"/>
            <ac:spMk id="287" creationId="{74EC7566-20D4-CC63-A3AB-854F32FF936A}"/>
          </ac:spMkLst>
        </pc:spChg>
        <pc:spChg chg="add mod">
          <ac:chgData name="이민재" userId="f97f16f7-28a5-49bd-9e05-fb3ef63d7997" providerId="ADAL" clId="{270298B9-4512-4A86-BE70-F3EFEC4C0334}" dt="2023-02-11T19:13:16.536" v="5032" actId="207"/>
          <ac:spMkLst>
            <pc:docMk/>
            <pc:sldMk cId="1699561304" sldId="764"/>
            <ac:spMk id="288" creationId="{008700A2-3D76-110B-867D-2366CEBC7E50}"/>
          </ac:spMkLst>
        </pc:spChg>
        <pc:spChg chg="add mod">
          <ac:chgData name="이민재" userId="f97f16f7-28a5-49bd-9e05-fb3ef63d7997" providerId="ADAL" clId="{270298B9-4512-4A86-BE70-F3EFEC4C0334}" dt="2023-02-11T19:19:45.066" v="5221" actId="1038"/>
          <ac:spMkLst>
            <pc:docMk/>
            <pc:sldMk cId="1699561304" sldId="764"/>
            <ac:spMk id="289" creationId="{EF35C773-B45D-4ABF-9A11-626996274FB8}"/>
          </ac:spMkLst>
        </pc:spChg>
        <pc:spChg chg="add mod">
          <ac:chgData name="이민재" userId="f97f16f7-28a5-49bd-9e05-fb3ef63d7997" providerId="ADAL" clId="{270298B9-4512-4A86-BE70-F3EFEC4C0334}" dt="2023-02-11T19:24:26.385" v="5322" actId="207"/>
          <ac:spMkLst>
            <pc:docMk/>
            <pc:sldMk cId="1699561304" sldId="764"/>
            <ac:spMk id="292" creationId="{304345B7-39E0-9CEF-6717-AEA2658BEF0C}"/>
          </ac:spMkLst>
        </pc:spChg>
        <pc:spChg chg="add mod">
          <ac:chgData name="이민재" userId="f97f16f7-28a5-49bd-9e05-fb3ef63d7997" providerId="ADAL" clId="{270298B9-4512-4A86-BE70-F3EFEC4C0334}" dt="2023-02-11T19:24:31.482" v="5323" actId="207"/>
          <ac:spMkLst>
            <pc:docMk/>
            <pc:sldMk cId="1699561304" sldId="764"/>
            <ac:spMk id="293" creationId="{3EC259FF-AE2F-E294-BFF0-4D8019D80ADF}"/>
          </ac:spMkLst>
        </pc:spChg>
        <pc:spChg chg="add mod">
          <ac:chgData name="이민재" userId="f97f16f7-28a5-49bd-9e05-fb3ef63d7997" providerId="ADAL" clId="{270298B9-4512-4A86-BE70-F3EFEC4C0334}" dt="2023-02-11T19:25:13.570" v="5341" actId="20577"/>
          <ac:spMkLst>
            <pc:docMk/>
            <pc:sldMk cId="1699561304" sldId="764"/>
            <ac:spMk id="294" creationId="{945BB2D9-42FF-41F0-040E-71BC53EC9B9D}"/>
          </ac:spMkLst>
        </pc:spChg>
        <pc:grpChg chg="del">
          <ac:chgData name="이민재" userId="f97f16f7-28a5-49bd-9e05-fb3ef63d7997" providerId="ADAL" clId="{270298B9-4512-4A86-BE70-F3EFEC4C0334}" dt="2023-02-11T16:56:51.650" v="3747" actId="478"/>
          <ac:grpSpMkLst>
            <pc:docMk/>
            <pc:sldMk cId="1699561304" sldId="764"/>
            <ac:grpSpMk id="51" creationId="{416CD160-DF53-E483-C3EB-D9F75EB845F2}"/>
          </ac:grpSpMkLst>
        </pc:grpChg>
        <pc:grpChg chg="add mod">
          <ac:chgData name="이민재" userId="f97f16f7-28a5-49bd-9e05-fb3ef63d7997" providerId="ADAL" clId="{270298B9-4512-4A86-BE70-F3EFEC4C0334}" dt="2023-02-11T18:57:10.429" v="4661" actId="1035"/>
          <ac:grpSpMkLst>
            <pc:docMk/>
            <pc:sldMk cId="1699561304" sldId="764"/>
            <ac:grpSpMk id="285" creationId="{B45A99A7-0E46-DA1D-FFD9-FA16EEB90F5C}"/>
          </ac:grpSpMkLst>
        </pc:grp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8" creationId="{9F1F8E8E-87CB-0B4A-7FFE-33EF7A9C5F84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1" creationId="{00376D0B-4B46-6A2E-5E7E-756CA1D7A6F9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3" creationId="{B24F5F0F-501F-D9B8-2792-2CEEEABBD344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9" creationId="{1F229CF4-A0EE-515A-2C4B-7D6E9D9D9BC5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49" creationId="{C8BEFEFA-627F-A682-BD60-AA2E08A63D18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2" creationId="{9C1C6B3B-8690-4676-87F7-7C59FAB5F976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3" creationId="{5D0CA3E5-B59A-5487-6CEA-8660392B051B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4" creationId="{4116E246-07F8-69D5-D491-ED805001B899}"/>
          </ac:picMkLst>
        </pc:picChg>
        <pc:picChg chg="add del">
          <ac:chgData name="이민재" userId="f97f16f7-28a5-49bd-9e05-fb3ef63d7997" providerId="ADAL" clId="{270298B9-4512-4A86-BE70-F3EFEC4C0334}" dt="2023-02-11T18:00:45.290" v="4254" actId="22"/>
          <ac:picMkLst>
            <pc:docMk/>
            <pc:sldMk cId="1699561304" sldId="764"/>
            <ac:picMk id="271" creationId="{D6714A20-E3CD-EAB7-0C28-6187D6DBE267}"/>
          </ac:picMkLst>
        </pc:picChg>
        <pc:picChg chg="add mod">
          <ac:chgData name="이민재" userId="f97f16f7-28a5-49bd-9e05-fb3ef63d7997" providerId="ADAL" clId="{270298B9-4512-4A86-BE70-F3EFEC4C0334}" dt="2023-02-11T18:57:04.820" v="4619" actId="164"/>
          <ac:picMkLst>
            <pc:docMk/>
            <pc:sldMk cId="1699561304" sldId="764"/>
            <ac:picMk id="273" creationId="{CB30783E-3BCD-8210-FEE6-829B66A61327}"/>
          </ac:picMkLst>
        </pc:picChg>
        <pc:picChg chg="add mod">
          <ac:chgData name="이민재" userId="f97f16f7-28a5-49bd-9e05-fb3ef63d7997" providerId="ADAL" clId="{270298B9-4512-4A86-BE70-F3EFEC4C0334}" dt="2023-02-11T18:32:04.819" v="4469" actId="1076"/>
          <ac:picMkLst>
            <pc:docMk/>
            <pc:sldMk cId="1699561304" sldId="764"/>
            <ac:picMk id="274" creationId="{97B097EF-265D-36D0-CA60-61F1F1FB8252}"/>
          </ac:picMkLst>
        </pc:picChg>
        <pc:picChg chg="add mod">
          <ac:chgData name="이민재" userId="f97f16f7-28a5-49bd-9e05-fb3ef63d7997" providerId="ADAL" clId="{270298B9-4512-4A86-BE70-F3EFEC4C0334}" dt="2023-02-11T18:53:12.111" v="4529" actId="571"/>
          <ac:picMkLst>
            <pc:docMk/>
            <pc:sldMk cId="1699561304" sldId="764"/>
            <ac:picMk id="279" creationId="{9FF49FF4-0CC1-F261-EAE9-7990C2EC94D6}"/>
          </ac:picMkLst>
        </pc:picChg>
        <pc:picChg chg="add mod">
          <ac:chgData name="이민재" userId="f97f16f7-28a5-49bd-9e05-fb3ef63d7997" providerId="ADAL" clId="{270298B9-4512-4A86-BE70-F3EFEC4C0334}" dt="2023-02-11T18:54:05.069" v="4552" actId="571"/>
          <ac:picMkLst>
            <pc:docMk/>
            <pc:sldMk cId="1699561304" sldId="764"/>
            <ac:picMk id="281" creationId="{56C89999-E029-0E44-3805-C244E8FF0B73}"/>
          </ac:picMkLst>
        </pc:picChg>
        <pc:picChg chg="add mod">
          <ac:chgData name="이민재" userId="f97f16f7-28a5-49bd-9e05-fb3ef63d7997" providerId="ADAL" clId="{270298B9-4512-4A86-BE70-F3EFEC4C0334}" dt="2023-02-11T18:57:38.140" v="4685" actId="1037"/>
          <ac:picMkLst>
            <pc:docMk/>
            <pc:sldMk cId="1699561304" sldId="764"/>
            <ac:picMk id="284" creationId="{418E72C1-E663-AB90-7DD7-75492C72F202}"/>
          </ac:picMkLst>
        </pc:pic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57" creationId="{A78ABBC3-F65B-F10C-7D1C-CB52E63E701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2" creationId="{633770BC-173B-25D3-6280-F8B436F4AA5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5" creationId="{C602D6BE-FA14-7D96-283C-4B7F7F7B832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8" creationId="{7632776E-9FEC-4E4A-58E0-0EA5257573C5}"/>
          </ac:cxnSpMkLst>
        </pc:cxnChg>
        <pc:cxnChg chg="add mod">
          <ac:chgData name="이민재" userId="f97f16f7-28a5-49bd-9e05-fb3ef63d7997" providerId="ADAL" clId="{270298B9-4512-4A86-BE70-F3EFEC4C0334}" dt="2023-02-11T17:07:51.934" v="3855" actId="571"/>
          <ac:cxnSpMkLst>
            <pc:docMk/>
            <pc:sldMk cId="1699561304" sldId="764"/>
            <ac:cxnSpMk id="71" creationId="{C64DA5E7-6A77-57B6-2D1F-112E2CCAF54E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72" creationId="{53ACD389-A67B-0942-82DE-0B838D88C244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75" creationId="{D0C5CE5B-F73B-46E1-4328-3FC6133C68A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0" creationId="{6E6EA5E0-00DE-01BE-E7AF-2A5D87D81641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3" creationId="{F3F67F68-F10A-FAA7-5AB6-77F83036128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6" creationId="{A94EB7B1-241A-D196-7587-3A7488634A9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0" creationId="{15CEF139-9F37-A16C-8CBD-09C0BE666AE8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3" creationId="{FA9ABA25-E241-7D8F-D125-4837BB8F5212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6" creationId="{833D63B4-6E6B-7E66-2168-139D43EF497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7" creationId="{D244594A-3C24-F2EE-7132-30C3BB8C1A6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8" creationId="{9D3CAECD-C887-05A2-A319-40601561A621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9" creationId="{190B48C1-E3B5-F5BC-B643-77FF13A2034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40" creationId="{D3D9F9A1-FE11-9579-2517-A19D2838E54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41" creationId="{D8077D80-91A2-D4BF-1410-93E56A6836A7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1" creationId="{028AD198-A664-626B-0B46-7F23672A9B4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4" creationId="{B4F7E76E-635C-3C92-CF4B-495E6135722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7" creationId="{F8F7A6BF-44F4-8D4A-3E0C-EC72C673676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0" creationId="{5D59B66D-7499-1BCA-AF99-3F56D3C5CF5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3" creationId="{611E03A8-944C-C042-D541-96D8B0F2AF1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7" creationId="{3E193910-7C03-1FFB-D28E-01F9E262F1A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90" creationId="{BB69CBC4-4DF9-5C2E-3C14-5344C55B7457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93" creationId="{1D372F23-D78B-D860-B29F-4C0790DBA76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46" creationId="{4BE67CFD-138A-C502-77A5-848C3D9C9D5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49" creationId="{51F22B0A-874A-3E05-85F1-E34B33BD7D09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2" creationId="{51A83160-249A-ACA5-F0CE-1763E268BF9E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5" creationId="{3E7F5EE1-0883-95CB-436F-2D0A21E2C99F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8" creationId="{26FC3CB4-7E4E-74F0-177F-3386BCD5762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1" creationId="{BD0030BA-16A2-6AB2-9424-82B21850E5F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4" creationId="{30DDB842-2455-A93F-3237-5056BBD22209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7" creationId="{0D036E89-C2B8-3EF6-DB02-A898293EE369}"/>
          </ac:cxnSpMkLst>
        </pc:cxnChg>
        <pc:cxnChg chg="add mod">
          <ac:chgData name="이민재" userId="f97f16f7-28a5-49bd-9e05-fb3ef63d7997" providerId="ADAL" clId="{270298B9-4512-4A86-BE70-F3EFEC4C0334}" dt="2023-02-11T19:19:45.066" v="5221" actId="1038"/>
          <ac:cxnSpMkLst>
            <pc:docMk/>
            <pc:sldMk cId="1699561304" sldId="764"/>
            <ac:cxnSpMk id="290" creationId="{11D2B11A-6BBA-B720-C553-6F67BEEF81C7}"/>
          </ac:cxnSpMkLst>
        </pc:cxnChg>
      </pc:sldChg>
      <pc:sldChg chg="modSp add mod ord">
        <pc:chgData name="이민재" userId="f97f16f7-28a5-49bd-9e05-fb3ef63d7997" providerId="ADAL" clId="{270298B9-4512-4A86-BE70-F3EFEC4C0334}" dt="2023-02-11T18:01:01.303" v="4257"/>
        <pc:sldMkLst>
          <pc:docMk/>
          <pc:sldMk cId="1066203456" sldId="765"/>
        </pc:sldMkLst>
        <pc:spChg chg="mod">
          <ac:chgData name="이민재" userId="f97f16f7-28a5-49bd-9e05-fb3ef63d7997" providerId="ADAL" clId="{270298B9-4512-4A86-BE70-F3EFEC4C0334}" dt="2023-02-11T17:19:43.146" v="4058" actId="20577"/>
          <ac:spMkLst>
            <pc:docMk/>
            <pc:sldMk cId="1066203456" sldId="765"/>
            <ac:spMk id="6" creationId="{129EE9F2-02C4-D784-BD34-6B8F08570CEE}"/>
          </ac:spMkLst>
        </pc:spChg>
        <pc:spChg chg="mod">
          <ac:chgData name="이민재" userId="f97f16f7-28a5-49bd-9e05-fb3ef63d7997" providerId="ADAL" clId="{270298B9-4512-4A86-BE70-F3EFEC4C0334}" dt="2023-02-11T17:19:45.703" v="4059" actId="20577"/>
          <ac:spMkLst>
            <pc:docMk/>
            <pc:sldMk cId="1066203456" sldId="765"/>
            <ac:spMk id="7" creationId="{4AAFEF03-8F10-4E31-8893-7DE0EF86FB56}"/>
          </ac:spMkLst>
        </pc:spChg>
        <pc:spChg chg="mod">
          <ac:chgData name="이민재" userId="f97f16f7-28a5-49bd-9e05-fb3ef63d7997" providerId="ADAL" clId="{270298B9-4512-4A86-BE70-F3EFEC4C0334}" dt="2023-02-11T17:19:48.298" v="4060" actId="20577"/>
          <ac:spMkLst>
            <pc:docMk/>
            <pc:sldMk cId="1066203456" sldId="765"/>
            <ac:spMk id="9" creationId="{FA60E259-C4A2-197D-E893-F3BAC6DA1834}"/>
          </ac:spMkLst>
        </pc:spChg>
        <pc:spChg chg="mod">
          <ac:chgData name="이민재" userId="f97f16f7-28a5-49bd-9e05-fb3ef63d7997" providerId="ADAL" clId="{270298B9-4512-4A86-BE70-F3EFEC4C0334}" dt="2023-02-11T17:19:53.283" v="4061" actId="20577"/>
          <ac:spMkLst>
            <pc:docMk/>
            <pc:sldMk cId="1066203456" sldId="765"/>
            <ac:spMk id="10" creationId="{422DFF14-29FC-96F6-27EC-3501BF7D92F7}"/>
          </ac:spMkLst>
        </pc:spChg>
        <pc:spChg chg="mod">
          <ac:chgData name="이민재" userId="f97f16f7-28a5-49bd-9e05-fb3ef63d7997" providerId="ADAL" clId="{270298B9-4512-4A86-BE70-F3EFEC4C0334}" dt="2023-02-11T17:19:55.509" v="4062" actId="20577"/>
          <ac:spMkLst>
            <pc:docMk/>
            <pc:sldMk cId="1066203456" sldId="765"/>
            <ac:spMk id="15" creationId="{4375DA96-FAB8-C0D1-E18C-2B54B2D706F3}"/>
          </ac:spMkLst>
        </pc:spChg>
        <pc:spChg chg="mod">
          <ac:chgData name="이민재" userId="f97f16f7-28a5-49bd-9e05-fb3ef63d7997" providerId="ADAL" clId="{270298B9-4512-4A86-BE70-F3EFEC4C0334}" dt="2023-02-11T17:19:57.594" v="4063" actId="20577"/>
          <ac:spMkLst>
            <pc:docMk/>
            <pc:sldMk cId="1066203456" sldId="765"/>
            <ac:spMk id="17" creationId="{2EBE8AFA-4AA3-250F-FEDB-02158A18109E}"/>
          </ac:spMkLst>
        </pc:spChg>
      </pc:sldChg>
      <pc:sldChg chg="addSp delSp modSp add mod ord">
        <pc:chgData name="이민재" userId="f97f16f7-28a5-49bd-9e05-fb3ef63d7997" providerId="ADAL" clId="{270298B9-4512-4A86-BE70-F3EFEC4C0334}" dt="2023-02-11T19:18:43.020" v="5191" actId="1076"/>
        <pc:sldMkLst>
          <pc:docMk/>
          <pc:sldMk cId="1386096008" sldId="766"/>
        </pc:sldMkLst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" creationId="{81CA2A75-F519-A6EB-7F32-6BF18F8144BF}"/>
          </ac:spMkLst>
        </pc:spChg>
        <pc:spChg chg="mod">
          <ac:chgData name="이민재" userId="f97f16f7-28a5-49bd-9e05-fb3ef63d7997" providerId="ADAL" clId="{270298B9-4512-4A86-BE70-F3EFEC4C0334}" dt="2023-02-11T19:16:03.856" v="5087" actId="20577"/>
          <ac:spMkLst>
            <pc:docMk/>
            <pc:sldMk cId="1386096008" sldId="766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6" creationId="{129EE9F2-02C4-D784-BD34-6B8F08570CEE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7" creationId="{4AAFEF03-8F10-4E31-8893-7DE0EF86FB5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9" creationId="{FA60E259-C4A2-197D-E893-F3BAC6DA183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" creationId="{422DFF14-29FC-96F6-27EC-3501BF7D92F7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" creationId="{BACDF2AD-1200-5CC0-7FBA-004DAD00244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5" creationId="{4375DA96-FAB8-C0D1-E18C-2B54B2D706F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7" creationId="{2EBE8AFA-4AA3-250F-FEDB-02158A18109E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7" creationId="{EBC2B7C0-9921-1B3E-3DD1-3860BD54593D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8" creationId="{78859CEE-34D0-BBCE-3D52-FEACA7D6DE2A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9" creationId="{D20CA1CD-BAF9-FD62-5747-8F253361EE92}"/>
          </ac:spMkLst>
        </pc:spChg>
        <pc:spChg chg="del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7" creationId="{1504B9E2-29EE-3A7A-960A-F612EE2C098A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8" creationId="{EFF17F64-3449-641C-D2E9-3E609A60CF86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9" creationId="{0C42B31D-B63B-1E12-433D-50B13492AF0F}"/>
          </ac:spMkLst>
        </pc:spChg>
        <pc:spChg chg="del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0" creationId="{A27D9131-87AD-F911-3D4C-B60CA2F59C23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1" creationId="{E6F6C9B3-19F4-0359-4732-E23C3C9B844A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2" creationId="{B5F8493C-B5FC-75D0-D43D-319F29A193E5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3" creationId="{EEB39F55-88CE-7687-3622-78692090EA5C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4" creationId="{14D7D1F4-3B0A-9650-6091-389B642D2A1E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5" creationId="{2759C638-6B7D-279E-A1BE-2D8B608D1169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6" creationId="{8BB18C12-CA2A-FAD9-1FFE-0FC6CCF1BD8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7" creationId="{574EDE20-8D41-B7BC-9867-5B9D8BE1605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8" creationId="{EF650D8F-8E98-A7E9-5DB0-D3B2677A60B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9" creationId="{E568D38A-421F-AD9D-F075-EC6D434D4F07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0" creationId="{F7C5605B-96B5-E490-C438-0905A8CD82D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1" creationId="{ABEAD39E-FD87-5AED-4894-D454BD9D285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2" creationId="{4E82E86B-0879-5C9D-10E8-B338B6AB36B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4" creationId="{A2E108C8-FB1C-7647-4F5C-B7E2F315F46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5" creationId="{5D17AA0C-3C02-5BE1-8A7E-62D61C37BF9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6" creationId="{55C64AEB-6B39-219F-1C48-C8A44D3C2571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7" creationId="{C8D9423B-7132-ECAF-A1E0-5EEBC0AA4F6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8" creationId="{C31DBD29-345C-4544-F882-8A30C0411C8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9" creationId="{2CFC9D7D-FE49-727F-3779-7CBF2E1DED8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0" creationId="{6FD63F26-E3E4-EE32-F80A-E6CEA945D9F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1" creationId="{A0FD1218-1597-B080-83BA-1482635055A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3" creationId="{B976D5FB-A895-7F21-8CF8-ADBEA65CBD1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4" creationId="{331B537A-DFC8-1C83-FB07-B144AA0A63B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5" creationId="{A6E6A5F5-0DDC-8F51-6746-05D741F5EB6C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6" creationId="{DB22ACDE-BD48-8669-9270-BC8674560E51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7" creationId="{79F3DB10-3AF6-8F96-B063-D9E1432DAC4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8" creationId="{23E7CAFA-4612-23E0-E637-1766839A81B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9" creationId="{7F77D560-DEA2-5DA5-D5B1-7FEA3513CA1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70" creationId="{82870DDE-D3BF-8477-ED3E-1CFA54AA076B}"/>
          </ac:spMkLst>
        </pc:spChg>
        <pc:spChg chg="del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2" creationId="{4035C7B6-5F96-249C-22B6-CF8A63AA27B9}"/>
          </ac:spMkLst>
        </pc:spChg>
        <pc:spChg chg="del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3" creationId="{4F3CE4AC-41BD-D624-100F-EE5053B8AFEE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4" creationId="{3B0B8577-BC9D-5A96-01B6-D415F45CBDCA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5" creationId="{25D3F370-2D6D-CD38-5A2F-85975501E66F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6" creationId="{A23C493C-3FF5-7D59-EF63-8A1AB869D017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7" creationId="{F9D7F141-2564-4374-B30B-853A1EBB8AA8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8" creationId="{E995127A-BB1F-3ED0-D941-B420E40FDF5B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9" creationId="{7D0C919B-EF59-DE46-2D39-50D6DF9BF61C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0" creationId="{E5E3414E-1D4E-B33B-FF07-A4DE8023517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1" creationId="{A8D95701-DC91-2B80-F4CE-517F36E2C70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2" creationId="{B23AB5D7-B574-AB2F-E929-86E914D58F78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3" creationId="{80EE08AA-817C-1E7B-C459-A353F61E372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4" creationId="{371EC2DE-4BFE-2A06-7660-25689346D96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5" creationId="{464A7741-4FFE-5092-540C-FE292684A9B2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6" creationId="{B1765B8D-6A51-2EA8-62BC-67910257AF25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7" creationId="{91A04728-1366-CA72-B974-F80FC115A61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8" creationId="{2081C091-7B47-ABC1-946A-52FC0153C00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9" creationId="{D82C7204-B9D1-9E76-7216-8AF8A2FC3CF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0" creationId="{1CB01B8E-F476-A7FE-6D02-904FB304F985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1" creationId="{75851C7E-3BBD-9E44-318E-492F591C5B4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2" creationId="{4714878F-DD3D-9829-ABDF-0297C33E450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3" creationId="{07C7805C-F1F9-1CDA-DE4A-A3A8E0393B12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4" creationId="{A4C8028D-B80E-80C8-E192-D2FD0F5539C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5" creationId="{065D4B58-E783-1D4B-4863-9DEAB934A3CE}"/>
          </ac:spMkLst>
        </pc:spChg>
        <pc:grpChg chg="add mod">
          <ac:chgData name="이민재" userId="f97f16f7-28a5-49bd-9e05-fb3ef63d7997" providerId="ADAL" clId="{270298B9-4512-4A86-BE70-F3EFEC4C0334}" dt="2023-02-11T19:18:43.020" v="5191" actId="1076"/>
          <ac:grpSpMkLst>
            <pc:docMk/>
            <pc:sldMk cId="1386096008" sldId="766"/>
            <ac:grpSpMk id="36" creationId="{3C82DA49-AC82-B412-F268-C04E62D2EDE8}"/>
          </ac:grpSpMkLst>
        </pc:grp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7" creationId="{9404FF49-169E-AD30-ABCF-E9F91B7EFF7E}"/>
          </ac:cxnSpMkLst>
        </pc:cxn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30" creationId="{9C07A0EF-E504-E072-9854-5BBE7DF4A63D}"/>
          </ac:cxnSpMkLst>
        </pc:cxn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33" creationId="{48265000-DDE3-7C2F-3A8C-31BAB4A9621A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2" creationId="{633770BC-173B-25D3-6280-F8B436F4AA5D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5" creationId="{C602D6BE-FA14-7D96-283C-4B7F7F7B8326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8" creationId="{7632776E-9FEC-4E4A-58E0-0EA5257573C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72" creationId="{53ACD389-A67B-0942-82DE-0B838D88C244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75" creationId="{D0C5CE5B-F73B-46E1-4328-3FC6133C68AA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0" creationId="{6E6EA5E0-00DE-01BE-E7AF-2A5D87D81641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3" creationId="{F3F67F68-F10A-FAA7-5AB6-77F83036128D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6" creationId="{A94EB7B1-241A-D196-7587-3A7488634A9D}"/>
          </ac:cxnSpMkLst>
        </pc:cxnChg>
        <pc:cxnChg chg="del mod">
          <ac:chgData name="이민재" userId="f97f16f7-28a5-49bd-9e05-fb3ef63d7997" providerId="ADAL" clId="{270298B9-4512-4A86-BE70-F3EFEC4C0334}" dt="2023-02-11T19:04:04.906" v="4715" actId="478"/>
          <ac:cxnSpMkLst>
            <pc:docMk/>
            <pc:sldMk cId="1386096008" sldId="766"/>
            <ac:cxnSpMk id="130" creationId="{15CEF139-9F37-A16C-8CBD-09C0BE666AE8}"/>
          </ac:cxnSpMkLst>
        </pc:cxnChg>
        <pc:cxnChg chg="del mod">
          <ac:chgData name="이민재" userId="f97f16f7-28a5-49bd-9e05-fb3ef63d7997" providerId="ADAL" clId="{270298B9-4512-4A86-BE70-F3EFEC4C0334}" dt="2023-02-11T19:04:05.335" v="4716" actId="478"/>
          <ac:cxnSpMkLst>
            <pc:docMk/>
            <pc:sldMk cId="1386096008" sldId="766"/>
            <ac:cxnSpMk id="133" creationId="{FA9ABA25-E241-7D8F-D125-4837BB8F5212}"/>
          </ac:cxnSpMkLst>
        </pc:cxnChg>
        <pc:cxnChg chg="del mod">
          <ac:chgData name="이민재" userId="f97f16f7-28a5-49bd-9e05-fb3ef63d7997" providerId="ADAL" clId="{270298B9-4512-4A86-BE70-F3EFEC4C0334}" dt="2023-02-11T19:04:06.064" v="4717" actId="478"/>
          <ac:cxnSpMkLst>
            <pc:docMk/>
            <pc:sldMk cId="1386096008" sldId="766"/>
            <ac:cxnSpMk id="136" creationId="{833D63B4-6E6B-7E66-2168-139D43EF497A}"/>
          </ac:cxnSpMkLst>
        </pc:cxnChg>
        <pc:cxnChg chg="del mod">
          <ac:chgData name="이민재" userId="f97f16f7-28a5-49bd-9e05-fb3ef63d7997" providerId="ADAL" clId="{270298B9-4512-4A86-BE70-F3EFEC4C0334}" dt="2023-02-11T19:04:06.916" v="4718" actId="478"/>
          <ac:cxnSpMkLst>
            <pc:docMk/>
            <pc:sldMk cId="1386096008" sldId="766"/>
            <ac:cxnSpMk id="137" creationId="{D244594A-3C24-F2EE-7132-30C3BB8C1A65}"/>
          </ac:cxnSpMkLst>
        </pc:cxnChg>
        <pc:cxnChg chg="del mod">
          <ac:chgData name="이민재" userId="f97f16f7-28a5-49bd-9e05-fb3ef63d7997" providerId="ADAL" clId="{270298B9-4512-4A86-BE70-F3EFEC4C0334}" dt="2023-02-11T19:04:07.431" v="4719" actId="478"/>
          <ac:cxnSpMkLst>
            <pc:docMk/>
            <pc:sldMk cId="1386096008" sldId="766"/>
            <ac:cxnSpMk id="138" creationId="{9D3CAECD-C887-05A2-A319-40601561A621}"/>
          </ac:cxnSpMkLst>
        </pc:cxnChg>
        <pc:cxnChg chg="del mod">
          <ac:chgData name="이민재" userId="f97f16f7-28a5-49bd-9e05-fb3ef63d7997" providerId="ADAL" clId="{270298B9-4512-4A86-BE70-F3EFEC4C0334}" dt="2023-02-11T19:04:08.137" v="4720" actId="478"/>
          <ac:cxnSpMkLst>
            <pc:docMk/>
            <pc:sldMk cId="1386096008" sldId="766"/>
            <ac:cxnSpMk id="139" creationId="{190B48C1-E3B5-F5BC-B643-77FF13A2034D}"/>
          </ac:cxnSpMkLst>
        </pc:cxnChg>
        <pc:cxnChg chg="del mod">
          <ac:chgData name="이민재" userId="f97f16f7-28a5-49bd-9e05-fb3ef63d7997" providerId="ADAL" clId="{270298B9-4512-4A86-BE70-F3EFEC4C0334}" dt="2023-02-11T19:04:09.009" v="4721" actId="478"/>
          <ac:cxnSpMkLst>
            <pc:docMk/>
            <pc:sldMk cId="1386096008" sldId="766"/>
            <ac:cxnSpMk id="140" creationId="{D3D9F9A1-FE11-9579-2517-A19D2838E546}"/>
          </ac:cxnSpMkLst>
        </pc:cxnChg>
        <pc:cxnChg chg="del mod">
          <ac:chgData name="이민재" userId="f97f16f7-28a5-49bd-9e05-fb3ef63d7997" providerId="ADAL" clId="{270298B9-4512-4A86-BE70-F3EFEC4C0334}" dt="2023-02-11T19:04:09.644" v="4722" actId="478"/>
          <ac:cxnSpMkLst>
            <pc:docMk/>
            <pc:sldMk cId="1386096008" sldId="766"/>
            <ac:cxnSpMk id="141" creationId="{D8077D80-91A2-D4BF-1410-93E56A6836A7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1" creationId="{028AD198-A664-626B-0B46-7F23672A9B4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4" creationId="{B4F7E76E-635C-3C92-CF4B-495E6135722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7" creationId="{F8F7A6BF-44F4-8D4A-3E0C-EC72C673676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0" creationId="{5D59B66D-7499-1BCA-AF99-3F56D3C5CF56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3" creationId="{611E03A8-944C-C042-D541-96D8B0F2AF1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7" creationId="{3E193910-7C03-1FFB-D28E-01F9E262F1A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90" creationId="{BB69CBC4-4DF9-5C2E-3C14-5344C55B7457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93" creationId="{1D372F23-D78B-D860-B29F-4C0790DBA76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46" creationId="{4BE67CFD-138A-C502-77A5-848C3D9C9D5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49" creationId="{51F22B0A-874A-3E05-85F1-E34B33BD7D09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2" creationId="{51A83160-249A-ACA5-F0CE-1763E268BF9E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5" creationId="{3E7F5EE1-0883-95CB-436F-2D0A21E2C99F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8" creationId="{26FC3CB4-7E4E-74F0-177F-3386BCD5762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1" creationId="{BD0030BA-16A2-6AB2-9424-82B21850E5F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4" creationId="{30DDB842-2455-A93F-3237-5056BBD22209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7" creationId="{0D036E89-C2B8-3EF6-DB02-A898293EE369}"/>
          </ac:cxnSpMkLst>
        </pc:cxnChg>
      </pc:sldChg>
      <pc:sldChg chg="add ord">
        <pc:chgData name="이민재" userId="f97f16f7-28a5-49bd-9e05-fb3ef63d7997" providerId="ADAL" clId="{270298B9-4512-4A86-BE70-F3EFEC4C0334}" dt="2023-02-11T18:01:01.303" v="4257"/>
        <pc:sldMkLst>
          <pc:docMk/>
          <pc:sldMk cId="2354576975" sldId="767"/>
        </pc:sldMkLst>
      </pc:sldChg>
      <pc:sldChg chg="addSp delSp modSp add mod">
        <pc:chgData name="이민재" userId="f97f16f7-28a5-49bd-9e05-fb3ef63d7997" providerId="ADAL" clId="{270298B9-4512-4A86-BE70-F3EFEC4C0334}" dt="2023-02-11T20:32:26.794" v="5469" actId="1076"/>
        <pc:sldMkLst>
          <pc:docMk/>
          <pc:sldMk cId="1749020511" sldId="768"/>
        </pc:sldMkLst>
        <pc:spChg chg="mod">
          <ac:chgData name="이민재" userId="f97f16f7-28a5-49bd-9e05-fb3ef63d7997" providerId="ADAL" clId="{270298B9-4512-4A86-BE70-F3EFEC4C0334}" dt="2023-02-11T19:34:52.698" v="5456" actId="20577"/>
          <ac:spMkLst>
            <pc:docMk/>
            <pc:sldMk cId="1749020511" sldId="768"/>
            <ac:spMk id="2" creationId="{A6F55DE2-37CF-4366-9E87-873E2A490C7C}"/>
          </ac:spMkLst>
        </pc:spChg>
        <pc:spChg chg="mod">
          <ac:chgData name="이민재" userId="f97f16f7-28a5-49bd-9e05-fb3ef63d7997" providerId="ADAL" clId="{270298B9-4512-4A86-BE70-F3EFEC4C0334}" dt="2023-02-11T19:34:34.557" v="5414" actId="20577"/>
          <ac:spMkLst>
            <pc:docMk/>
            <pc:sldMk cId="1749020511" sldId="768"/>
            <ac:spMk id="3" creationId="{835A6E05-8D7F-49D0-B580-39C0CD091E83}"/>
          </ac:spMkLst>
        </pc:spChg>
        <pc:grpChg chg="del">
          <ac:chgData name="이민재" userId="f97f16f7-28a5-49bd-9e05-fb3ef63d7997" providerId="ADAL" clId="{270298B9-4512-4A86-BE70-F3EFEC4C0334}" dt="2023-02-11T19:34:01.069" v="5343" actId="478"/>
          <ac:grpSpMkLst>
            <pc:docMk/>
            <pc:sldMk cId="1749020511" sldId="768"/>
            <ac:grpSpMk id="52" creationId="{F82D6635-3673-1E5C-349C-15D1E6D0BC07}"/>
          </ac:grpSpMkLst>
        </pc:grpChg>
        <pc:grpChg chg="del">
          <ac:chgData name="이민재" userId="f97f16f7-28a5-49bd-9e05-fb3ef63d7997" providerId="ADAL" clId="{270298B9-4512-4A86-BE70-F3EFEC4C0334}" dt="2023-02-11T19:34:03.137" v="5344" actId="478"/>
          <ac:grpSpMkLst>
            <pc:docMk/>
            <pc:sldMk cId="1749020511" sldId="768"/>
            <ac:grpSpMk id="53" creationId="{4A7D7730-DC16-F3A1-EB24-C9F1917C60F2}"/>
          </ac:grpSpMkLst>
        </pc:grpChg>
        <pc:picChg chg="add mod">
          <ac:chgData name="이민재" userId="f97f16f7-28a5-49bd-9e05-fb3ef63d7997" providerId="ADAL" clId="{270298B9-4512-4A86-BE70-F3EFEC4C0334}" dt="2023-02-11T20:32:20.865" v="5466" actId="1076"/>
          <ac:picMkLst>
            <pc:docMk/>
            <pc:sldMk cId="1749020511" sldId="768"/>
            <ac:picMk id="6" creationId="{5158ED70-5455-2E84-1A20-6A16B6CAEAAD}"/>
          </ac:picMkLst>
        </pc:picChg>
        <pc:picChg chg="add mod">
          <ac:chgData name="이민재" userId="f97f16f7-28a5-49bd-9e05-fb3ef63d7997" providerId="ADAL" clId="{270298B9-4512-4A86-BE70-F3EFEC4C0334}" dt="2023-02-11T20:32:26.794" v="5469" actId="1076"/>
          <ac:picMkLst>
            <pc:docMk/>
            <pc:sldMk cId="1749020511" sldId="768"/>
            <ac:picMk id="8" creationId="{02CE1B7E-CAAB-C5B0-0528-0280203184B3}"/>
          </ac:picMkLst>
        </pc:picChg>
      </pc:sldChg>
      <pc:sldChg chg="addSp modSp mod">
        <pc:chgData name="이민재" userId="f97f16f7-28a5-49bd-9e05-fb3ef63d7997" providerId="ADAL" clId="{270298B9-4512-4A86-BE70-F3EFEC4C0334}" dt="2023-02-14T19:54:09.091" v="7491" actId="1076"/>
        <pc:sldMkLst>
          <pc:docMk/>
          <pc:sldMk cId="987258101" sldId="771"/>
        </pc:sldMkLst>
        <pc:spChg chg="mod">
          <ac:chgData name="이민재" userId="f97f16f7-28a5-49bd-9e05-fb3ef63d7997" providerId="ADAL" clId="{270298B9-4512-4A86-BE70-F3EFEC4C0334}" dt="2023-02-14T19:53:53.606" v="7489" actId="20577"/>
          <ac:spMkLst>
            <pc:docMk/>
            <pc:sldMk cId="987258101" sldId="771"/>
            <ac:spMk id="3" creationId="{333DAD2B-9BAD-F367-0FD1-DB020F414DCD}"/>
          </ac:spMkLst>
        </pc:spChg>
        <pc:graphicFrameChg chg="add mod">
          <ac:chgData name="이민재" userId="f97f16f7-28a5-49bd-9e05-fb3ef63d7997" providerId="ADAL" clId="{270298B9-4512-4A86-BE70-F3EFEC4C0334}" dt="2023-02-14T19:54:09.091" v="7491" actId="1076"/>
          <ac:graphicFrameMkLst>
            <pc:docMk/>
            <pc:sldMk cId="987258101" sldId="771"/>
            <ac:graphicFrameMk id="5" creationId="{D3B50DD3-9881-2FC8-F3C6-3610FC33FACA}"/>
          </ac:graphicFrameMkLst>
        </pc:graphicFrameChg>
      </pc:sldChg>
      <pc:sldChg chg="modSp mod">
        <pc:chgData name="이민재" userId="f97f16f7-28a5-49bd-9e05-fb3ef63d7997" providerId="ADAL" clId="{270298B9-4512-4A86-BE70-F3EFEC4C0334}" dt="2023-02-14T19:51:07.382" v="6766" actId="20577"/>
        <pc:sldMkLst>
          <pc:docMk/>
          <pc:sldMk cId="2662212376" sldId="772"/>
        </pc:sldMkLst>
        <pc:spChg chg="mod">
          <ac:chgData name="이민재" userId="f97f16f7-28a5-49bd-9e05-fb3ef63d7997" providerId="ADAL" clId="{270298B9-4512-4A86-BE70-F3EFEC4C0334}" dt="2023-02-14T19:51:07.382" v="6766" actId="20577"/>
          <ac:spMkLst>
            <pc:docMk/>
            <pc:sldMk cId="2662212376" sldId="772"/>
            <ac:spMk id="3" creationId="{E1702CF2-214D-015D-E3AA-6177B2E80D06}"/>
          </ac:spMkLst>
        </pc:spChg>
      </pc:sldChg>
      <pc:sldChg chg="modSp mod">
        <pc:chgData name="이민재" userId="f97f16f7-28a5-49bd-9e05-fb3ef63d7997" providerId="ADAL" clId="{270298B9-4512-4A86-BE70-F3EFEC4C0334}" dt="2023-02-14T19:51:23.682" v="6814" actId="20577"/>
        <pc:sldMkLst>
          <pc:docMk/>
          <pc:sldMk cId="3293238475" sldId="773"/>
        </pc:sldMkLst>
        <pc:spChg chg="mod">
          <ac:chgData name="이민재" userId="f97f16f7-28a5-49bd-9e05-fb3ef63d7997" providerId="ADAL" clId="{270298B9-4512-4A86-BE70-F3EFEC4C0334}" dt="2023-02-14T19:51:23.682" v="6814" actId="20577"/>
          <ac:spMkLst>
            <pc:docMk/>
            <pc:sldMk cId="3293238475" sldId="773"/>
            <ac:spMk id="3" creationId="{E1702CF2-214D-015D-E3AA-6177B2E80D06}"/>
          </ac:spMkLst>
        </pc:spChg>
      </pc:sldChg>
      <pc:sldChg chg="add">
        <pc:chgData name="이민재" userId="f97f16f7-28a5-49bd-9e05-fb3ef63d7997" providerId="ADAL" clId="{270298B9-4512-4A86-BE70-F3EFEC4C0334}" dt="2023-02-14T19:41:11.323" v="5670"/>
        <pc:sldMkLst>
          <pc:docMk/>
          <pc:sldMk cId="90196824" sldId="774"/>
        </pc:sldMkLst>
      </pc:sldChg>
    </pc:docChg>
  </pc:docChgLst>
  <pc:docChgLst>
    <pc:chgData name="손동범" userId="0f89198e-5fc9-4501-bc9d-662a7644151c" providerId="ADAL" clId="{8A928E93-1A43-419B-856C-61307E5C8D7B}"/>
    <pc:docChg chg="custSel modSld">
      <pc:chgData name="손동범" userId="0f89198e-5fc9-4501-bc9d-662a7644151c" providerId="ADAL" clId="{8A928E93-1A43-419B-856C-61307E5C8D7B}" dt="2023-09-22T09:16:14.736" v="292" actId="20577"/>
      <pc:docMkLst>
        <pc:docMk/>
      </pc:docMkLst>
      <pc:sldChg chg="modSp mod">
        <pc:chgData name="손동범" userId="0f89198e-5fc9-4501-bc9d-662a7644151c" providerId="ADAL" clId="{8A928E93-1A43-419B-856C-61307E5C8D7B}" dt="2023-09-22T09:16:14.736" v="292" actId="20577"/>
        <pc:sldMkLst>
          <pc:docMk/>
          <pc:sldMk cId="107939267" sldId="864"/>
        </pc:sldMkLst>
        <pc:spChg chg="mod">
          <ac:chgData name="손동범" userId="0f89198e-5fc9-4501-bc9d-662a7644151c" providerId="ADAL" clId="{8A928E93-1A43-419B-856C-61307E5C8D7B}" dt="2023-09-22T09:08:48.879" v="50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손동범" userId="0f89198e-5fc9-4501-bc9d-662a7644151c" providerId="ADAL" clId="{8A928E93-1A43-419B-856C-61307E5C8D7B}" dt="2023-09-22T09:16:14.736" v="292" actId="20577"/>
          <ac:spMkLst>
            <pc:docMk/>
            <pc:sldMk cId="107939267" sldId="864"/>
            <ac:spMk id="3" creationId="{A14B2C46-4690-725E-4591-97ACDF5478E8}"/>
          </ac:spMkLst>
        </pc:spChg>
      </pc:sldChg>
    </pc:docChg>
  </pc:docChgLst>
  <pc:docChgLst>
    <pc:chgData name="이민재" userId="f97f16f7-28a5-49bd-9e05-fb3ef63d7997" providerId="ADAL" clId="{7BF803D9-3494-41B9-9213-E73D7BF54335}"/>
    <pc:docChg chg="undo redo custSel addSld delSld modSld sldOrd modMainMaster modSection">
      <pc:chgData name="이민재" userId="f97f16f7-28a5-49bd-9e05-fb3ef63d7997" providerId="ADAL" clId="{7BF803D9-3494-41B9-9213-E73D7BF54335}" dt="2023-07-28T13:08:41.859" v="42050"/>
      <pc:docMkLst>
        <pc:docMk/>
      </pc:docMkLst>
      <pc:sldChg chg="modSp mod">
        <pc:chgData name="이민재" userId="f97f16f7-28a5-49bd-9e05-fb3ef63d7997" providerId="ADAL" clId="{7BF803D9-3494-41B9-9213-E73D7BF54335}" dt="2023-07-27T17:58:56.716" v="35504" actId="20577"/>
        <pc:sldMkLst>
          <pc:docMk/>
          <pc:sldMk cId="1482395489" sldId="311"/>
        </pc:sldMkLst>
        <pc:spChg chg="mod">
          <ac:chgData name="이민재" userId="f97f16f7-28a5-49bd-9e05-fb3ef63d7997" providerId="ADAL" clId="{7BF803D9-3494-41B9-9213-E73D7BF54335}" dt="2023-07-27T17:58:56.716" v="35504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7BF803D9-3494-41B9-9213-E73D7BF54335}" dt="2023-07-25T12:41:59.234" v="2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7BF803D9-3494-41B9-9213-E73D7BF54335}" dt="2023-07-26T06:09:04.347" v="7919" actId="27636"/>
        <pc:sldMkLst>
          <pc:docMk/>
          <pc:sldMk cId="2084479822" sldId="799"/>
        </pc:sldMkLst>
        <pc:spChg chg="mod">
          <ac:chgData name="이민재" userId="f97f16f7-28a5-49bd-9e05-fb3ef63d7997" providerId="ADAL" clId="{7BF803D9-3494-41B9-9213-E73D7BF54335}" dt="2023-07-26T06:09:04.347" v="7919" actId="27636"/>
          <ac:spMkLst>
            <pc:docMk/>
            <pc:sldMk cId="2084479822" sldId="799"/>
            <ac:spMk id="3" creationId="{096F597F-8CCB-1C42-818E-E32B3D174960}"/>
          </ac:spMkLst>
        </pc:spChg>
      </pc:sldChg>
      <pc:sldChg chg="modSp mod">
        <pc:chgData name="이민재" userId="f97f16f7-28a5-49bd-9e05-fb3ef63d7997" providerId="ADAL" clId="{7BF803D9-3494-41B9-9213-E73D7BF54335}" dt="2023-07-26T06:09:04.374" v="7920" actId="27636"/>
        <pc:sldMkLst>
          <pc:docMk/>
          <pc:sldMk cId="443629362" sldId="802"/>
        </pc:sldMkLst>
        <pc:spChg chg="mod">
          <ac:chgData name="이민재" userId="f97f16f7-28a5-49bd-9e05-fb3ef63d7997" providerId="ADAL" clId="{7BF803D9-3494-41B9-9213-E73D7BF54335}" dt="2023-07-26T06:09:04.374" v="7920" actId="27636"/>
          <ac:spMkLst>
            <pc:docMk/>
            <pc:sldMk cId="443629362" sldId="802"/>
            <ac:spMk id="3" creationId="{FA572388-C4A8-0E23-3A7D-D6FFCDED3DB4}"/>
          </ac:spMkLst>
        </pc:spChg>
      </pc:sldChg>
      <pc:sldChg chg="modSp mod">
        <pc:chgData name="이민재" userId="f97f16f7-28a5-49bd-9e05-fb3ef63d7997" providerId="ADAL" clId="{7BF803D9-3494-41B9-9213-E73D7BF54335}" dt="2023-07-26T06:09:04.392" v="7921" actId="27636"/>
        <pc:sldMkLst>
          <pc:docMk/>
          <pc:sldMk cId="1235033093" sldId="804"/>
        </pc:sldMkLst>
        <pc:spChg chg="mod">
          <ac:chgData name="이민재" userId="f97f16f7-28a5-49bd-9e05-fb3ef63d7997" providerId="ADAL" clId="{7BF803D9-3494-41B9-9213-E73D7BF54335}" dt="2023-07-26T06:09:04.392" v="7921" actId="27636"/>
          <ac:spMkLst>
            <pc:docMk/>
            <pc:sldMk cId="1235033093" sldId="804"/>
            <ac:spMk id="3" creationId="{22EAA92F-E287-F450-7BCC-BA76F11E8B7A}"/>
          </ac:spMkLst>
        </pc:spChg>
      </pc:sldChg>
      <pc:sldChg chg="delSp mod">
        <pc:chgData name="이민재" userId="f97f16f7-28a5-49bd-9e05-fb3ef63d7997" providerId="ADAL" clId="{7BF803D9-3494-41B9-9213-E73D7BF54335}" dt="2023-07-26T02:59:07.232" v="6190" actId="21"/>
        <pc:sldMkLst>
          <pc:docMk/>
          <pc:sldMk cId="558766225" sldId="809"/>
        </pc:sldMkLst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3" creationId="{8C837EAF-B77C-9BA0-F0D3-EF5720A74546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4" creationId="{D8026300-DE9E-CD7C-4D51-54A07948DBD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5" creationId="{4FDFAD16-068A-0CD1-0903-39D63BF04863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6" creationId="{3F7C095B-C0B2-94D0-148F-55283887B183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7" creationId="{EBA58FA4-A0DF-B9D3-0E87-53EAA95FF4EC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8" creationId="{11F061F2-5153-CDF1-3DD0-27C3C061FB9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9" creationId="{407060E4-2FA2-B734-630F-B49FFBB160B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0" creationId="{76077930-CCA0-603E-D9D6-14BD1937361E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1" creationId="{68CADE54-D5E8-7B96-4C5D-774536E5347C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2" creationId="{A0803F63-CE11-9A8F-B918-9B8679292B4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3" creationId="{869F28A7-BCF5-CBE6-92AC-F2404110433A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4" creationId="{AC8989D0-BB6C-2A99-ABC4-52D9EFD3601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5" creationId="{39E092A7-0AB4-7C22-1C9F-24B485E3032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6" creationId="{D1FF8B0D-AFA3-BE28-B1BA-FE17280F719D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7" creationId="{A73EF53E-A79D-5D90-6677-313C8886926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8" creationId="{CC625C52-65E9-ABB3-3442-B5DF9ADE6F8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9" creationId="{6F33ADB9-9CD8-10D0-F99B-114E5088D64E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0" creationId="{2848E791-1FB9-96DC-18BF-D0C2792CD1B8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1" creationId="{CC63960F-9627-127F-4E39-8D5E1B06BC1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7" creationId="{58DDD60B-7A76-4718-C438-A96D6DD0DE8A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8" creationId="{05BE6B68-4385-CF71-50EA-52711B4A857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9" creationId="{E4968523-ADE0-D2BB-6AC0-893B96053F9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0" creationId="{6A95EBEC-89DB-5AF3-1521-C390A22E7C85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1" creationId="{B9E5E65B-E75C-1728-DDCD-4BF022A20F6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2" creationId="{B086D579-7182-6CE7-1707-16AB83F08E1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3" creationId="{5F969AD8-3DB4-AB99-AE0B-DE1DAE0D63AD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6" creationId="{A645BA0A-05FF-23EA-01A8-A830433A6180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7" creationId="{5F89757F-EF6B-0530-E691-B0D18B244408}"/>
          </ac:spMkLst>
        </pc:sp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17" creationId="{292E0FFD-BE02-2D92-CFB3-EF8F5C10E22F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19" creationId="{B5FE2BAD-30A2-46C4-8405-E1B804D49FE4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21" creationId="{870C4067-A031-AF45-BD35-BFA1D06AE0E3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22" creationId="{1B382717-CC07-C597-37A2-7DA5669C257E}"/>
          </ac:graphicFrameMkLst>
        </pc:graphicFrameChg>
        <pc:cxnChg chg="del">
          <ac:chgData name="이민재" userId="f97f16f7-28a5-49bd-9e05-fb3ef63d7997" providerId="ADAL" clId="{7BF803D9-3494-41B9-9213-E73D7BF54335}" dt="2023-07-26T02:59:07.232" v="6190" actId="21"/>
          <ac:cxnSpMkLst>
            <pc:docMk/>
            <pc:sldMk cId="558766225" sldId="809"/>
            <ac:cxnSpMk id="55" creationId="{872FB2DB-58A5-91C0-4DB4-4F589456956D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6T06:09:57.153" v="8048" actId="115"/>
        <pc:sldMkLst>
          <pc:docMk/>
          <pc:sldMk cId="1396004035" sldId="811"/>
        </pc:sldMkLst>
        <pc:spChg chg="mod">
          <ac:chgData name="이민재" userId="f97f16f7-28a5-49bd-9e05-fb3ef63d7997" providerId="ADAL" clId="{7BF803D9-3494-41B9-9213-E73D7BF54335}" dt="2023-07-25T12:42:43.952" v="89" actId="20577"/>
          <ac:spMkLst>
            <pc:docMk/>
            <pc:sldMk cId="1396004035" sldId="811"/>
            <ac:spMk id="2" creationId="{B9412A16-2076-9A28-DFA9-BD1E50EA7B16}"/>
          </ac:spMkLst>
        </pc:spChg>
        <pc:spChg chg="mod">
          <ac:chgData name="이민재" userId="f97f16f7-28a5-49bd-9e05-fb3ef63d7997" providerId="ADAL" clId="{7BF803D9-3494-41B9-9213-E73D7BF54335}" dt="2023-07-26T06:09:57.153" v="8048" actId="115"/>
          <ac:spMkLst>
            <pc:docMk/>
            <pc:sldMk cId="1396004035" sldId="811"/>
            <ac:spMk id="3" creationId="{CCDF18DF-BD81-6391-15FA-A0D5BB980B94}"/>
          </ac:spMkLst>
        </pc:spChg>
        <pc:spChg chg="add del mod">
          <ac:chgData name="이민재" userId="f97f16f7-28a5-49bd-9e05-fb3ef63d7997" providerId="ADAL" clId="{7BF803D9-3494-41B9-9213-E73D7BF54335}" dt="2023-07-25T13:11:42.282" v="1558" actId="478"/>
          <ac:spMkLst>
            <pc:docMk/>
            <pc:sldMk cId="1396004035" sldId="811"/>
            <ac:spMk id="7" creationId="{9AD73544-6B12-2C63-115E-A3DDD80E9939}"/>
          </ac:spMkLst>
        </pc:spChg>
        <pc:graphicFrameChg chg="add mod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5" creationId="{60BEE433-342E-EA5C-B6D3-3B218D358F0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0" creationId="{A07A60AC-660D-20BD-F28A-976FE476FED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1" creationId="{8AF5A64E-F577-A76F-16A6-98BB35801B01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2" creationId="{66091D3B-D00C-1CB7-D835-26D2F97ED1E9}"/>
          </ac:graphicFrameMkLst>
        </pc:graphicFrameChg>
        <pc:picChg chg="add del mod">
          <ac:chgData name="이민재" userId="f97f16f7-28a5-49bd-9e05-fb3ef63d7997" providerId="ADAL" clId="{7BF803D9-3494-41B9-9213-E73D7BF54335}" dt="2023-07-25T13:11:34.488" v="1550" actId="478"/>
          <ac:picMkLst>
            <pc:docMk/>
            <pc:sldMk cId="1396004035" sldId="811"/>
            <ac:picMk id="6" creationId="{517173B5-8B87-C678-4C76-054E60DD3BDA}"/>
          </ac:picMkLst>
        </pc:picChg>
        <pc:picChg chg="add mod">
          <ac:chgData name="이민재" userId="f97f16f7-28a5-49bd-9e05-fb3ef63d7997" providerId="ADAL" clId="{7BF803D9-3494-41B9-9213-E73D7BF54335}" dt="2023-07-25T15:22:56.727" v="2714" actId="1076"/>
          <ac:picMkLst>
            <pc:docMk/>
            <pc:sldMk cId="1396004035" sldId="811"/>
            <ac:picMk id="9" creationId="{19E9FB90-E340-CD6D-C973-8BBEE3D9867A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6T06:47:45.941" v="8224" actId="1076"/>
        <pc:sldMkLst>
          <pc:docMk/>
          <pc:sldMk cId="3160199471" sldId="812"/>
        </pc:sldMkLst>
        <pc:spChg chg="mod">
          <ac:chgData name="이민재" userId="f97f16f7-28a5-49bd-9e05-fb3ef63d7997" providerId="ADAL" clId="{7BF803D9-3494-41B9-9213-E73D7BF54335}" dt="2023-07-25T12:42:51.201" v="98" actId="20577"/>
          <ac:spMkLst>
            <pc:docMk/>
            <pc:sldMk cId="3160199471" sldId="812"/>
            <ac:spMk id="2" creationId="{B9412A16-2076-9A28-DFA9-BD1E50EA7B16}"/>
          </ac:spMkLst>
        </pc:spChg>
        <pc:spChg chg="mod">
          <ac:chgData name="이민재" userId="f97f16f7-28a5-49bd-9e05-fb3ef63d7997" providerId="ADAL" clId="{7BF803D9-3494-41B9-9213-E73D7BF54335}" dt="2023-07-26T04:42:27.992" v="6671" actId="20577"/>
          <ac:spMkLst>
            <pc:docMk/>
            <pc:sldMk cId="3160199471" sldId="812"/>
            <ac:spMk id="3" creationId="{CCDF18DF-BD81-6391-15FA-A0D5BB980B94}"/>
          </ac:spMkLst>
        </pc:spChg>
        <pc:spChg chg="add mod">
          <ac:chgData name="이민재" userId="f97f16f7-28a5-49bd-9e05-fb3ef63d7997" providerId="ADAL" clId="{7BF803D9-3494-41B9-9213-E73D7BF54335}" dt="2023-07-26T06:47:45.941" v="8224" actId="1076"/>
          <ac:spMkLst>
            <pc:docMk/>
            <pc:sldMk cId="3160199471" sldId="812"/>
            <ac:spMk id="7" creationId="{287DEF79-D064-6A4B-C32B-D2C3E8481746}"/>
          </ac:spMkLst>
        </pc:spChg>
        <pc:spChg chg="add mod">
          <ac:chgData name="이민재" userId="f97f16f7-28a5-49bd-9e05-fb3ef63d7997" providerId="ADAL" clId="{7BF803D9-3494-41B9-9213-E73D7BF54335}" dt="2023-07-26T06:47:45.941" v="8224" actId="1076"/>
          <ac:spMkLst>
            <pc:docMk/>
            <pc:sldMk cId="3160199471" sldId="812"/>
            <ac:spMk id="10" creationId="{DAAC0D58-102B-261D-EF70-D37B83112FDD}"/>
          </ac:spMkLst>
        </pc:spChg>
        <pc:picChg chg="add mod">
          <ac:chgData name="이민재" userId="f97f16f7-28a5-49bd-9e05-fb3ef63d7997" providerId="ADAL" clId="{7BF803D9-3494-41B9-9213-E73D7BF54335}" dt="2023-07-26T06:47:45.941" v="8224" actId="1076"/>
          <ac:picMkLst>
            <pc:docMk/>
            <pc:sldMk cId="3160199471" sldId="812"/>
            <ac:picMk id="6" creationId="{E7CF8CCE-2A02-28B7-4C84-D2DD1D0D164A}"/>
          </ac:picMkLst>
        </pc:picChg>
        <pc:picChg chg="add del mod">
          <ac:chgData name="이민재" userId="f97f16f7-28a5-49bd-9e05-fb3ef63d7997" providerId="ADAL" clId="{7BF803D9-3494-41B9-9213-E73D7BF54335}" dt="2023-07-25T16:08:15.291" v="4863" actId="21"/>
          <ac:picMkLst>
            <pc:docMk/>
            <pc:sldMk cId="3160199471" sldId="812"/>
            <ac:picMk id="9" creationId="{59115426-0B2F-A9D4-EC23-6932CC8A6496}"/>
          </ac:picMkLst>
        </pc:picChg>
        <pc:picChg chg="add mod">
          <ac:chgData name="이민재" userId="f97f16f7-28a5-49bd-9e05-fb3ef63d7997" providerId="ADAL" clId="{7BF803D9-3494-41B9-9213-E73D7BF54335}" dt="2023-07-25T16:25:23.247" v="5022" actId="1076"/>
          <ac:picMkLst>
            <pc:docMk/>
            <pc:sldMk cId="3160199471" sldId="812"/>
            <ac:picMk id="12" creationId="{6056A2BA-24BD-763F-4376-38AA04CE2248}"/>
          </ac:picMkLst>
        </pc:picChg>
        <pc:picChg chg="add del mod">
          <ac:chgData name="이민재" userId="f97f16f7-28a5-49bd-9e05-fb3ef63d7997" providerId="ADAL" clId="{7BF803D9-3494-41B9-9213-E73D7BF54335}" dt="2023-07-25T16:27:28.870" v="5087" actId="21"/>
          <ac:picMkLst>
            <pc:docMk/>
            <pc:sldMk cId="3160199471" sldId="812"/>
            <ac:picMk id="14" creationId="{E346B70B-CD31-232F-B525-F3CEA2870A8B}"/>
          </ac:picMkLst>
        </pc:picChg>
        <pc:picChg chg="add mod">
          <ac:chgData name="이민재" userId="f97f16f7-28a5-49bd-9e05-fb3ef63d7997" providerId="ADAL" clId="{7BF803D9-3494-41B9-9213-E73D7BF54335}" dt="2023-07-26T06:47:45.941" v="8224" actId="1076"/>
          <ac:picMkLst>
            <pc:docMk/>
            <pc:sldMk cId="3160199471" sldId="812"/>
            <ac:picMk id="16" creationId="{533AAD54-A0A1-D269-48E2-AFF29B22E360}"/>
          </ac:picMkLst>
        </pc:picChg>
      </pc:sldChg>
      <pc:sldChg chg="delSp modSp add mod">
        <pc:chgData name="이민재" userId="f97f16f7-28a5-49bd-9e05-fb3ef63d7997" providerId="ADAL" clId="{7BF803D9-3494-41B9-9213-E73D7BF54335}" dt="2023-07-27T15:48:47.031" v="28323" actId="1035"/>
        <pc:sldMkLst>
          <pc:docMk/>
          <pc:sldMk cId="1773221095" sldId="813"/>
        </pc:sldMkLst>
        <pc:spChg chg="mod">
          <ac:chgData name="이민재" userId="f97f16f7-28a5-49bd-9e05-fb3ef63d7997" providerId="ADAL" clId="{7BF803D9-3494-41B9-9213-E73D7BF54335}" dt="2023-07-27T15:48:47.031" v="28323" actId="1035"/>
          <ac:spMkLst>
            <pc:docMk/>
            <pc:sldMk cId="1773221095" sldId="813"/>
            <ac:spMk id="3" creationId="{CCDF18DF-BD81-6391-15FA-A0D5BB980B94}"/>
          </ac:spMkLst>
        </pc:spChg>
        <pc:picChg chg="del">
          <ac:chgData name="이민재" userId="f97f16f7-28a5-49bd-9e05-fb3ef63d7997" providerId="ADAL" clId="{7BF803D9-3494-41B9-9213-E73D7BF54335}" dt="2023-07-26T08:51:10.026" v="10868" actId="21"/>
          <ac:picMkLst>
            <pc:docMk/>
            <pc:sldMk cId="1773221095" sldId="813"/>
            <ac:picMk id="6" creationId="{517173B5-8B87-C678-4C76-054E60DD3BDA}"/>
          </ac:picMkLst>
        </pc:picChg>
      </pc:sldChg>
      <pc:sldChg chg="addSp modSp new mod setBg">
        <pc:chgData name="이민재" userId="f97f16f7-28a5-49bd-9e05-fb3ef63d7997" providerId="ADAL" clId="{7BF803D9-3494-41B9-9213-E73D7BF54335}" dt="2023-07-26T12:01:36.665" v="13739"/>
        <pc:sldMkLst>
          <pc:docMk/>
          <pc:sldMk cId="1187321371" sldId="814"/>
        </pc:sldMkLst>
        <pc:spChg chg="mod">
          <ac:chgData name="이민재" userId="f97f16f7-28a5-49bd-9e05-fb3ef63d7997" providerId="ADAL" clId="{7BF803D9-3494-41B9-9213-E73D7BF54335}" dt="2023-07-25T16:08:22.405" v="4868"/>
          <ac:spMkLst>
            <pc:docMk/>
            <pc:sldMk cId="1187321371" sldId="814"/>
            <ac:spMk id="2" creationId="{C68E2957-09B6-A6D5-FEDC-E9029FCFC1BA}"/>
          </ac:spMkLst>
        </pc:spChg>
        <pc:spChg chg="mod">
          <ac:chgData name="이민재" userId="f97f16f7-28a5-49bd-9e05-fb3ef63d7997" providerId="ADAL" clId="{7BF803D9-3494-41B9-9213-E73D7BF54335}" dt="2023-07-25T16:09:26.376" v="4872" actId="20577"/>
          <ac:spMkLst>
            <pc:docMk/>
            <pc:sldMk cId="1187321371" sldId="814"/>
            <ac:spMk id="3" creationId="{203E23B2-DC32-4547-1312-1EE2D6A300AF}"/>
          </ac:spMkLst>
        </pc:spChg>
        <pc:spChg chg="add mod">
          <ac:chgData name="이민재" userId="f97f16f7-28a5-49bd-9e05-fb3ef63d7997" providerId="ADAL" clId="{7BF803D9-3494-41B9-9213-E73D7BF54335}" dt="2023-07-26T02:53:31.267" v="6158" actId="404"/>
          <ac:spMkLst>
            <pc:docMk/>
            <pc:sldMk cId="1187321371" sldId="814"/>
            <ac:spMk id="6" creationId="{86E9567F-7667-4996-D663-602DEE6CD85D}"/>
          </ac:spMkLst>
        </pc:spChg>
        <pc:spChg chg="add mod">
          <ac:chgData name="이민재" userId="f97f16f7-28a5-49bd-9e05-fb3ef63d7997" providerId="ADAL" clId="{7BF803D9-3494-41B9-9213-E73D7BF54335}" dt="2023-07-25T16:36:20.663" v="5906"/>
          <ac:spMkLst>
            <pc:docMk/>
            <pc:sldMk cId="1187321371" sldId="814"/>
            <ac:spMk id="9" creationId="{48064113-1BF0-88C5-7490-BFE310E4EA10}"/>
          </ac:spMkLst>
        </pc:spChg>
        <pc:picChg chg="add mod">
          <ac:chgData name="이민재" userId="f97f16f7-28a5-49bd-9e05-fb3ef63d7997" providerId="ADAL" clId="{7BF803D9-3494-41B9-9213-E73D7BF54335}" dt="2023-07-25T16:27:34.308" v="5091" actId="1076"/>
          <ac:picMkLst>
            <pc:docMk/>
            <pc:sldMk cId="1187321371" sldId="814"/>
            <ac:picMk id="5" creationId="{1C1953AD-F16A-63A0-DCC0-4C0BAC57ABE3}"/>
          </ac:picMkLst>
        </pc:picChg>
        <pc:picChg chg="add mod">
          <ac:chgData name="이민재" userId="f97f16f7-28a5-49bd-9e05-fb3ef63d7997" providerId="ADAL" clId="{7BF803D9-3494-41B9-9213-E73D7BF54335}" dt="2023-07-25T16:27:35.402" v="5092" actId="1076"/>
          <ac:picMkLst>
            <pc:docMk/>
            <pc:sldMk cId="1187321371" sldId="814"/>
            <ac:picMk id="7" creationId="{5D157CA9-499C-9F2B-971A-576716104063}"/>
          </ac:picMkLst>
        </pc:picChg>
        <pc:picChg chg="add mod">
          <ac:chgData name="이민재" userId="f97f16f7-28a5-49bd-9e05-fb3ef63d7997" providerId="ADAL" clId="{7BF803D9-3494-41B9-9213-E73D7BF54335}" dt="2023-07-25T16:27:46.907" v="5099" actId="1076"/>
          <ac:picMkLst>
            <pc:docMk/>
            <pc:sldMk cId="1187321371" sldId="814"/>
            <ac:picMk id="8" creationId="{4786CCE7-EEFA-A95D-6A39-4FF86DA49869}"/>
          </ac:picMkLst>
        </pc:picChg>
      </pc:sldChg>
      <pc:sldChg chg="modSp add mod">
        <pc:chgData name="이민재" userId="f97f16f7-28a5-49bd-9e05-fb3ef63d7997" providerId="ADAL" clId="{7BF803D9-3494-41B9-9213-E73D7BF54335}" dt="2023-07-26T02:58:48.613" v="6188" actId="20577"/>
        <pc:sldMkLst>
          <pc:docMk/>
          <pc:sldMk cId="591039077" sldId="815"/>
        </pc:sldMkLst>
        <pc:spChg chg="mod">
          <ac:chgData name="이민재" userId="f97f16f7-28a5-49bd-9e05-fb3ef63d7997" providerId="ADAL" clId="{7BF803D9-3494-41B9-9213-E73D7BF54335}" dt="2023-07-26T02:58:48.613" v="6188" actId="20577"/>
          <ac:spMkLst>
            <pc:docMk/>
            <pc:sldMk cId="591039077" sldId="815"/>
            <ac:spMk id="2" creationId="{C68E2957-09B6-A6D5-FEDC-E9029FCFC1BA}"/>
          </ac:spMkLst>
        </pc:spChg>
      </pc:sldChg>
      <pc:sldChg chg="addSp delSp modSp new mod">
        <pc:chgData name="이민재" userId="f97f16f7-28a5-49bd-9e05-fb3ef63d7997" providerId="ADAL" clId="{7BF803D9-3494-41B9-9213-E73D7BF54335}" dt="2023-07-26T05:52:44.031" v="7705" actId="1076"/>
        <pc:sldMkLst>
          <pc:docMk/>
          <pc:sldMk cId="3737120460" sldId="816"/>
        </pc:sldMkLst>
        <pc:spChg chg="del">
          <ac:chgData name="이민재" userId="f97f16f7-28a5-49bd-9e05-fb3ef63d7997" providerId="ADAL" clId="{7BF803D9-3494-41B9-9213-E73D7BF54335}" dt="2023-07-26T03:00:09.638" v="6218" actId="478"/>
          <ac:spMkLst>
            <pc:docMk/>
            <pc:sldMk cId="3737120460" sldId="816"/>
            <ac:spMk id="2" creationId="{84D5E00A-0B46-DB2C-4BA3-DC0D01A866A6}"/>
          </ac:spMkLst>
        </pc:spChg>
        <pc:spChg chg="del">
          <ac:chgData name="이민재" userId="f97f16f7-28a5-49bd-9e05-fb3ef63d7997" providerId="ADAL" clId="{7BF803D9-3494-41B9-9213-E73D7BF54335}" dt="2023-07-26T03:00:08.958" v="6217" actId="478"/>
          <ac:spMkLst>
            <pc:docMk/>
            <pc:sldMk cId="3737120460" sldId="816"/>
            <ac:spMk id="3" creationId="{7B8442C8-A7F9-11B4-F123-9BCEC057A1E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4" creationId="{9809F31E-40CC-9FD7-E6C1-3DDAB06E39A8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5" creationId="{A365B179-8129-5671-E7C1-014A2DA4A2E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6" creationId="{ED4209AA-0A16-8CE6-DB63-00BCB146AF30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7" creationId="{918ED2C7-2C22-8113-3C34-4844941BECF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8" creationId="{1F87ED12-BE5F-1F11-BA89-3739DC3D715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9" creationId="{CF61EAB8-ED8E-2753-DA05-A8AA66854D53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0" creationId="{7445D2C9-1E28-1FA0-87C0-7B811F4D487B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1" creationId="{9BAD91FC-CB91-3213-A152-41AD4B5F3FB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2" creationId="{D0A35185-BC68-E9D1-0032-509D6875CBE0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3" creationId="{E00FAC21-2528-71F2-B6FE-82C385F1FE7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4" creationId="{A611E24B-45DC-E4EF-5C8B-B879AB6FA0F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5" creationId="{BA53D30B-C0B5-9BC8-AA9E-13D93F910B8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6" creationId="{DE971557-5073-ABD9-00B8-D94054969A2D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7" creationId="{4CB89634-11E6-C895-E9AD-12B5E65689F9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8" creationId="{C46A6C63-5256-1C66-65CE-95D8F5DEE2D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9" creationId="{50B34951-BC3A-71AA-6DD3-94BB6E27D1CA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0" creationId="{E79E0FB3-EC76-423E-3851-E18B5206D95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1" creationId="{B768CC4C-D78C-17EF-78C2-307B1F5DA64D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2" creationId="{C66E1878-71FD-EAA8-1DAA-FA34FF121456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3" creationId="{A8EAA00E-CEDB-6AA9-D53D-2B8A04154D8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4" creationId="{02A36A55-C2B1-364E-F971-DA71A07FF4C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5" creationId="{89E98C2B-707A-2E31-BA5D-3C66B309E23F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6" creationId="{4547B206-AE16-D7CC-3621-F51ADC3912D3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7" creationId="{4F0E7AF3-800A-A37E-DE1B-0648D4391B1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8" creationId="{8FD0A67E-6705-E932-D88E-A6E0632BAF9F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9" creationId="{A6E5DB7F-4EB4-1CAC-479B-7C603762B9C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41" creationId="{A63DED69-BAB4-AAE4-C544-F2192A00225B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42" creationId="{B9E73F57-263B-CFAC-9414-B05F24A3A0C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7" creationId="{7AB937BF-9D2F-974A-30A1-F1020FEB857E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8" creationId="{E939257C-8FED-1DB8-BC30-F7462548BB80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9" creationId="{15CA23CF-6915-B7ED-1BA9-09E7D51AC06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0" creationId="{483B0389-80EA-CDFC-BC5A-C68DAB3B728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1" creationId="{8C2AB0EC-3699-387A-3A01-E945D59C1335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2" creationId="{2F1660C7-50D6-C36F-B578-61B3D0ECF53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3" creationId="{D93976DE-B8AF-59EF-9998-372C7968EE83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4" creationId="{7650CA84-4CEC-2C1C-FA1C-E1391C6EE77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5" creationId="{BEEE88CC-36F5-B8C0-B2A5-B47474293E61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6" creationId="{D6FE2C65-4A56-1407-88CF-24ED5BB54C28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7" creationId="{5CAEC7F7-143C-F8DD-FF73-79E2A0946CB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8" creationId="{0B4AC84A-7AB9-F671-DC4B-2B33C4D0DA7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9" creationId="{8B7225F7-EA77-16AB-9D4E-EF440C4DC002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0" creationId="{23261BF2-F5AB-0746-4FD4-613EB84B0CCC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1" creationId="{A8D8F8A2-BB64-4CA8-9A9A-025297C218C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2" creationId="{DBAA88C1-2829-7C9E-022B-D110224B584E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3" creationId="{91D4D54B-3939-778B-7915-10073E697B64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4" creationId="{DEEFBE16-DBFF-97F0-600C-3395CE173AB1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5" creationId="{3F58104D-C2C2-ABD6-D428-570151095B7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6" creationId="{3AD4BB7F-0605-C69D-83FC-24AA06646A5C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7" creationId="{8BFFB6A9-FC6A-59D8-0512-918CDD3E2A10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8" creationId="{347E5FEE-D3CC-4650-9FF4-FDB57006DB1D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9" creationId="{62B741BA-E070-C9C3-EDDD-8EF4D3AF13B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0" creationId="{B4045B8C-20ED-ACA2-4EDC-E92D48FD0427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1" creationId="{B3664071-E187-68D0-4791-DA4392C81C4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2" creationId="{F2566591-CDD4-27B6-E88A-C23A51DB2062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4" creationId="{0678D9D4-AE30-ADB0-2EDF-9ADDFE2CF22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5" creationId="{0D1B6C9E-A4EA-AAFF-7E46-64308E8C70B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2" creationId="{B6BD8DCD-9F0A-A3DE-1466-57582AAC326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3" creationId="{ECC56AC2-ACDD-88CA-C927-BB85625CB72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4" creationId="{97D6E898-4A11-7CB4-43DE-D47FE981708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5" creationId="{90A268D5-452B-4AF5-94A2-F7776625ECD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6" creationId="{56588C50-6B9B-7D80-DD39-A9BCF7BA2C1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7" creationId="{945C71C7-B8DE-1CCC-A6F6-52D82214007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8" creationId="{FBBA0757-60D1-BFDD-8F19-267F51C7EFF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9" creationId="{9EA8B067-A2D6-E422-1ED3-69B0BB62B6C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0" creationId="{7CB6D84F-DBAE-9926-10D8-A38AA5992EE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1" creationId="{5CC84227-481C-D7A5-A319-39F33527024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2" creationId="{F8D612D1-CBE6-BB2F-87DF-C39241997ED0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3" creationId="{5C5745F9-BD35-91CE-09D6-ED1FDCA386B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4" creationId="{3FAAF11E-C4DE-01C5-5235-3C25197AF3E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5" creationId="{9A887D40-6AB1-FF03-4BC1-012FD4BDDC70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6" creationId="{1601742A-4631-8BE9-7E3A-E41ECF1E56A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7" creationId="{47F5B8AC-0BB3-455C-F3A2-D3D8974EE0FC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8" creationId="{8698C9DD-A957-2332-4839-C766F1A33E5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9" creationId="{B86FC05F-1986-91E0-82A6-8E08D1483FD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0" creationId="{03C8E6B0-09B3-536E-C0CF-4C41623FEC6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1" creationId="{ED3D5D3F-32BA-923D-7E7B-36F588862DE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2" creationId="{7B5B04F2-910B-1855-BC8A-90F454CC946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3" creationId="{D5052231-225F-E3AD-2EEE-86F2C8E38B9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4" creationId="{938C5B84-0EE5-3D6B-D3B1-A924948CC56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5" creationId="{F59B181B-D28B-54B6-C493-A3AA0D9E57E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6" creationId="{2320EBCE-23DC-8116-DED5-1D72FA6F0EB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7" creationId="{BAB6AA01-5F60-F941-8642-D86BB4BCB128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8" creationId="{48B40F62-80C5-3FBA-981F-D05437F9A6C8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9" creationId="{AEEF6C16-687C-3ACC-6AB8-469F797A304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0" creationId="{74DF916B-58A5-38E6-DBFD-833F8432E20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1" creationId="{B915B3BB-3EC6-6C7C-0B04-3A15F33EA3E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2" creationId="{569FEB5B-AD1A-2A76-6E7E-D993F4D3D66C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3" creationId="{EF897357-10F3-69ED-32CF-268E3934377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4" creationId="{9691EB24-4500-2243-6AFC-2349BCF436A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5" creationId="{3F8384A0-FB6B-5707-4B91-EFC4F8BEDCE2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6" creationId="{915F8AD0-4CB2-B2E5-A083-A43D38F2615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7" creationId="{4ACDB470-F13D-2811-DAFE-888A6D317B22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8" creationId="{3CCB8370-DAB6-1BA3-0683-40FE8095779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9" creationId="{5DB6F2E1-2ED0-3CF7-AC07-DC40906D14C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0" creationId="{2D0AC80F-1176-8B75-AAD4-3582827730E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1" creationId="{D4EBBCD4-8299-278A-E6C7-9FD748DF6EC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2" creationId="{C4C2E741-6E5B-90F2-47BF-C125CE7AF51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3" creationId="{E4290C6E-7048-CF50-9229-BCDE7F75956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4" creationId="{25E2D0AF-ECC1-EE27-F7EC-18BA6EC33D7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5" creationId="{6A0E388A-7B88-4944-AC9C-4F43D3A99AFD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6" creationId="{30FA4DDF-B5F7-8432-EB27-EBDC8D8BC64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7" creationId="{2A8CEBC5-3DD9-A06F-2525-96ED9215AA8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8" creationId="{97051F77-91C5-33F9-0CB7-D9E5F1B866D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9" creationId="{055ED651-BBF0-8D4B-DEC4-BC556FDE9F7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30" creationId="{D1235B1D-44E5-D608-64E8-CE23A91306B9}"/>
          </ac:spMkLst>
        </pc:spChg>
        <pc:graphicFrameChg chg="add mod modGraphic">
          <ac:chgData name="이민재" userId="f97f16f7-28a5-49bd-9e05-fb3ef63d7997" providerId="ADAL" clId="{7BF803D9-3494-41B9-9213-E73D7BF54335}" dt="2023-07-26T03:39:52.592" v="6531" actId="207"/>
          <ac:graphicFrameMkLst>
            <pc:docMk/>
            <pc:sldMk cId="3737120460" sldId="816"/>
            <ac:graphicFrameMk id="5" creationId="{E44626A8-EF4F-3B57-6AC2-1BDCFFAEDCF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31:29.312" v="6435" actId="1038"/>
          <ac:graphicFrameMkLst>
            <pc:docMk/>
            <pc:sldMk cId="3737120460" sldId="816"/>
            <ac:graphicFrameMk id="6" creationId="{3A9B7C2A-170C-A910-2DE7-D278E2DE6D9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31:29.312" v="6435" actId="1038"/>
          <ac:graphicFrameMkLst>
            <pc:docMk/>
            <pc:sldMk cId="3737120460" sldId="816"/>
            <ac:graphicFrameMk id="7" creationId="{862826D9-961B-A137-64D9-50F650EA09D4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0" creationId="{2350EADC-0B8D-25DA-0DF1-E8DC75521D6C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1" creationId="{6014087E-F7C6-B07E-C074-FDB128AA4349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2" creationId="{3DCBA016-A378-ABE6-ACB6-F7B2E89AD296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3" creationId="{A3BC4B42-B91D-A2A4-9F3F-BB3C54DFBF28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3" creationId="{46227765-FEEB-A9E8-4F5D-0E853D6135F6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4" creationId="{50E8FB03-C485-9A82-6D58-7DC8FB3FE25E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5" creationId="{5BCC0C0A-080F-BE79-69A4-5A4B77B633BC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6" creationId="{7F4893E4-3C89-BC19-65C9-A8D3149D6335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3:32:46.020" v="6486" actId="21"/>
          <ac:graphicFrameMkLst>
            <pc:docMk/>
            <pc:sldMk cId="3737120460" sldId="816"/>
            <ac:graphicFrameMk id="76" creationId="{DB4450A8-4FBF-D5DC-4BDD-E595B0CD595D}"/>
          </ac:graphicFrameMkLst>
        </pc:graphicFrameChg>
        <pc:graphicFrameChg chg="add mod">
          <ac:chgData name="이민재" userId="f97f16f7-28a5-49bd-9e05-fb3ef63d7997" providerId="ADAL" clId="{7BF803D9-3494-41B9-9213-E73D7BF54335}" dt="2023-07-26T03:32:56.528" v="6496" actId="1036"/>
          <ac:graphicFrameMkLst>
            <pc:docMk/>
            <pc:sldMk cId="3737120460" sldId="816"/>
            <ac:graphicFrameMk id="77" creationId="{D9321F21-56C2-CCF2-9B67-00C3B5850803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3:52:20.932" v="6562" actId="1076"/>
          <ac:graphicFrameMkLst>
            <pc:docMk/>
            <pc:sldMk cId="3737120460" sldId="816"/>
            <ac:graphicFrameMk id="78" creationId="{29D19D8D-C1CF-8AF5-8056-C99F884981B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3:37:11.752" v="6509"/>
          <ac:graphicFrameMkLst>
            <pc:docMk/>
            <pc:sldMk cId="3737120460" sldId="816"/>
            <ac:graphicFrameMk id="79" creationId="{8683E9A3-29AB-2617-7094-30B30C68DEF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51:51.607" v="6561" actId="207"/>
          <ac:graphicFrameMkLst>
            <pc:docMk/>
            <pc:sldMk cId="3737120460" sldId="816"/>
            <ac:graphicFrameMk id="80" creationId="{676F63F4-EBC9-BE83-C1E2-FC68C9EDD50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53:53.603" v="6578" actId="207"/>
          <ac:graphicFrameMkLst>
            <pc:docMk/>
            <pc:sldMk cId="3737120460" sldId="816"/>
            <ac:graphicFrameMk id="81" creationId="{28D9A3B5-49A6-DC5E-CDB0-B0051C22E2B0}"/>
          </ac:graphicFrameMkLst>
        </pc:graphicFrameChg>
        <pc:picChg chg="add mod">
          <ac:chgData name="이민재" userId="f97f16f7-28a5-49bd-9e05-fb3ef63d7997" providerId="ADAL" clId="{7BF803D9-3494-41B9-9213-E73D7BF54335}" dt="2023-07-26T03:00:14.536" v="6222" actId="1076"/>
          <ac:picMkLst>
            <pc:docMk/>
            <pc:sldMk cId="3737120460" sldId="816"/>
            <ac:picMk id="9" creationId="{1AC6C4AA-345D-F1E3-0C5D-FB4BB5C0F54E}"/>
          </ac:picMkLst>
        </pc:picChg>
        <pc:cxnChg chg="add del mod">
          <ac:chgData name="이민재" userId="f97f16f7-28a5-49bd-9e05-fb3ef63d7997" providerId="ADAL" clId="{7BF803D9-3494-41B9-9213-E73D7BF54335}" dt="2023-07-26T02:59:15.275" v="6192"/>
          <ac:cxnSpMkLst>
            <pc:docMk/>
            <pc:sldMk cId="3737120460" sldId="816"/>
            <ac:cxnSpMk id="40" creationId="{FE74FEA3-7AC6-4599-0D57-F2A1C106256F}"/>
          </ac:cxnSpMkLst>
        </pc:cxnChg>
        <pc:cxnChg chg="add mod">
          <ac:chgData name="이민재" userId="f97f16f7-28a5-49bd-9e05-fb3ef63d7997" providerId="ADAL" clId="{7BF803D9-3494-41B9-9213-E73D7BF54335}" dt="2023-07-26T02:59:59.867" v="6216" actId="1076"/>
          <ac:cxnSpMkLst>
            <pc:docMk/>
            <pc:sldMk cId="3737120460" sldId="816"/>
            <ac:cxnSpMk id="73" creationId="{2BA5DED7-D364-65D5-8DBD-E321723A43F3}"/>
          </ac:cxnSpMkLst>
        </pc:cxnChg>
      </pc:sldChg>
      <pc:sldChg chg="modSp add mod">
        <pc:chgData name="이민재" userId="f97f16f7-28a5-49bd-9e05-fb3ef63d7997" providerId="ADAL" clId="{7BF803D9-3494-41B9-9213-E73D7BF54335}" dt="2023-07-26T02:58:44.244" v="6186" actId="20577"/>
        <pc:sldMkLst>
          <pc:docMk/>
          <pc:sldMk cId="455310698" sldId="817"/>
        </pc:sldMkLst>
        <pc:spChg chg="mod">
          <ac:chgData name="이민재" userId="f97f16f7-28a5-49bd-9e05-fb3ef63d7997" providerId="ADAL" clId="{7BF803D9-3494-41B9-9213-E73D7BF54335}" dt="2023-07-26T02:58:44.244" v="6186" actId="20577"/>
          <ac:spMkLst>
            <pc:docMk/>
            <pc:sldMk cId="455310698" sldId="817"/>
            <ac:spMk id="2" creationId="{C68E2957-09B6-A6D5-FEDC-E9029FCFC1BA}"/>
          </ac:spMkLst>
        </pc:spChg>
      </pc:sldChg>
      <pc:sldChg chg="new">
        <pc:chgData name="이민재" userId="f97f16f7-28a5-49bd-9e05-fb3ef63d7997" providerId="ADAL" clId="{7BF803D9-3494-41B9-9213-E73D7BF54335}" dt="2023-07-26T02:58:55.353" v="6189" actId="680"/>
        <pc:sldMkLst>
          <pc:docMk/>
          <pc:sldMk cId="4261266513" sldId="818"/>
        </pc:sldMkLst>
      </pc:sldChg>
      <pc:sldChg chg="addSp delSp modSp add mod">
        <pc:chgData name="이민재" userId="f97f16f7-28a5-49bd-9e05-fb3ef63d7997" providerId="ADAL" clId="{7BF803D9-3494-41B9-9213-E73D7BF54335}" dt="2023-07-26T13:47:38.323" v="15052" actId="21"/>
        <pc:sldMkLst>
          <pc:docMk/>
          <pc:sldMk cId="1838065844" sldId="819"/>
        </pc:sldMkLst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2" creationId="{36CDEBED-1C89-B537-47BE-EC9801E145B8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24" creationId="{B60553E8-9A9B-D99D-43A9-4833F77C6D5B}"/>
          </ac:spMkLst>
        </pc:spChg>
        <pc:spChg chg="add mod">
          <ac:chgData name="이민재" userId="f97f16f7-28a5-49bd-9e05-fb3ef63d7997" providerId="ADAL" clId="{7BF803D9-3494-41B9-9213-E73D7BF54335}" dt="2023-07-26T09:38:24.301" v="13594" actId="1037"/>
          <ac:spMkLst>
            <pc:docMk/>
            <pc:sldMk cId="1838065844" sldId="819"/>
            <ac:spMk id="27" creationId="{4BB787CB-26EA-24D7-5EE2-5C74CFC8E6FD}"/>
          </ac:spMkLst>
        </pc:spChg>
        <pc:spChg chg="add mod">
          <ac:chgData name="이민재" userId="f97f16f7-28a5-49bd-9e05-fb3ef63d7997" providerId="ADAL" clId="{7BF803D9-3494-41B9-9213-E73D7BF54335}" dt="2023-07-26T09:38:28.223" v="13602" actId="1037"/>
          <ac:spMkLst>
            <pc:docMk/>
            <pc:sldMk cId="1838065844" sldId="819"/>
            <ac:spMk id="28" creationId="{12F35D03-067A-F9E3-6CFB-185CB08DE5B9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2" creationId="{3329C2ED-67CE-9C9E-E3BC-3B0025B1951C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3" creationId="{AD6E970A-AAFD-96FB-B670-F47D4B61EE12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4" creationId="{013FCCEF-6C0D-352A-500F-FA6F65816F33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5" creationId="{05710AC3-FE6E-71B9-09BF-07C6ACB3664F}"/>
          </ac:spMkLst>
        </pc:spChg>
        <pc:spChg chg="add del mod">
          <ac:chgData name="이민재" userId="f97f16f7-28a5-49bd-9e05-fb3ef63d7997" providerId="ADAL" clId="{7BF803D9-3494-41B9-9213-E73D7BF54335}" dt="2023-07-26T05:29:44.710" v="7464"/>
          <ac:spMkLst>
            <pc:docMk/>
            <pc:sldMk cId="1838065844" sldId="819"/>
            <ac:spMk id="36" creationId="{C78081DA-4426-ECE0-83F5-4623FD460A28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36" creationId="{FC4E7135-6FA4-A229-A368-0311D093A08C}"/>
          </ac:spMkLst>
        </pc:spChg>
        <pc:spChg chg="add del mod">
          <ac:chgData name="이민재" userId="f97f16f7-28a5-49bd-9e05-fb3ef63d7997" providerId="ADAL" clId="{7BF803D9-3494-41B9-9213-E73D7BF54335}" dt="2023-07-26T05:29:44.710" v="7464"/>
          <ac:spMkLst>
            <pc:docMk/>
            <pc:sldMk cId="1838065844" sldId="819"/>
            <ac:spMk id="37" creationId="{3A644D05-D662-14F7-0205-E31C0F0037FE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37" creationId="{82594DEE-259A-CC7E-B1F0-0E63865BA9AE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8" creationId="{3D1F8E8B-2F38-1A1A-3525-3C5DD05004EA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9" creationId="{273DF367-0F6B-2262-5D59-0250004855B8}"/>
          </ac:spMkLst>
        </pc:spChg>
        <pc:spChg chg="add mod">
          <ac:chgData name="이민재" userId="f97f16f7-28a5-49bd-9e05-fb3ef63d7997" providerId="ADAL" clId="{7BF803D9-3494-41B9-9213-E73D7BF54335}" dt="2023-07-26T09:39:47.697" v="13628" actId="1037"/>
          <ac:spMkLst>
            <pc:docMk/>
            <pc:sldMk cId="1838065844" sldId="819"/>
            <ac:spMk id="40" creationId="{90E9F991-51B7-171B-16CE-FCE68155E1F7}"/>
          </ac:spMkLst>
        </pc:spChg>
        <pc:spChg chg="add mod">
          <ac:chgData name="이민재" userId="f97f16f7-28a5-49bd-9e05-fb3ef63d7997" providerId="ADAL" clId="{7BF803D9-3494-41B9-9213-E73D7BF54335}" dt="2023-07-26T09:39:55.264" v="13644" actId="1037"/>
          <ac:spMkLst>
            <pc:docMk/>
            <pc:sldMk cId="1838065844" sldId="819"/>
            <ac:spMk id="41" creationId="{0A2325AC-7E99-3AA1-5ED9-C5A02CECA951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42" creationId="{546C02A0-4F5A-BBCA-3E09-0E58CA12B6D6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43" creationId="{4F4418C7-A61A-3E42-1C0F-7EBE4E5AD09C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44" creationId="{A28CB9F6-A3EA-A4BF-C906-81681AEB3B48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45" creationId="{60ADBF15-EEB1-A63C-01D2-075F017FB30B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46" creationId="{A3199FB6-8B80-6E62-1844-7FA34AB316B5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7" creationId="{7AB937BF-9D2F-974A-30A1-F1020FEB857E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47" creationId="{AEA23231-5072-8DD2-9F5B-76A085C554DF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48" creationId="{31A4487A-C7A4-AC1D-E6B5-0038ADD6C12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8" creationId="{E939257C-8FED-1DB8-BC30-F7462548BB80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9" creationId="{15CA23CF-6915-B7ED-1BA9-09E7D51AC06B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49" creationId="{9E2EEC0A-DC91-443E-243C-C94821FE75B8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50" creationId="{24BE651C-3371-0C7A-1162-C015029F6E7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0" creationId="{483B0389-80EA-CDFC-BC5A-C68DAB3B7289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51" creationId="{38F57358-33FE-2706-E5F2-FDEDB1EA19C3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1" creationId="{8C2AB0EC-3699-387A-3A01-E945D59C1335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2" creationId="{2F1660C7-50D6-C36F-B578-61B3D0ECF539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52" creationId="{E6C405A3-B7BD-3837-0CA1-0572EB244F4F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53" creationId="{C201D5EA-47CD-33D4-0485-A6FCB9EBE2F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3" creationId="{D93976DE-B8AF-59EF-9998-372C7968EE83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4" creationId="{7650CA84-4CEC-2C1C-FA1C-E1391C6EE77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5" creationId="{BEEE88CC-36F5-B8C0-B2A5-B47474293E61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6" creationId="{D6FE2C65-4A56-1407-88CF-24ED5BB54C28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7" creationId="{5CAEC7F7-143C-F8DD-FF73-79E2A0946CBB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8" creationId="{0B4AC84A-7AB9-F671-DC4B-2B33C4D0DA7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9" creationId="{8B7225F7-EA77-16AB-9D4E-EF440C4DC002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0" creationId="{23261BF2-F5AB-0746-4FD4-613EB84B0CC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1" creationId="{A8D8F8A2-BB64-4CA8-9A9A-025297C218C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2" creationId="{DBAA88C1-2829-7C9E-022B-D110224B584E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3" creationId="{91D4D54B-3939-778B-7915-10073E697B64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4" creationId="{DEEFBE16-DBFF-97F0-600C-3395CE173AB1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5" creationId="{3F58104D-C2C2-ABD6-D428-570151095B7B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6" creationId="{3AD4BB7F-0605-C69D-83FC-24AA06646A5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7" creationId="{8BFFB6A9-FC6A-59D8-0512-918CDD3E2A10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8" creationId="{347E5FEE-D3CC-4650-9FF4-FDB57006DB1D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9" creationId="{62B741BA-E070-C9C3-EDDD-8EF4D3AF13B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0" creationId="{B4045B8C-20ED-ACA2-4EDC-E92D48FD0427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1" creationId="{B3664071-E187-68D0-4791-DA4392C81C49}"/>
          </ac:spMkLst>
        </pc:spChg>
        <pc:spChg chg="del">
          <ac:chgData name="이민재" userId="f97f16f7-28a5-49bd-9e05-fb3ef63d7997" providerId="ADAL" clId="{7BF803D9-3494-41B9-9213-E73D7BF54335}" dt="2023-07-26T03:54:10.620" v="6581" actId="478"/>
          <ac:spMkLst>
            <pc:docMk/>
            <pc:sldMk cId="1838065844" sldId="819"/>
            <ac:spMk id="72" creationId="{F2566591-CDD4-27B6-E88A-C23A51DB2062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4" creationId="{0678D9D4-AE30-ADB0-2EDF-9ADDFE2CF22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5" creationId="{0D1B6C9E-A4EA-AAFF-7E46-64308E8C70B5}"/>
          </ac:spMkLst>
        </pc:spChg>
        <pc:spChg chg="add del mod">
          <ac:chgData name="이민재" userId="f97f16f7-28a5-49bd-9e05-fb3ef63d7997" providerId="ADAL" clId="{7BF803D9-3494-41B9-9213-E73D7BF54335}" dt="2023-07-26T05:52:47.022" v="7706" actId="478"/>
          <ac:spMkLst>
            <pc:docMk/>
            <pc:sldMk cId="1838065844" sldId="819"/>
            <ac:spMk id="76" creationId="{AC71C3CB-452E-FAB0-8492-579694D4A32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79" creationId="{281A65E5-AA7A-F4C5-96AA-3CEC480E90D3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2" creationId="{478CC6DA-77AB-3BC0-1588-627167119E9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3" creationId="{E950EA0F-E5E0-9397-1A80-553D9064132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4" creationId="{91562BAD-662A-CDF8-5055-A31C16CF86C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5" creationId="{AAE0DF46-1678-3658-88AB-6F1CB43F18A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6" creationId="{C52F842E-CD19-54F4-2955-6F8A676F8F5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7" creationId="{16BAA87A-997F-179B-0EA4-27FD48EC7FDC}"/>
          </ac:spMkLst>
        </pc:spChg>
        <pc:spChg chg="add del mod">
          <ac:chgData name="이민재" userId="f97f16f7-28a5-49bd-9e05-fb3ef63d7997" providerId="ADAL" clId="{7BF803D9-3494-41B9-9213-E73D7BF54335}" dt="2023-07-26T05:49:30.582" v="7670" actId="478"/>
          <ac:spMkLst>
            <pc:docMk/>
            <pc:sldMk cId="1838065844" sldId="819"/>
            <ac:spMk id="88" creationId="{12C419D5-715F-3B77-5ADE-453CC3ECD7B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9" creationId="{85D1DE8B-1EDE-3D8B-416A-BC746345730E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0" creationId="{5EB0D486-313D-4AEC-B897-BACD13D5AEA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1" creationId="{E5AE927F-D14F-EC72-7229-5B7C387A33F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2" creationId="{430B3F58-CB88-6200-182B-D4BB9C5340D2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3" creationId="{83AFE33C-46F2-4BA9-87CC-853D62B09AA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4" creationId="{AB86A853-15D7-A469-274D-A73562CF50E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5" creationId="{469F1FBF-D05D-1DF7-1940-7302077A5E76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6" creationId="{CFEF5772-22DB-0776-2E5C-AF968A94A87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7" creationId="{DCAA5D0F-AFCB-A5C3-F80D-44C03DD4BBD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8" creationId="{83C0A14B-3C88-E920-3B55-929418A5C78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9" creationId="{C1B30870-ABE0-F76F-02FA-45A76ED3F80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0" creationId="{5E0DE531-339F-EF6C-3AE0-0219BF20330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1" creationId="{57ADA3DC-1B27-4025-81FF-D9E87556EF1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2" creationId="{CD286A44-8442-214C-C699-466D9C9D9AB9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3" creationId="{78A91BEC-9BBB-3729-EE5B-1CA4AFF5303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4" creationId="{A416D638-AB12-8A63-63AA-A7483C83624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5" creationId="{F7F85D6A-62B6-05C2-C452-9356203EDF7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6" creationId="{F1628E70-ED1E-BC41-2268-09A5CCD77F2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7" creationId="{FA444F3A-C52C-CA2C-D33C-043EF5FA6E10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8" creationId="{C5A12213-B2F1-7114-CD9C-5E5D486CAA3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9" creationId="{6EF9D23D-A97C-5EA1-44D4-1BD4DF51A85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0" creationId="{2094FCF4-4175-CB8A-2747-5D16B41668C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1" creationId="{864E78A6-1D84-5E98-6471-A333B329C96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2" creationId="{70474B67-FA20-D28A-CB0B-5FCD2CBF3CA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3" creationId="{B717C3F0-8A9C-E706-AB7D-72291419117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4" creationId="{29EB473C-458D-D55A-6002-1E27A7F1721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5" creationId="{C015C836-073B-BA5A-4148-CAE0C925789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6" creationId="{D0F70165-37B9-3B41-BC89-73FE419FDDE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7" creationId="{D78868A0-C77C-16DE-5DBD-81B883B319A3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8" creationId="{6A54B02D-04E5-5FC0-0A10-82A2EA4517D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9" creationId="{6243B6DB-8E35-0DE4-961A-4C376ED8032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0" creationId="{75230146-B61D-F2BC-00C2-D10CC70E551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1" creationId="{B426D565-9637-E3E6-6E6F-AF216E0EB90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2" creationId="{504111E6-F14F-A46E-BDDA-A1CD11C8A6F9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3" creationId="{71C9F427-737A-35E5-D411-466C8612B6C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4" creationId="{AAD0FEE3-A0EB-6230-56EF-1BBC7129867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5" creationId="{A50515E3-4604-F98F-76F9-7DBDAF34E9D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6" creationId="{04F13A1B-44D4-80B1-72D0-A24932F5CF4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7" creationId="{30BAB863-8811-FBA0-8F8A-5BD0BB8CD8B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8" creationId="{D24CAA8F-D979-86DB-A510-03B9238E9D3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9" creationId="{C60597C4-8E71-46E7-7B53-F932E9ACF58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30" creationId="{004BAF73-DB18-A8E1-4EBB-34F0B7617F50}"/>
          </ac:spMkLst>
        </pc:spChg>
        <pc:spChg chg="add del mod">
          <ac:chgData name="이민재" userId="f97f16f7-28a5-49bd-9e05-fb3ef63d7997" providerId="ADAL" clId="{7BF803D9-3494-41B9-9213-E73D7BF54335}" dt="2023-07-26T05:50:03.075" v="7678" actId="478"/>
          <ac:spMkLst>
            <pc:docMk/>
            <pc:sldMk cId="1838065844" sldId="819"/>
            <ac:spMk id="131" creationId="{1A692BDB-7589-CE7F-F661-D0AEFAD53B8A}"/>
          </ac:spMkLst>
        </pc:spChg>
        <pc:spChg chg="add del mod">
          <ac:chgData name="이민재" userId="f97f16f7-28a5-49bd-9e05-fb3ef63d7997" providerId="ADAL" clId="{7BF803D9-3494-41B9-9213-E73D7BF54335}" dt="2023-07-26T05:50:04.097" v="7679" actId="478"/>
          <ac:spMkLst>
            <pc:docMk/>
            <pc:sldMk cId="1838065844" sldId="819"/>
            <ac:spMk id="132" creationId="{52A0B7CD-C5F0-2D37-F4F6-D18A22A3A5F5}"/>
          </ac:spMkLst>
        </pc:spChg>
        <pc:spChg chg="add del mod">
          <ac:chgData name="이민재" userId="f97f16f7-28a5-49bd-9e05-fb3ef63d7997" providerId="ADAL" clId="{7BF803D9-3494-41B9-9213-E73D7BF54335}" dt="2023-07-26T05:50:04.825" v="7680" actId="478"/>
          <ac:spMkLst>
            <pc:docMk/>
            <pc:sldMk cId="1838065844" sldId="819"/>
            <ac:spMk id="133" creationId="{ACB3C1B5-DC0E-D7B0-67F9-A1CDE5324887}"/>
          </ac:spMkLst>
        </pc:spChg>
        <pc:spChg chg="add del mod">
          <ac:chgData name="이민재" userId="f97f16f7-28a5-49bd-9e05-fb3ef63d7997" providerId="ADAL" clId="{7BF803D9-3494-41B9-9213-E73D7BF54335}" dt="2023-07-26T05:50:05.571" v="7681" actId="478"/>
          <ac:spMkLst>
            <pc:docMk/>
            <pc:sldMk cId="1838065844" sldId="819"/>
            <ac:spMk id="134" creationId="{D51D7F24-AA7F-2F0E-DCD4-3533DAFD284B}"/>
          </ac:spMkLst>
        </pc:spChg>
        <pc:spChg chg="add del mod">
          <ac:chgData name="이민재" userId="f97f16f7-28a5-49bd-9e05-fb3ef63d7997" providerId="ADAL" clId="{7BF803D9-3494-41B9-9213-E73D7BF54335}" dt="2023-07-26T05:50:06.978" v="7682" actId="478"/>
          <ac:spMkLst>
            <pc:docMk/>
            <pc:sldMk cId="1838065844" sldId="819"/>
            <ac:spMk id="135" creationId="{7CD0197F-F5B5-1F16-674D-B4D8AFC749C6}"/>
          </ac:spMkLst>
        </pc:spChg>
        <pc:spChg chg="add del mod">
          <ac:chgData name="이민재" userId="f97f16f7-28a5-49bd-9e05-fb3ef63d7997" providerId="ADAL" clId="{7BF803D9-3494-41B9-9213-E73D7BF54335}" dt="2023-07-26T05:50:08.387" v="7684" actId="478"/>
          <ac:spMkLst>
            <pc:docMk/>
            <pc:sldMk cId="1838065844" sldId="819"/>
            <ac:spMk id="136" creationId="{A552E0DA-4AC3-7091-917E-7EB8E80E43D7}"/>
          </ac:spMkLst>
        </pc:spChg>
        <pc:spChg chg="add del mod">
          <ac:chgData name="이민재" userId="f97f16f7-28a5-49bd-9e05-fb3ef63d7997" providerId="ADAL" clId="{7BF803D9-3494-41B9-9213-E73D7BF54335}" dt="2023-07-26T05:50:07.666" v="7683" actId="478"/>
          <ac:spMkLst>
            <pc:docMk/>
            <pc:sldMk cId="1838065844" sldId="819"/>
            <ac:spMk id="137" creationId="{751F167B-9858-32D7-090D-D27AB733334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38" creationId="{727AAB4F-7A62-3385-2814-47EA5DB3A2E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39" creationId="{F7B46B6A-8448-BA53-17CA-4F1B22E62F63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0" creationId="{B1340428-DB26-EA7D-5FE6-82C1BBF59BB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1" creationId="{95FB700D-9330-B226-ADE5-0044EEFB52A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2" creationId="{704DCB93-96C6-D4D8-6AF7-A36BFE69D0F9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3" creationId="{CD2A8CB9-A85B-28F4-95EF-48C20C93058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4" creationId="{1192A0EB-A96D-F698-3C9D-AA0F6652BAAA}"/>
          </ac:spMkLst>
        </pc:spChg>
        <pc:spChg chg="add del mod">
          <ac:chgData name="이민재" userId="f97f16f7-28a5-49bd-9e05-fb3ef63d7997" providerId="ADAL" clId="{7BF803D9-3494-41B9-9213-E73D7BF54335}" dt="2023-07-26T05:53:33.588" v="7720" actId="478"/>
          <ac:spMkLst>
            <pc:docMk/>
            <pc:sldMk cId="1838065844" sldId="819"/>
            <ac:spMk id="145" creationId="{128E6029-D82A-5119-000D-C8041C248403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6" creationId="{6DB79415-4316-7369-D15C-BEBE32AD0993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7" creationId="{3A7A84CB-289F-0C21-9BBF-B5E6DBBBACA5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8" creationId="{8947CE45-130C-8D36-CC88-BB2F483DF002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9" creationId="{BA7E5099-95AB-622E-4CB4-4B5E61E562C9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0" creationId="{EF38F0B8-5B7C-B988-B020-B138C26EC5C4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1" creationId="{519A65D0-3E20-B2B9-EB90-E81C5F719D12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2" creationId="{63C55399-4368-AA16-75EB-D99E04E4A4C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3" creationId="{7174CEAC-D023-A043-7688-B5294E51CC9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4" creationId="{9CCA9E7E-5583-C67E-B044-F189E230958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5" creationId="{E83462A3-10D9-A9F0-74B0-80427B098EB9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6" creationId="{01991F39-940C-2440-6B6E-EAD10C0F027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7" creationId="{662BC5F6-3B96-2451-BB4A-022E900F4F9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8" creationId="{352D3858-3BCA-F005-249D-BF6DF06B5A9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9" creationId="{3B21C14C-FCBB-8790-0CE8-08F3D3CA8F4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0" creationId="{15ADBBDB-2F06-A686-4B5F-4B6A56861A1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1" creationId="{4DB57B74-9EE0-4DB0-039E-E5087D908EE2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2" creationId="{2201133C-F9BF-7DA6-B829-65855D336882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3" creationId="{54A6A824-1B47-97D4-AF6E-6647D90DAEA6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4" creationId="{8081F9EF-9E92-7420-DF85-B5701BC36BC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5" creationId="{0B86B7C9-FA05-8F75-16CC-C2D6B306D6B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6" creationId="{DE98AF5B-C61F-3F40-EFD7-4647B97B29F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7" creationId="{5020EC1F-7CC9-6ACA-2980-15A8E67C688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8" creationId="{52755472-4FF7-69EA-09BA-D9F2C05B37F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9" creationId="{F8C21292-A685-AE64-EC70-74628F88482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0" creationId="{931E0A36-ECDC-77C5-A77A-22F7B10047C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1" creationId="{7DCB13D0-E04A-5B6A-7E5A-97556FA884F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2" creationId="{33915295-DFD6-BBCE-EAD7-F46E10954FB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3" creationId="{DA91BB8F-CA01-84B8-12E3-AAE4AB964FE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4" creationId="{32A6FB47-860F-8D98-7015-C0F7D930BD3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5" creationId="{A49BB491-8C75-FCAD-D623-A210998F9C6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6" creationId="{E71A3048-EE7C-6EAD-400F-71D4E1EF545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7" creationId="{4C3EC364-AE23-821B-2255-76716AFF25F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8" creationId="{CFF7CBB3-AF9A-DD3B-717B-60ADAD232F3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9" creationId="{70DF4CAA-0F6D-C0AC-32F0-864F9C18A11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0" creationId="{31226E05-1A60-49E9-95BF-90843920FEB3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1" creationId="{65260737-F9DD-A444-374E-C02F9375BD9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2" creationId="{D2222540-0B4D-5826-171F-51485242865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3" creationId="{E46BC175-03FA-DB22-36DB-B3517BD7D16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4" creationId="{40E631CB-0A63-652D-C1B4-0708822459D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5" creationId="{79637428-7A87-380E-CC7C-D34C727C91A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6" creationId="{2CFD139F-845F-2A89-F103-3FFB38D418BE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7" creationId="{5FA8BE19-1B38-ABBB-3F59-C69D24B1A3E4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8" creationId="{A935334C-A0AC-C838-CB57-59011721A8EE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9" creationId="{1E504554-FDB2-1B51-44FD-FD4FA7B7966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0" creationId="{16F923A2-8B4D-AA93-52C8-46C49995EA8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1" creationId="{F4E35FA2-4A6E-2D9B-0B5C-C083BE71C3C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2" creationId="{DD9ACAB9-ED95-AB1C-45DB-FC70AB60E1A8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3" creationId="{73A33BA3-19F2-D33E-1F9E-AD92112F1974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4" creationId="{40692B89-C403-FF2F-55E6-C386351CDD6C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5" creationId="{3E9FC3F0-B6E8-3D74-7822-5B6A085A8F9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6" creationId="{967D6408-96F3-A5BC-69E3-100B4ACC2497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7" creationId="{A3F2E580-871A-2739-2FCF-1938F96EE3DC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8" creationId="{3E94BB2E-D9F7-DD51-D4E8-F407C01D851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9" creationId="{300F4CD3-2119-5E8C-2E7C-31E726719DE7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200" creationId="{8DC50A09-0A5C-97EB-3D6F-61FFD019DBE3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201" creationId="{FECB4B55-AE74-7503-D12D-A6DAD5E3964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2" creationId="{B4FE7FB4-DAE0-C956-51D2-890BF2978EA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3" creationId="{77C088E2-EF2C-C211-B430-316BD494459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4" creationId="{62583320-CCEB-A862-8E5F-FD1FFC3FA73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5" creationId="{56370491-7364-E14C-5172-14ED8797E4E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6" creationId="{B41D0F92-0630-B35F-D61C-8AD39F03AD6A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7" creationId="{6038485B-9585-AD10-99A3-A28321DE41E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8" creationId="{416F3B5C-F85B-0CA6-0BAD-077D94190AB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9" creationId="{6B26F738-FD63-FCEB-C233-5F5D0C691B7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0" creationId="{7A10FD8F-9FC4-B75B-90F5-B30552D2543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1" creationId="{B4095DA5-C2EB-F325-B7CB-C372ED52560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2" creationId="{3D638C7A-259D-0A0E-AEC8-4B689D07719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3" creationId="{947CB064-94B0-46DB-986D-A8E260906BE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4" creationId="{612E830F-72D8-E0A7-320A-3A94BFAC088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5" creationId="{B48AF8AD-B473-12D0-CB19-7030BEC929B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6" creationId="{E5C56EC3-E7F6-6601-31D3-6A53291B57F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7" creationId="{81A3B285-252F-BFB1-2672-1051D91A694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8" creationId="{D79733EB-4DB9-493C-0B1C-820D76452D8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9" creationId="{66E7F3DC-2426-E727-1D6A-2B90E8F1FF2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0" creationId="{A6235D82-458F-37BD-7C78-E577B9DBA44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1" creationId="{F806565C-C2B2-B390-E698-B5E6EE1C589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2" creationId="{56C5EAC5-B057-CAD4-D334-4D62ECBA7F0B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3" creationId="{2F6D2C2D-930E-9D44-B5EB-7F028600FF05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4" creationId="{03EA4BD4-B1AC-93F2-20FC-618E974CB15E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5" creationId="{DB5A1E22-465D-15FE-A85D-67C72192266F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6" creationId="{FA34A738-3AF1-044C-2EFA-F02F8F533050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7" creationId="{674FD015-F5FB-AEAF-4928-617624F327D7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8" creationId="{F5D05CA9-5599-CE28-803E-E426C4F6F6FB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9" creationId="{584C446E-C3DA-E443-8643-48BDBFB71A93}"/>
          </ac:spMkLst>
        </pc:spChg>
        <pc:spChg chg="add mod">
          <ac:chgData name="이민재" userId="f97f16f7-28a5-49bd-9e05-fb3ef63d7997" providerId="ADAL" clId="{7BF803D9-3494-41B9-9213-E73D7BF54335}" dt="2023-07-26T09:30:31.763" v="13464" actId="1036"/>
          <ac:spMkLst>
            <pc:docMk/>
            <pc:sldMk cId="1838065844" sldId="819"/>
            <ac:spMk id="233" creationId="{BC89439F-7741-069D-6B9A-DA69B2B10CAB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4" creationId="{15ECC665-F93B-F6E0-4836-9856CB599157}"/>
          </ac:spMkLst>
        </pc:spChg>
        <pc:spChg chg="add mod">
          <ac:chgData name="이민재" userId="f97f16f7-28a5-49bd-9e05-fb3ef63d7997" providerId="ADAL" clId="{7BF803D9-3494-41B9-9213-E73D7BF54335}" dt="2023-07-26T09:38:28.223" v="13602" actId="1037"/>
          <ac:spMkLst>
            <pc:docMk/>
            <pc:sldMk cId="1838065844" sldId="819"/>
            <ac:spMk id="235" creationId="{86B6F4E9-339F-6252-8C24-4D65A9D198F5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6" creationId="{2ADD4D8C-9A14-C542-33EC-313B40E33EEE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7" creationId="{0ADCCCAB-CF65-5555-A3DD-F672FB5BA70D}"/>
          </ac:spMkLst>
        </pc:spChg>
        <pc:spChg chg="add mod">
          <ac:chgData name="이민재" userId="f97f16f7-28a5-49bd-9e05-fb3ef63d7997" providerId="ADAL" clId="{7BF803D9-3494-41B9-9213-E73D7BF54335}" dt="2023-07-26T09:39:47.697" v="13628" actId="1037"/>
          <ac:spMkLst>
            <pc:docMk/>
            <pc:sldMk cId="1838065844" sldId="819"/>
            <ac:spMk id="239" creationId="{0666651B-E22B-F731-70AB-9AE8FB98D460}"/>
          </ac:spMkLst>
        </pc:spChg>
        <pc:spChg chg="add mod">
          <ac:chgData name="이민재" userId="f97f16f7-28a5-49bd-9e05-fb3ef63d7997" providerId="ADAL" clId="{7BF803D9-3494-41B9-9213-E73D7BF54335}" dt="2023-07-26T09:40:09.090" v="13649" actId="1035"/>
          <ac:spMkLst>
            <pc:docMk/>
            <pc:sldMk cId="1838065844" sldId="819"/>
            <ac:spMk id="240" creationId="{82C8ED39-4F48-71E3-0512-48D8E6D42ED3}"/>
          </ac:spMkLst>
        </pc:spChg>
        <pc:grpChg chg="add mod">
          <ac:chgData name="이민재" userId="f97f16f7-28a5-49bd-9e05-fb3ef63d7997" providerId="ADAL" clId="{7BF803D9-3494-41B9-9213-E73D7BF54335}" dt="2023-07-26T09:30:45.971" v="13528" actId="1035"/>
          <ac:grpSpMkLst>
            <pc:docMk/>
            <pc:sldMk cId="1838065844" sldId="819"/>
            <ac:grpSpMk id="232" creationId="{C3EAE3EC-5F8E-E4D1-7515-B71E3B2D208A}"/>
          </ac:grpSpMkLst>
        </pc:grpChg>
        <pc:graphicFrameChg chg="add del mod modGraphic">
          <ac:chgData name="이민재" userId="f97f16f7-28a5-49bd-9e05-fb3ef63d7997" providerId="ADAL" clId="{7BF803D9-3494-41B9-9213-E73D7BF54335}" dt="2023-07-26T05:19:44.752" v="7210" actId="478"/>
          <ac:graphicFrameMkLst>
            <pc:docMk/>
            <pc:sldMk cId="1838065844" sldId="819"/>
            <ac:graphicFrameMk id="2" creationId="{1D91FD26-0807-C115-4619-2DFB69348004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9:54.256" v="13640" actId="1038"/>
          <ac:graphicFrameMkLst>
            <pc:docMk/>
            <pc:sldMk cId="1838065844" sldId="819"/>
            <ac:graphicFrameMk id="3" creationId="{5D377274-D90D-8C22-5EB1-8D873CD8ACA1}"/>
          </ac:graphicFrameMkLst>
        </pc:graphicFrameChg>
        <pc:graphicFrameChg chg="mod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5" creationId="{E44626A8-EF4F-3B57-6AC2-1BDCFFAEDCF6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6" creationId="{3A9B7C2A-170C-A910-2DE7-D278E2DE6D92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7" creationId="{862826D9-961B-A137-64D9-50F650EA09D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3:47:38.323" v="15052" actId="21"/>
          <ac:graphicFrameMkLst>
            <pc:docMk/>
            <pc:sldMk cId="1838065844" sldId="819"/>
            <ac:graphicFrameMk id="8" creationId="{4BEA99E3-96E3-74EE-B82E-9DCD828C566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0" creationId="{E807B135-CEFE-58AA-5B73-68DEE7CC995A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1" creationId="{722E13A4-49E4-66E5-DA13-D8E3D7855EB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2" creationId="{103F6A5D-0C6E-3D4C-2FDD-67600DEDA26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3" creationId="{78102752-FC57-A874-4A5E-E963DC9B72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4" creationId="{ADFE08BF-20DE-168C-9CE9-8969FC2A16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5" creationId="{BCBEDE99-A67D-C171-1DB8-384A0CF1F76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6" creationId="{AD718212-D3C3-8CFE-ADA9-4852735D655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7" creationId="{00F7AA19-ACAA-6C44-5470-2B2228247A2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8" creationId="{BDB439D8-5A0C-2BA4-79FE-062A7F54BD6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1:59:53.772" v="13730" actId="1076"/>
          <ac:graphicFrameMkLst>
            <pc:docMk/>
            <pc:sldMk cId="1838065844" sldId="819"/>
            <ac:graphicFrameMk id="19" creationId="{67B958FB-B7B0-AA23-25A3-28B7A2C73C6E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0" creationId="{5497C777-3C0B-DBDE-5E05-7ED3AC9BD169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1" creationId="{FA25E725-569E-2CF4-7501-0982F59CC179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2" creationId="{19148503-C8E1-D3A9-A56B-0AD36E2414D3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3" creationId="{E1CE54D5-5CEB-81A0-D62B-5B737841BF30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5:16:04.252" v="7175" actId="478"/>
          <ac:graphicFrameMkLst>
            <pc:docMk/>
            <pc:sldMk cId="1838065844" sldId="819"/>
            <ac:graphicFrameMk id="24" creationId="{1964248E-C479-C892-E108-6563EB8A371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8:28.223" v="13602" actId="1037"/>
          <ac:graphicFrameMkLst>
            <pc:docMk/>
            <pc:sldMk cId="1838065844" sldId="819"/>
            <ac:graphicFrameMk id="25" creationId="{BD45D1CE-4DA4-69EF-688C-4D24F65387F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6" creationId="{3A33BDA8-4BCD-A20E-9F0E-754780BB2C3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9" creationId="{BC7B0FBD-B003-8CDB-4456-F226213A99A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30" creationId="{9E0BE3E0-4ACD-F80E-8B22-D29B4F13423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31" creationId="{8624DA8A-425D-6C02-24FF-4531984DDE2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5:58:10.455" v="7771" actId="478"/>
          <ac:graphicFrameMkLst>
            <pc:docMk/>
            <pc:sldMk cId="1838065844" sldId="819"/>
            <ac:graphicFrameMk id="42" creationId="{28041BA5-CFA4-F097-7C65-6E7CDC693477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3" creationId="{46227765-FEEB-A9E8-4F5D-0E853D6135F6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4" creationId="{50E8FB03-C485-9A82-6D58-7DC8FB3FE25E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5" creationId="{5BCC0C0A-080F-BE79-69A4-5A4B77B633BC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6" creationId="{7F4893E4-3C89-BC19-65C9-A8D3149D633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2:11:13.248" v="13820" actId="21"/>
          <ac:graphicFrameMkLst>
            <pc:docMk/>
            <pc:sldMk cId="1838065844" sldId="819"/>
            <ac:graphicFrameMk id="54" creationId="{006AA719-69FB-0112-3A58-F9E93DE98C0E}"/>
          </ac:graphicFrameMkLst>
        </pc:graphicFrameChg>
        <pc:graphicFrameChg chg="mod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77" creationId="{D9321F21-56C2-CCF2-9B67-00C3B5850803}"/>
          </ac:graphicFrameMkLst>
        </pc:graphicFrameChg>
        <pc:graphicFrameChg chg="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78" creationId="{29D19D8D-C1CF-8AF5-8056-C99F884981B9}"/>
          </ac:graphicFrameMkLst>
        </pc:graphicFrameChg>
        <pc:graphicFrameChg chg="mod">
          <ac:chgData name="이민재" userId="f97f16f7-28a5-49bd-9e05-fb3ef63d7997" providerId="ADAL" clId="{7BF803D9-3494-41B9-9213-E73D7BF54335}" dt="2023-07-26T09:39:47.697" v="13628" actId="1037"/>
          <ac:graphicFrameMkLst>
            <pc:docMk/>
            <pc:sldMk cId="1838065844" sldId="819"/>
            <ac:graphicFrameMk id="80" creationId="{676F63F4-EBC9-BE83-C1E2-FC68C9EDD50E}"/>
          </ac:graphicFrameMkLst>
        </pc:graphicFrameChg>
        <pc:graphicFrameChg chg="del mod">
          <ac:chgData name="이민재" userId="f97f16f7-28a5-49bd-9e05-fb3ef63d7997" providerId="ADAL" clId="{7BF803D9-3494-41B9-9213-E73D7BF54335}" dt="2023-07-26T04:29:56.013" v="6602" actId="21"/>
          <ac:graphicFrameMkLst>
            <pc:docMk/>
            <pc:sldMk cId="1838065844" sldId="819"/>
            <ac:graphicFrameMk id="81" creationId="{28D9A3B5-49A6-DC5E-CDB0-B0051C22E2B0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8:12.471" v="13574" actId="1076"/>
          <ac:graphicFrameMkLst>
            <pc:docMk/>
            <pc:sldMk cId="1838065844" sldId="819"/>
            <ac:graphicFrameMk id="238" creationId="{481A8D7F-F00A-030C-A562-4BDEA52EF3C6}"/>
          </ac:graphicFrameMkLst>
        </pc:graphicFrameChg>
        <pc:picChg chg="add mod">
          <ac:chgData name="이민재" userId="f97f16f7-28a5-49bd-9e05-fb3ef63d7997" providerId="ADAL" clId="{7BF803D9-3494-41B9-9213-E73D7BF54335}" dt="2023-07-26T05:57:56.859" v="7769" actId="1076"/>
          <ac:picMkLst>
            <pc:docMk/>
            <pc:sldMk cId="1838065844" sldId="819"/>
            <ac:picMk id="231" creationId="{FF64D42D-DCC9-4A48-4320-13AB0E578D28}"/>
          </ac:picMkLst>
        </pc:picChg>
        <pc:cxnChg chg="del">
          <ac:chgData name="이민재" userId="f97f16f7-28a5-49bd-9e05-fb3ef63d7997" providerId="ADAL" clId="{7BF803D9-3494-41B9-9213-E73D7BF54335}" dt="2023-07-26T03:54:09.520" v="6580" actId="478"/>
          <ac:cxnSpMkLst>
            <pc:docMk/>
            <pc:sldMk cId="1838065844" sldId="819"/>
            <ac:cxnSpMk id="73" creationId="{2BA5DED7-D364-65D5-8DBD-E321723A43F3}"/>
          </ac:cxnSpMkLst>
        </pc:cxnChg>
      </pc:sldChg>
      <pc:sldChg chg="addSp modSp new mod">
        <pc:chgData name="이민재" userId="f97f16f7-28a5-49bd-9e05-fb3ef63d7997" providerId="ADAL" clId="{7BF803D9-3494-41B9-9213-E73D7BF54335}" dt="2023-07-26T09:11:29.630" v="12362" actId="1035"/>
        <pc:sldMkLst>
          <pc:docMk/>
          <pc:sldMk cId="248366604" sldId="820"/>
        </pc:sldMkLst>
        <pc:spChg chg="mod">
          <ac:chgData name="이민재" userId="f97f16f7-28a5-49bd-9e05-fb3ef63d7997" providerId="ADAL" clId="{7BF803D9-3494-41B9-9213-E73D7BF54335}" dt="2023-07-26T08:16:06.446" v="8226"/>
          <ac:spMkLst>
            <pc:docMk/>
            <pc:sldMk cId="248366604" sldId="820"/>
            <ac:spMk id="2" creationId="{0B7449A4-E056-8445-7FDA-215621C8C1BE}"/>
          </ac:spMkLst>
        </pc:spChg>
        <pc:spChg chg="mod">
          <ac:chgData name="이민재" userId="f97f16f7-28a5-49bd-9e05-fb3ef63d7997" providerId="ADAL" clId="{7BF803D9-3494-41B9-9213-E73D7BF54335}" dt="2023-07-26T09:11:24.578" v="12338"/>
          <ac:spMkLst>
            <pc:docMk/>
            <pc:sldMk cId="248366604" sldId="820"/>
            <ac:spMk id="3" creationId="{9095F553-DAD3-25E9-71BF-D719C900796D}"/>
          </ac:spMkLst>
        </pc:spChg>
        <pc:spChg chg="add mod">
          <ac:chgData name="이민재" userId="f97f16f7-28a5-49bd-9e05-fb3ef63d7997" providerId="ADAL" clId="{7BF803D9-3494-41B9-9213-E73D7BF54335}" dt="2023-07-26T09:11:29.630" v="12362" actId="1035"/>
          <ac:spMkLst>
            <pc:docMk/>
            <pc:sldMk cId="248366604" sldId="820"/>
            <ac:spMk id="9" creationId="{6992EA46-D14A-9E99-0AF7-AB5FBDFADA4A}"/>
          </ac:spMkLst>
        </pc:spChg>
        <pc:spChg chg="add mod">
          <ac:chgData name="이민재" userId="f97f16f7-28a5-49bd-9e05-fb3ef63d7997" providerId="ADAL" clId="{7BF803D9-3494-41B9-9213-E73D7BF54335}" dt="2023-07-26T09:11:29.630" v="12362" actId="1035"/>
          <ac:spMkLst>
            <pc:docMk/>
            <pc:sldMk cId="248366604" sldId="820"/>
            <ac:spMk id="10" creationId="{FBB823CA-573E-EA3E-774A-920FE2735274}"/>
          </ac:spMkLst>
        </pc:spChg>
        <pc:spChg chg="add mod">
          <ac:chgData name="이민재" userId="f97f16f7-28a5-49bd-9e05-fb3ef63d7997" providerId="ADAL" clId="{7BF803D9-3494-41B9-9213-E73D7BF54335}" dt="2023-07-26T09:09:41.688" v="12117" actId="1036"/>
          <ac:spMkLst>
            <pc:docMk/>
            <pc:sldMk cId="248366604" sldId="820"/>
            <ac:spMk id="11" creationId="{7817F95A-88CC-3DB1-FACA-E155503E9148}"/>
          </ac:spMkLst>
        </pc:spChg>
        <pc:picChg chg="add mod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6" creationId="{A8AEC203-2241-1E4A-D8AA-E80ED0D174A6}"/>
          </ac:picMkLst>
        </pc:picChg>
        <pc:picChg chg="add mod modCrop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7" creationId="{92EC126C-F8F3-6464-4AFB-532763A84FD5}"/>
          </ac:picMkLst>
        </pc:picChg>
        <pc:picChg chg="add mod modCrop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8" creationId="{DBF36156-2FA0-2A2A-DB68-F5914A670723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7T17:37:29.344" v="34805" actId="478"/>
        <pc:sldMkLst>
          <pc:docMk/>
          <pc:sldMk cId="3861346868" sldId="821"/>
        </pc:sldMkLst>
        <pc:spChg chg="mod">
          <ac:chgData name="이민재" userId="f97f16f7-28a5-49bd-9e05-fb3ef63d7997" providerId="ADAL" clId="{7BF803D9-3494-41B9-9213-E73D7BF54335}" dt="2023-07-26T08:44:13.905" v="10518" actId="20577"/>
          <ac:spMkLst>
            <pc:docMk/>
            <pc:sldMk cId="3861346868" sldId="821"/>
            <ac:spMk id="2" creationId="{0B7449A4-E056-8445-7FDA-215621C8C1BE}"/>
          </ac:spMkLst>
        </pc:spChg>
        <pc:spChg chg="mod">
          <ac:chgData name="이민재" userId="f97f16f7-28a5-49bd-9e05-fb3ef63d7997" providerId="ADAL" clId="{7BF803D9-3494-41B9-9213-E73D7BF54335}" dt="2023-07-26T09:31:31.414" v="13557" actId="20577"/>
          <ac:spMkLst>
            <pc:docMk/>
            <pc:sldMk cId="3861346868" sldId="821"/>
            <ac:spMk id="3" creationId="{9095F553-DAD3-25E9-71BF-D719C900796D}"/>
          </ac:spMkLst>
        </pc:spChg>
        <pc:spChg chg="add del mod">
          <ac:chgData name="이민재" userId="f97f16f7-28a5-49bd-9e05-fb3ef63d7997" providerId="ADAL" clId="{7BF803D9-3494-41B9-9213-E73D7BF54335}" dt="2023-07-26T09:06:15.366" v="11881" actId="478"/>
          <ac:spMkLst>
            <pc:docMk/>
            <pc:sldMk cId="3861346868" sldId="821"/>
            <ac:spMk id="10" creationId="{B61AEBF2-D9B4-D3C7-B5C2-C519ACFAFDB0}"/>
          </ac:spMkLst>
        </pc:spChg>
        <pc:spChg chg="add del mod">
          <ac:chgData name="이민재" userId="f97f16f7-28a5-49bd-9e05-fb3ef63d7997" providerId="ADAL" clId="{7BF803D9-3494-41B9-9213-E73D7BF54335}" dt="2023-07-26T09:23:14.518" v="12895" actId="478"/>
          <ac:spMkLst>
            <pc:docMk/>
            <pc:sldMk cId="3861346868" sldId="821"/>
            <ac:spMk id="11" creationId="{9D10BDF8-1C56-2CDF-E34E-B8AD2E0E7A53}"/>
          </ac:spMkLst>
        </pc:spChg>
        <pc:spChg chg="add del">
          <ac:chgData name="이민재" userId="f97f16f7-28a5-49bd-9e05-fb3ef63d7997" providerId="ADAL" clId="{7BF803D9-3494-41B9-9213-E73D7BF54335}" dt="2023-07-26T09:33:45.429" v="13564" actId="478"/>
          <ac:spMkLst>
            <pc:docMk/>
            <pc:sldMk cId="3861346868" sldId="821"/>
            <ac:spMk id="20" creationId="{BAFF2505-CE85-B846-24D8-89EFFAA9A104}"/>
          </ac:spMkLst>
        </pc:spChg>
        <pc:spChg chg="add del mod">
          <ac:chgData name="이민재" userId="f97f16f7-28a5-49bd-9e05-fb3ef63d7997" providerId="ADAL" clId="{7BF803D9-3494-41B9-9213-E73D7BF54335}" dt="2023-07-26T09:40:52.249" v="13663" actId="21"/>
          <ac:spMkLst>
            <pc:docMk/>
            <pc:sldMk cId="3861346868" sldId="821"/>
            <ac:spMk id="21" creationId="{12490EF4-029A-778F-F3D4-C57B551A5D8E}"/>
          </ac:spMkLst>
        </pc:spChg>
        <pc:spChg chg="add del mod">
          <ac:chgData name="이민재" userId="f97f16f7-28a5-49bd-9e05-fb3ef63d7997" providerId="ADAL" clId="{7BF803D9-3494-41B9-9213-E73D7BF54335}" dt="2023-07-27T17:37:29.344" v="34805" actId="478"/>
          <ac:spMkLst>
            <pc:docMk/>
            <pc:sldMk cId="3861346868" sldId="821"/>
            <ac:spMk id="25" creationId="{57F69C8B-1D00-3B82-37BE-504C33419600}"/>
          </ac:spMkLst>
        </pc:spChg>
        <pc:picChg chg="del">
          <ac:chgData name="이민재" userId="f97f16f7-28a5-49bd-9e05-fb3ef63d7997" providerId="ADAL" clId="{7BF803D9-3494-41B9-9213-E73D7BF54335}" dt="2023-07-26T08:44:16.785" v="10519" actId="478"/>
          <ac:picMkLst>
            <pc:docMk/>
            <pc:sldMk cId="3861346868" sldId="821"/>
            <ac:picMk id="6" creationId="{A8AEC203-2241-1E4A-D8AA-E80ED0D174A6}"/>
          </ac:picMkLst>
        </pc:picChg>
        <pc:picChg chg="add mod">
          <ac:chgData name="이민재" userId="f97f16f7-28a5-49bd-9e05-fb3ef63d7997" providerId="ADAL" clId="{7BF803D9-3494-41B9-9213-E73D7BF54335}" dt="2023-07-26T09:28:25.919" v="13268" actId="1076"/>
          <ac:picMkLst>
            <pc:docMk/>
            <pc:sldMk cId="3861346868" sldId="821"/>
            <ac:picMk id="7" creationId="{AF466A1C-DFA6-312A-7BFD-A4909D3C3586}"/>
          </ac:picMkLst>
        </pc:picChg>
        <pc:picChg chg="add mod">
          <ac:chgData name="이민재" userId="f97f16f7-28a5-49bd-9e05-fb3ef63d7997" providerId="ADAL" clId="{7BF803D9-3494-41B9-9213-E73D7BF54335}" dt="2023-07-26T09:32:11.163" v="13558" actId="1076"/>
          <ac:picMkLst>
            <pc:docMk/>
            <pc:sldMk cId="3861346868" sldId="821"/>
            <ac:picMk id="9" creationId="{A76DC117-6DC4-F394-7972-EB5E32289C0B}"/>
          </ac:picMkLst>
        </pc:picChg>
        <pc:picChg chg="add mod">
          <ac:chgData name="이민재" userId="f97f16f7-28a5-49bd-9e05-fb3ef63d7997" providerId="ADAL" clId="{7BF803D9-3494-41B9-9213-E73D7BF54335}" dt="2023-07-26T09:27:15.529" v="13227" actId="1076"/>
          <ac:picMkLst>
            <pc:docMk/>
            <pc:sldMk cId="3861346868" sldId="821"/>
            <ac:picMk id="13" creationId="{9157FFFF-DF21-E1CD-617C-4BEA355969D9}"/>
          </ac:picMkLst>
        </pc:picChg>
        <pc:picChg chg="add del mod">
          <ac:chgData name="이민재" userId="f97f16f7-28a5-49bd-9e05-fb3ef63d7997" providerId="ADAL" clId="{7BF803D9-3494-41B9-9213-E73D7BF54335}" dt="2023-07-26T09:40:48.129" v="13661" actId="478"/>
          <ac:picMkLst>
            <pc:docMk/>
            <pc:sldMk cId="3861346868" sldId="821"/>
            <ac:picMk id="15" creationId="{DA7B5F55-57A3-53B2-C890-3CF7C34A0025}"/>
          </ac:picMkLst>
        </pc:picChg>
        <pc:picChg chg="add del mod">
          <ac:chgData name="이민재" userId="f97f16f7-28a5-49bd-9e05-fb3ef63d7997" providerId="ADAL" clId="{7BF803D9-3494-41B9-9213-E73D7BF54335}" dt="2023-07-27T17:37:29.344" v="34805" actId="478"/>
          <ac:picMkLst>
            <pc:docMk/>
            <pc:sldMk cId="3861346868" sldId="821"/>
            <ac:picMk id="23" creationId="{A35B7177-CE7F-73AF-1C12-63E5A441A5BF}"/>
          </ac:picMkLst>
        </pc:picChg>
        <pc:cxnChg chg="add del mod">
          <ac:chgData name="이민재" userId="f97f16f7-28a5-49bd-9e05-fb3ef63d7997" providerId="ADAL" clId="{7BF803D9-3494-41B9-9213-E73D7BF54335}" dt="2023-07-26T09:40:52.249" v="13663" actId="21"/>
          <ac:cxnSpMkLst>
            <pc:docMk/>
            <pc:sldMk cId="3861346868" sldId="821"/>
            <ac:cxnSpMk id="17" creationId="{B6C05D8C-B865-B584-B2B0-5352D3974EC5}"/>
          </ac:cxnSpMkLst>
        </pc:cxnChg>
        <pc:cxnChg chg="add del mod">
          <ac:chgData name="이민재" userId="f97f16f7-28a5-49bd-9e05-fb3ef63d7997" providerId="ADAL" clId="{7BF803D9-3494-41B9-9213-E73D7BF54335}" dt="2023-07-27T17:37:29.344" v="34805" actId="478"/>
          <ac:cxnSpMkLst>
            <pc:docMk/>
            <pc:sldMk cId="3861346868" sldId="821"/>
            <ac:cxnSpMk id="24" creationId="{BC4EE85A-1B24-656E-B828-41A12BE9AB38}"/>
          </ac:cxnSpMkLst>
        </pc:cxnChg>
      </pc:sldChg>
      <pc:sldChg chg="addSp delSp modSp new mod ord">
        <pc:chgData name="이민재" userId="f97f16f7-28a5-49bd-9e05-fb3ef63d7997" providerId="ADAL" clId="{7BF803D9-3494-41B9-9213-E73D7BF54335}" dt="2023-07-27T17:42:49.633" v="34881" actId="1076"/>
        <pc:sldMkLst>
          <pc:docMk/>
          <pc:sldMk cId="3940958460" sldId="822"/>
        </pc:sldMkLst>
        <pc:spChg chg="mod">
          <ac:chgData name="이민재" userId="f97f16f7-28a5-49bd-9e05-fb3ef63d7997" providerId="ADAL" clId="{7BF803D9-3494-41B9-9213-E73D7BF54335}" dt="2023-07-27T14:38:44.509" v="27427" actId="20577"/>
          <ac:spMkLst>
            <pc:docMk/>
            <pc:sldMk cId="3940958460" sldId="822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42:25.097" v="34879" actId="113"/>
          <ac:spMkLst>
            <pc:docMk/>
            <pc:sldMk cId="3940958460" sldId="822"/>
            <ac:spMk id="3" creationId="{73D2A215-B96D-E5C8-2AB0-4FC8C041B46E}"/>
          </ac:spMkLst>
        </pc:spChg>
        <pc:picChg chg="add mod">
          <ac:chgData name="이민재" userId="f97f16f7-28a5-49bd-9e05-fb3ef63d7997" providerId="ADAL" clId="{7BF803D9-3494-41B9-9213-E73D7BF54335}" dt="2023-07-27T17:34:51.706" v="34775" actId="1076"/>
          <ac:picMkLst>
            <pc:docMk/>
            <pc:sldMk cId="3940958460" sldId="822"/>
            <ac:picMk id="6" creationId="{40507B69-83CE-A873-8366-E842C4ED8556}"/>
          </ac:picMkLst>
        </pc:picChg>
        <pc:picChg chg="add del mod">
          <ac:chgData name="이민재" userId="f97f16f7-28a5-49bd-9e05-fb3ef63d7997" providerId="ADAL" clId="{7BF803D9-3494-41B9-9213-E73D7BF54335}" dt="2023-07-27T10:49:53.657" v="19245" actId="21"/>
          <ac:picMkLst>
            <pc:docMk/>
            <pc:sldMk cId="3940958460" sldId="822"/>
            <ac:picMk id="7" creationId="{FD733E8A-007A-0476-BD22-A915CBA35357}"/>
          </ac:picMkLst>
        </pc:picChg>
        <pc:picChg chg="add mod">
          <ac:chgData name="이민재" userId="f97f16f7-28a5-49bd-9e05-fb3ef63d7997" providerId="ADAL" clId="{7BF803D9-3494-41B9-9213-E73D7BF54335}" dt="2023-07-27T17:42:49.633" v="34881" actId="1076"/>
          <ac:picMkLst>
            <pc:docMk/>
            <pc:sldMk cId="3940958460" sldId="822"/>
            <ac:picMk id="8" creationId="{3BD892DA-A334-94B1-B2ED-C126138997BD}"/>
          </ac:picMkLst>
        </pc:picChg>
        <pc:picChg chg="add mod">
          <ac:chgData name="이민재" userId="f97f16f7-28a5-49bd-9e05-fb3ef63d7997" providerId="ADAL" clId="{7BF803D9-3494-41B9-9213-E73D7BF54335}" dt="2023-07-27T17:34:52.748" v="34776" actId="1076"/>
          <ac:picMkLst>
            <pc:docMk/>
            <pc:sldMk cId="3940958460" sldId="822"/>
            <ac:picMk id="10" creationId="{BA463261-5E7B-72CE-6688-551CD304D4BB}"/>
          </ac:picMkLst>
        </pc:picChg>
        <pc:picChg chg="add mod">
          <ac:chgData name="이민재" userId="f97f16f7-28a5-49bd-9e05-fb3ef63d7997" providerId="ADAL" clId="{7BF803D9-3494-41B9-9213-E73D7BF54335}" dt="2023-07-27T11:57:43.923" v="19871" actId="1076"/>
          <ac:picMkLst>
            <pc:docMk/>
            <pc:sldMk cId="3940958460" sldId="822"/>
            <ac:picMk id="11" creationId="{D254EF60-4DE2-D70E-B0EE-F3B3B489CD23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7T17:37:09.330" v="34802" actId="478"/>
        <pc:sldMkLst>
          <pc:docMk/>
          <pc:sldMk cId="4171110279" sldId="823"/>
        </pc:sldMkLst>
        <pc:spChg chg="mod">
          <ac:chgData name="이민재" userId="f97f16f7-28a5-49bd-9e05-fb3ef63d7997" providerId="ADAL" clId="{7BF803D9-3494-41B9-9213-E73D7BF54335}" dt="2023-07-27T17:36:07.919" v="34791" actId="20577"/>
          <ac:spMkLst>
            <pc:docMk/>
            <pc:sldMk cId="4171110279" sldId="823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36:19.787" v="34800" actId="114"/>
          <ac:spMkLst>
            <pc:docMk/>
            <pc:sldMk cId="4171110279" sldId="823"/>
            <ac:spMk id="3" creationId="{73D2A215-B96D-E5C8-2AB0-4FC8C041B46E}"/>
          </ac:spMkLst>
        </pc:spChg>
        <pc:spChg chg="add del mod">
          <ac:chgData name="이민재" userId="f97f16f7-28a5-49bd-9e05-fb3ef63d7997" providerId="ADAL" clId="{7BF803D9-3494-41B9-9213-E73D7BF54335}" dt="2023-07-27T14:06:06.834" v="25121" actId="21"/>
          <ac:spMkLst>
            <pc:docMk/>
            <pc:sldMk cId="4171110279" sldId="823"/>
            <ac:spMk id="16" creationId="{1C8D4D24-8FED-E873-CD9C-B0F880243565}"/>
          </ac:spMkLst>
        </pc:spChg>
        <pc:graphicFrameChg chg="add del mod">
          <ac:chgData name="이민재" userId="f97f16f7-28a5-49bd-9e05-fb3ef63d7997" providerId="ADAL" clId="{7BF803D9-3494-41B9-9213-E73D7BF54335}" dt="2023-07-27T17:37:09.330" v="34802" actId="478"/>
          <ac:graphicFrameMkLst>
            <pc:docMk/>
            <pc:sldMk cId="4171110279" sldId="823"/>
            <ac:graphicFrameMk id="15" creationId="{65ECA0F9-E352-A276-00BC-874B59812F39}"/>
          </ac:graphicFrameMkLst>
        </pc:graphicFrame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6" creationId="{823E7F25-6AE0-871A-F32A-7B4ACE225510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8" creationId="{ECC39E55-A1CB-0F22-6253-70448BF1A184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0" creationId="{7B72A749-6D35-295B-ECAF-D1AAD04C687D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2" creationId="{C91D48C3-3061-52F1-3393-82694E95CF45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4" creationId="{C50CA198-8861-404E-6B85-A4546BBB48F9}"/>
          </ac:picMkLst>
        </pc:picChg>
      </pc:sldChg>
      <pc:sldChg chg="addSp delSp modSp new mod">
        <pc:chgData name="이민재" userId="f97f16f7-28a5-49bd-9e05-fb3ef63d7997" providerId="ADAL" clId="{7BF803D9-3494-41B9-9213-E73D7BF54335}" dt="2023-07-27T13:53:36.847" v="23308" actId="1076"/>
        <pc:sldMkLst>
          <pc:docMk/>
          <pc:sldMk cId="1784210782" sldId="824"/>
        </pc:sldMkLst>
        <pc:spChg chg="del">
          <ac:chgData name="이민재" userId="f97f16f7-28a5-49bd-9e05-fb3ef63d7997" providerId="ADAL" clId="{7BF803D9-3494-41B9-9213-E73D7BF54335}" dt="2023-07-26T12:14:47.563" v="13832" actId="478"/>
          <ac:spMkLst>
            <pc:docMk/>
            <pc:sldMk cId="1784210782" sldId="824"/>
            <ac:spMk id="2" creationId="{D5E68DB2-F157-EF63-154D-4B237A647F0C}"/>
          </ac:spMkLst>
        </pc:spChg>
        <pc:spChg chg="del">
          <ac:chgData name="이민재" userId="f97f16f7-28a5-49bd-9e05-fb3ef63d7997" providerId="ADAL" clId="{7BF803D9-3494-41B9-9213-E73D7BF54335}" dt="2023-07-26T12:14:46.765" v="13831" actId="478"/>
          <ac:spMkLst>
            <pc:docMk/>
            <pc:sldMk cId="1784210782" sldId="824"/>
            <ac:spMk id="3" creationId="{F2E070CD-3FB4-DBC0-8678-0FAF87D96A09}"/>
          </ac:spMkLst>
        </pc:spChg>
        <pc:spChg chg="add mod">
          <ac:chgData name="이민재" userId="f97f16f7-28a5-49bd-9e05-fb3ef63d7997" providerId="ADAL" clId="{7BF803D9-3494-41B9-9213-E73D7BF54335}" dt="2023-07-26T13:27:20.580" v="14867" actId="1076"/>
          <ac:spMkLst>
            <pc:docMk/>
            <pc:sldMk cId="1784210782" sldId="824"/>
            <ac:spMk id="7" creationId="{E9E5CE7D-8FF2-D30A-DF25-453B9E433E9C}"/>
          </ac:spMkLst>
        </pc:spChg>
        <pc:spChg chg="add del mod">
          <ac:chgData name="이민재" userId="f97f16f7-28a5-49bd-9e05-fb3ef63d7997" providerId="ADAL" clId="{7BF803D9-3494-41B9-9213-E73D7BF54335}" dt="2023-07-26T14:14:00.698" v="15432" actId="478"/>
          <ac:spMkLst>
            <pc:docMk/>
            <pc:sldMk cId="1784210782" sldId="824"/>
            <ac:spMk id="9" creationId="{F265A891-ABE6-25BB-5811-A1C88CF494B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1" creationId="{3F08132F-2D57-7EE8-5531-006CF10FB874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2" creationId="{BE77EBB0-71F0-5938-9709-08A62FB4A63A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3" creationId="{ABB28A73-F4C8-CF1C-BEB1-8D016229F37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4" creationId="{2BB95D62-8EF5-009A-5C33-DBAED1A1567E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5" creationId="{8A7198B9-833B-52D2-18A0-FFD848FEF38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6" creationId="{E5B1D15C-B28E-198E-736B-0C8769DC3D7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7" creationId="{163AD4B7-8FE0-68A0-D381-42F45953E708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8" creationId="{44640CC5-BE61-A8B3-1050-73BC70F82570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9" creationId="{246DFE17-BCB3-96B0-A1A5-BCBC7C36BA66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0" creationId="{41A06984-88F0-C39F-029F-3C55817BA4F0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1" creationId="{BC86EC65-F148-D18F-219A-753F24500B72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2" creationId="{1760D9BC-7AE7-468A-51AE-EF284F725C2C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3" creationId="{96A6B96B-0357-59C8-A641-6D29A545850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4" creationId="{69D92895-73AF-B289-95C3-97EDED88B38E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5" creationId="{1D4390FA-C5AE-9D9A-6002-DCFDD1C4CDE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6" creationId="{72B31B78-3405-7685-787D-26049EDFE0B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32" creationId="{0C8F4E6A-0A93-8768-ACDB-A6F44638A123}"/>
          </ac:spMkLst>
        </pc:spChg>
        <pc:spChg chg="add del mod">
          <ac:chgData name="이민재" userId="f97f16f7-28a5-49bd-9e05-fb3ef63d7997" providerId="ADAL" clId="{7BF803D9-3494-41B9-9213-E73D7BF54335}" dt="2023-07-26T12:17:45.374" v="13909"/>
          <ac:spMkLst>
            <pc:docMk/>
            <pc:sldMk cId="1784210782" sldId="824"/>
            <ac:spMk id="33" creationId="{F8E8C384-CA5A-E0DB-5E6A-9B6153003BE6}"/>
          </ac:spMkLst>
        </pc:spChg>
        <pc:spChg chg="add del mod">
          <ac:chgData name="이민재" userId="f97f16f7-28a5-49bd-9e05-fb3ef63d7997" providerId="ADAL" clId="{7BF803D9-3494-41B9-9213-E73D7BF54335}" dt="2023-07-26T12:29:35.587" v="14223" actId="478"/>
          <ac:spMkLst>
            <pc:docMk/>
            <pc:sldMk cId="1784210782" sldId="824"/>
            <ac:spMk id="34" creationId="{6E50FF87-EAC6-EABE-4B0D-0C999626B75B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36" creationId="{DBFD1E76-9C3B-3ECF-6E2F-7FB41867FFCB}"/>
          </ac:spMkLst>
        </pc:spChg>
        <pc:spChg chg="add del mod">
          <ac:chgData name="이민재" userId="f97f16f7-28a5-49bd-9e05-fb3ef63d7997" providerId="ADAL" clId="{7BF803D9-3494-41B9-9213-E73D7BF54335}" dt="2023-07-26T12:49:42.905" v="14369" actId="478"/>
          <ac:spMkLst>
            <pc:docMk/>
            <pc:sldMk cId="1784210782" sldId="824"/>
            <ac:spMk id="37" creationId="{635DC40E-057D-FBEC-2E39-376E95C9CFAD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2" creationId="{C97783BB-50CA-146A-3F31-32BD435A85C2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3" creationId="{DB0B947B-BF4B-FB49-3AE7-A63F061FDC91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4" creationId="{170E0300-6603-ED47-6FDF-BCFF27EAC4F1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5" creationId="{18CA9227-E0DA-2ECC-3CF9-AAC78023EDB6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6" creationId="{250FB1F1-33F2-2EDF-A3BA-5E0D17DD16EA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7" creationId="{2010ABC7-1858-FF85-5055-2C7AB6D3B128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8" creationId="{6D408583-C942-5B0B-6879-77F31325B069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9" creationId="{5A67923E-9406-63FC-2184-15E76AA23228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0" creationId="{EEF052A9-B5DD-F64B-C79F-068957E0E705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1" creationId="{919F64F5-7E94-68E4-8399-C025543141E6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2" creationId="{DC66F882-F28B-4B7E-A0CE-7BC3A1EB650C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3" creationId="{E01F62E6-EBE6-E809-B001-B4ECC20D014B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4" creationId="{D79BE06E-0A50-3650-2566-B21939A66E3D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5" creationId="{07512558-4483-530C-E7A3-5E4097EEC440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6" creationId="{211CBF57-C639-C9DF-ED39-EB6D4548D219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7" creationId="{6C9E9D64-9F7B-940A-401F-864DD4A0075C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8" creationId="{1DAAF480-4774-28CE-D41E-3625EA93FE5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0" creationId="{6C19E2F2-B1F0-D41E-1385-7F2970CFE01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1" creationId="{CC9FAF9C-1A82-D7E2-F4CA-32B09D8DD14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2" creationId="{2A19ADB2-7980-2EB5-CD4A-5E59469D1013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3" creationId="{4AF75AAE-EE5E-F55D-1EA8-953FC34124E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4" creationId="{3FC0B17E-1C65-B214-32FF-0D99167365D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5" creationId="{5E801B6D-A0D9-F771-71F3-78E25C5A6AE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6" creationId="{F77D5F8C-8135-9B88-CA0F-72874696ED2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7" creationId="{0A42C2EE-B1BA-59A4-DDB6-C4A209AC899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8" creationId="{325AAE55-A19E-661E-50C0-1C5DA5151E9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9" creationId="{863ED4A3-0E3E-BD80-8762-A523E6021B4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0" creationId="{8BDBE049-F09C-6601-DAB5-36AD966F419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1" creationId="{2DBFC68F-165C-1CB0-505B-A5C37ADEAB9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2" creationId="{813DCD4E-0AE4-0675-016D-8B013A4B640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3" creationId="{2DA06651-08CC-FED1-CFAA-615961CA9A9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4" creationId="{54822C30-BE40-D01B-85CB-CC112C8C8083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5" creationId="{72A3F551-8BF2-2A1D-CCA4-3F94AEFAEBA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6" creationId="{A89F7F1F-C222-2374-347C-4AB579E4FC2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7" creationId="{B861D671-C17F-1E96-2A0F-18A484D8E8B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8" creationId="{8A33C2B1-962E-F66A-7B7D-A79B371062A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9" creationId="{3F9030F3-8E6D-DE12-A63E-E18FE55BA43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0" creationId="{C1557329-F1F3-22CC-6D01-D7371C30745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1" creationId="{1B3DF27A-2F2E-7E61-149D-E3ACC0F9B45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2" creationId="{81AA9618-9A96-4649-6C4A-94054BE2CC9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3" creationId="{7766741E-F9DE-73DE-1D8C-837B4C5B8FC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4" creationId="{C8F5788B-4F19-4EDC-6089-415E1103C99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5" creationId="{9E1394A5-F659-9B61-5841-A04CF20EB458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6" creationId="{D6F3EE16-3334-2EB9-AAD5-7A1E84D145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7" creationId="{3A75F1DE-F382-E3E1-67EB-135F3DB6BDC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8" creationId="{B7F9AEA1-C035-3A3F-83C2-1B14B0D95B9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9" creationId="{F8245C96-136F-D997-DD3B-E6E265146EB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0" creationId="{793A21D3-14D1-6FE6-9725-5D889971CC1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1" creationId="{960C02BE-44A5-847A-AC8E-4C2E2B25E6D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2" creationId="{24B36726-1935-0981-6C36-85CFA820E7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3" creationId="{BECC3AFD-B787-F5C1-6C3A-1B31B980CD6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4" creationId="{30E4D904-1911-B73F-C65F-F185FDBF99A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5" creationId="{7998BFEA-5A17-CE3B-84DA-57AA6739219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6" creationId="{0719541D-A865-410C-E054-BBA19BAEEC5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7" creationId="{DFE184C0-5F12-2B46-5AC0-3898A94BFFF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8" creationId="{36F6A374-ECAA-1077-F69A-E87446D72D9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9" creationId="{89BB9A1E-1993-89DF-BEB0-7CCE213FC85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0" creationId="{D434332A-4748-9D52-2CF8-D0FD3CE05E8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1" creationId="{2AA08E19-815A-F3BF-4620-958B957FB5E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2" creationId="{E762F859-0B70-9305-C07B-AE5CD2CC09C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3" creationId="{E4BB435D-6616-7C81-7D3E-331EA824D30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4" creationId="{DFA7642B-3B56-136E-E481-23E709FFE37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5" creationId="{3B828E67-63BE-6306-59D5-7E1092E159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6" creationId="{E066E979-F0AD-1B3A-35CE-107A7664B46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7" creationId="{DDA1DFDE-DA84-DD4F-2F98-FBFAEB0CAF2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8" creationId="{D8BD3714-EA58-CCBA-5D53-598978748632}"/>
          </ac:spMkLst>
        </pc:spChg>
        <pc:spChg chg="add del mod">
          <ac:chgData name="이민재" userId="f97f16f7-28a5-49bd-9e05-fb3ef63d7997" providerId="ADAL" clId="{7BF803D9-3494-41B9-9213-E73D7BF54335}" dt="2023-07-26T12:30:08.797" v="14267" actId="21"/>
          <ac:spMkLst>
            <pc:docMk/>
            <pc:sldMk cId="1784210782" sldId="824"/>
            <ac:spMk id="109" creationId="{433FDCFE-F65F-4411-D247-35592E10D36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1" creationId="{7C45427A-FE9C-7B2F-EB1D-C01AEB0F562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2" creationId="{8DA49FD6-7D31-4E02-3D35-CDE6C95C6DE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3" creationId="{52BEA290-BB55-0A61-9297-DDB1EC7C4B00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4" creationId="{B3C3376D-D439-C5CD-4370-9A8AF80923CB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5" creationId="{A74D216C-0EE5-D5F9-E68D-1118B0A1EC4E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6" creationId="{C7882182-7F9A-05A4-58DB-8070DF34586B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7" creationId="{239EDC2C-4530-A4F3-D74C-16E90641EED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8" creationId="{C96CB086-40C0-1945-7247-F9E6AE5F164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9" creationId="{F4377C1A-FE21-2146-6185-2E2CB899F68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0" creationId="{F1F34E60-26CE-6F08-B6A4-E5D4D56D07E6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1" creationId="{1A4D1CD1-E634-9AED-9ECF-C92EF59B7240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2" creationId="{D843F4F1-F49F-409A-9935-2837636174EC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3" creationId="{BFCC7C76-605D-4A7D-B932-105FEB21D33A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4" creationId="{12AF5CCE-02E4-B22F-38C0-65203A5D828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5" creationId="{06B17F22-76B7-9DD3-E9CC-3A6821B0BB5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6" creationId="{1DEE0E0A-B6D1-3E80-F0BE-D467BE66D3D8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7" creationId="{D85BA108-0E28-B011-D2F2-6BC024B8EADC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8" creationId="{364BC960-7655-6CE5-BB2A-74A4C73CA109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9" creationId="{1D6ABEC6-46EA-C786-5AFF-4E9D60A51A4E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30" creationId="{1CB6594C-DDA5-1B5F-EC5B-73DACBCDB9DF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31" creationId="{E165541D-2973-67D5-1976-6E27D8F4756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2" creationId="{5C41F6A9-5BB0-0A95-C44E-37C802E53391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3" creationId="{7114F95F-47E7-7E3F-EC2A-8442395D255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4" creationId="{37F32884-4B51-CB7F-7848-C2F8BA9F27D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5" creationId="{05CD2992-99B4-6684-34D1-FD7F1EBBE9E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6" creationId="{C909FD97-14D8-DB25-A71B-60897B2DCD5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7" creationId="{327E63D5-7D26-E150-7160-CA279784711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8" creationId="{88DAD9B6-95DF-F5AA-27B8-0F80B84CDCF8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9" creationId="{1CD5EFE1-81F4-42DC-2F14-5614D7629960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0" creationId="{264A9FA7-0D4E-BD53-9993-8C75585854F0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1" creationId="{CE422CA9-8911-23CB-BA49-DB02F8DDC1BB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2" creationId="{24F44C75-5261-913E-39FD-B6CD15CF9C7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3" creationId="{9335014D-FF64-9A8B-B06F-02787F67C8C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4" creationId="{D9A3F07D-9CA8-86B8-C5C4-A581D92D566C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5" creationId="{7F2F6685-5400-D533-DAE5-C9B1072DB14C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6" creationId="{7793F86C-1E8E-F8A1-F27D-2BE2DCAE7B7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7" creationId="{9D1EB7DD-FFD9-835B-C4BB-12E52F59E0F3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8" creationId="{3E8EFC69-C1E1-C2CC-B344-E90857861576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9" creationId="{BA2D9A7D-C8E7-9426-297B-F77E6D4A8E82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0" creationId="{9038B9B3-0B49-15F1-E7C1-2CC2B5B9ACB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1" creationId="{499581E2-ECB4-E574-209F-81142EC62A7B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2" creationId="{EE6E6E5B-2339-E608-716C-4F7DB35773B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3" creationId="{52BD15CE-6627-27C5-A88D-C21FFF75DF6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4" creationId="{BDE50050-2509-C27B-2403-1C689841E91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5" creationId="{580BF85B-E5C0-0148-76F4-856DA3C766C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6" creationId="{88A24928-74D5-A0E9-C519-8A6B789BDF5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7" creationId="{D8DEB405-357F-3434-D27E-D698D1538D6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8" creationId="{378B889C-EBEF-8713-8D10-BD42FE1A5E2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9" creationId="{C85F781D-4FCF-9B2E-BE3F-1AA3152239A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0" creationId="{A6546ED1-B3E0-1AA6-5FAD-0FF7E9E3590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1" creationId="{66CEFF58-5F6A-C5F5-5ADD-6D7802A3B7A6}"/>
          </ac:spMkLst>
        </pc:spChg>
        <pc:spChg chg="add del mod">
          <ac:chgData name="이민재" userId="f97f16f7-28a5-49bd-9e05-fb3ef63d7997" providerId="ADAL" clId="{7BF803D9-3494-41B9-9213-E73D7BF54335}" dt="2023-07-26T12:26:56.519" v="14073" actId="478"/>
          <ac:spMkLst>
            <pc:docMk/>
            <pc:sldMk cId="1784210782" sldId="824"/>
            <ac:spMk id="162" creationId="{FC6992D2-A61A-3D6E-7E7C-15CC8A17E67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3" creationId="{439940DA-6D75-8DD4-2C58-E53A20A922F2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4" creationId="{3CED402A-61EC-503A-B67B-E7B2138C4109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5" creationId="{B13B56D4-2EA5-93FD-DD39-7745FA10C547}"/>
          </ac:spMkLst>
        </pc:spChg>
        <pc:spChg chg="add del mod">
          <ac:chgData name="이민재" userId="f97f16f7-28a5-49bd-9e05-fb3ef63d7997" providerId="ADAL" clId="{7BF803D9-3494-41B9-9213-E73D7BF54335}" dt="2023-07-26T12:29:23.076" v="14217"/>
          <ac:spMkLst>
            <pc:docMk/>
            <pc:sldMk cId="1784210782" sldId="824"/>
            <ac:spMk id="166" creationId="{F73D8DE5-CDC5-9D2D-CCB2-8FEA00F3489D}"/>
          </ac:spMkLst>
        </pc:spChg>
        <pc:spChg chg="add mod">
          <ac:chgData name="이민재" userId="f97f16f7-28a5-49bd-9e05-fb3ef63d7997" providerId="ADAL" clId="{7BF803D9-3494-41B9-9213-E73D7BF54335}" dt="2023-07-26T14:40:21.398" v="16107" actId="1076"/>
          <ac:spMkLst>
            <pc:docMk/>
            <pc:sldMk cId="1784210782" sldId="824"/>
            <ac:spMk id="167" creationId="{53E40BD4-1E8A-2165-4EED-22C4C045EE19}"/>
          </ac:spMkLst>
        </pc:spChg>
        <pc:spChg chg="add del mod">
          <ac:chgData name="이민재" userId="f97f16f7-28a5-49bd-9e05-fb3ef63d7997" providerId="ADAL" clId="{7BF803D9-3494-41B9-9213-E73D7BF54335}" dt="2023-07-26T12:30:16.286" v="14271" actId="21"/>
          <ac:spMkLst>
            <pc:docMk/>
            <pc:sldMk cId="1784210782" sldId="824"/>
            <ac:spMk id="168" creationId="{5C52F702-1223-44B2-30B8-5E0ABD341A15}"/>
          </ac:spMkLst>
        </pc:spChg>
        <pc:spChg chg="add del mod">
          <ac:chgData name="이민재" userId="f97f16f7-28a5-49bd-9e05-fb3ef63d7997" providerId="ADAL" clId="{7BF803D9-3494-41B9-9213-E73D7BF54335}" dt="2023-07-26T12:30:16.286" v="14271" actId="21"/>
          <ac:spMkLst>
            <pc:docMk/>
            <pc:sldMk cId="1784210782" sldId="824"/>
            <ac:spMk id="169" creationId="{079BFAB7-475E-C379-8AF6-A64C42810F41}"/>
          </ac:spMkLst>
        </pc:spChg>
        <pc:spChg chg="add del mod">
          <ac:chgData name="이민재" userId="f97f16f7-28a5-49bd-9e05-fb3ef63d7997" providerId="ADAL" clId="{7BF803D9-3494-41B9-9213-E73D7BF54335}" dt="2023-07-26T14:23:37.939" v="15846" actId="164"/>
          <ac:spMkLst>
            <pc:docMk/>
            <pc:sldMk cId="1784210782" sldId="824"/>
            <ac:spMk id="170" creationId="{EFAA3BF9-55FE-BBDD-9E92-EDFF2A6E3988}"/>
          </ac:spMkLst>
        </pc:spChg>
        <pc:spChg chg="add mod">
          <ac:chgData name="이민재" userId="f97f16f7-28a5-49bd-9e05-fb3ef63d7997" providerId="ADAL" clId="{7BF803D9-3494-41B9-9213-E73D7BF54335}" dt="2023-07-26T14:23:24.684" v="15843" actId="164"/>
          <ac:spMkLst>
            <pc:docMk/>
            <pc:sldMk cId="1784210782" sldId="824"/>
            <ac:spMk id="171" creationId="{9E6D87FF-7DC1-888B-9D0C-8B824B1C9B54}"/>
          </ac:spMkLst>
        </pc:spChg>
        <pc:spChg chg="add mod">
          <ac:chgData name="이민재" userId="f97f16f7-28a5-49bd-9e05-fb3ef63d7997" providerId="ADAL" clId="{7BF803D9-3494-41B9-9213-E73D7BF54335}" dt="2023-07-26T14:23:43.636" v="15847" actId="164"/>
          <ac:spMkLst>
            <pc:docMk/>
            <pc:sldMk cId="1784210782" sldId="824"/>
            <ac:spMk id="172" creationId="{67BC0FBC-E5EF-C8DA-FF38-8A46AAEE293B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3" creationId="{94A895E7-129F-6307-9661-3FF07C515D38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4" creationId="{9D73904F-DF9D-C6D6-1EAF-7F607F331293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5" creationId="{9DAA0A73-B6EC-FDA2-8DD1-DB03703E7FCE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6" creationId="{4CA237AB-9CDF-BCFE-C819-8992D89C509C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7" creationId="{816AB1B6-48F0-E73B-7A61-F6F8AC7A4502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8" creationId="{D0A149DC-A8EE-A7CF-F1E1-D506132E57D1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9" creationId="{2719D59E-6981-EC02-52FD-3FE1EF37590D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80" creationId="{6A9F7DB1-B6CF-A2EB-ED2A-E98A250B59E8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81" creationId="{37E9397E-0530-657F-2B4E-B3ABBBE3123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7" creationId="{B89F5B19-2ED8-BDBF-DA6F-386265B60EE7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8" creationId="{9C9C7862-37FF-AC09-31B6-4976BFFC44C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9" creationId="{5D93D015-E4E6-A0B3-B98C-9F4D23472F7E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0" creationId="{3545AD7B-19AA-44FD-F4AC-686443272FC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1" creationId="{FAA72D99-01DE-A248-3C32-585D53920B4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2" creationId="{DF8C51F0-6E57-28C9-904D-206CD42CFD8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3" creationId="{3E0064C4-F97E-1305-D39B-0FFC61EC5511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4" creationId="{E36203BE-16A8-CF7D-F2E6-E47D6B98D0C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5" creationId="{E8628F68-510B-F07B-78C8-8D2D693A3A4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6" creationId="{E3832CC7-084D-DAFC-1D68-F3D13D8D871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7" creationId="{54641DF4-6A6A-63A8-F0A3-285479214A2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8" creationId="{E0E24EB5-117A-6A40-9447-B9FA9EE33D27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9" creationId="{B1F01A97-022C-FAD5-2439-1A61296A610D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0" creationId="{438A99CB-8FA6-B159-280A-C05EC30AB37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1" creationId="{4487428D-545D-9BEF-AAC2-DC9C25CAAEE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2" creationId="{71C51D44-CD23-7721-4ECE-86CA8BAD88A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5" creationId="{763F1DE7-BC6C-7ADE-B530-CFDED4B7FF5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6" creationId="{0CE8306C-51D8-6B84-BC81-A7DB8D192F8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7" creationId="{2E104522-7CF1-5958-13DD-AC7F50153BF7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8" creationId="{5D376363-3C7E-9355-B770-4561DB70ACE2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9" creationId="{1DB7F854-021C-1472-2FD8-FBF08CD205F9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0" creationId="{C88D8402-647E-7866-BE43-F5C1E578BB05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1" creationId="{9E6A529F-0731-6869-3497-D1ABBFAE2026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2" creationId="{43117370-0ABF-DAD1-3404-833E9DFAB02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3" creationId="{A08DEADC-FA12-4AEC-CF5E-E9CCC63051DE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4" creationId="{34B4C7BD-13A8-52BF-284E-7C2564B7F416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5" creationId="{180751C2-3BC4-69A9-49B0-65CDC520A86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6" creationId="{2CECE8A8-F7E6-A19A-BD69-FCA2CB5EAFF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7" creationId="{27D20186-954D-D5D1-1F41-02F3350C9A82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8" creationId="{51B3DFC6-10B8-24D1-9540-7C99EA4F894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9" creationId="{11EC2417-7285-D331-E98C-C4FB7D0D731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0" creationId="{15DE1B2F-F2F0-F64F-E839-3B66D03F88D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1" creationId="{19BD83E3-ABA5-0A4E-1252-B6003CD67E3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2" creationId="{37772915-FD71-A8E8-B4FE-6D45579D3C5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3" creationId="{E26E962B-B6BC-D689-30DA-ACF9F0B5EDA3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4" creationId="{7FBF6DB1-02EF-6D73-1787-3E7300CBCC79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5" creationId="{D1EAE3F9-011C-EEC5-0B2D-D4B79D2FDB8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6" creationId="{B390C859-E59E-60A7-ABFD-DA09C6EC30F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7" creationId="{6F8D5692-8542-99CC-0E78-CF014F6271D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29" creationId="{53DDF1E9-55CA-ECA4-D056-A86480E0D7E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0" creationId="{7BE02E47-25A9-2D0A-FF1A-F73F66A4CF7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1" creationId="{2C058E5C-C942-F3B8-7039-261E469B183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2" creationId="{A986826B-CA4E-0848-1E70-90C6DB8EEFE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3" creationId="{17C855D9-3134-8AA0-1BB3-894C90E8C33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4" creationId="{44EB9E00-7AE4-EF22-9C7C-FFCC0A0E2B0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5" creationId="{C6BE58D3-D2A4-81BB-DB17-AB83E792606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6" creationId="{AE78B168-EBBC-9D04-37A2-6D04034E583A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7" creationId="{940CA4E3-E7FA-B081-5E88-3140B1ACCF43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8" creationId="{60D8ACC0-A44A-9AB9-B72F-726C3C5FAC9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9" creationId="{B61D6932-B235-A0AE-EA5D-F1FD8811F982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0" creationId="{344332FE-160E-957D-9F4F-8C351041C1B4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1" creationId="{9AE0C122-6EE6-6A4B-DC02-175FD6A16D43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2" creationId="{77E26527-3D53-43D1-059B-9814E53D2C78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3" creationId="{D2FA4354-9565-1B72-0CDE-D3E0441F4BAC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4" creationId="{62053CAD-D0E5-B4E3-808A-622383276A7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5" creationId="{F361685C-35B0-B0BC-BFDC-54FD1DF4BFB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6" creationId="{0771DFB5-FDB7-4029-395E-1E105772393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7" creationId="{9E0A6051-F377-65ED-0456-B4C49F764E92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8" creationId="{0A37A147-47D6-A55A-5D16-2AAC9848DA4E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9" creationId="{202864B7-D954-BAA2-DDFA-311573CA1565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50" creationId="{D9E1E78F-AD59-3B83-F1DA-644F8F17EEAB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51" creationId="{5A658697-2A07-2D97-39AC-B5CBD0881FCF}"/>
          </ac:spMkLst>
        </pc:spChg>
        <pc:spChg chg="add mod">
          <ac:chgData name="이민재" userId="f97f16f7-28a5-49bd-9e05-fb3ef63d7997" providerId="ADAL" clId="{7BF803D9-3494-41B9-9213-E73D7BF54335}" dt="2023-07-26T14:00:29.916" v="15150" actId="1035"/>
          <ac:spMkLst>
            <pc:docMk/>
            <pc:sldMk cId="1784210782" sldId="824"/>
            <ac:spMk id="253" creationId="{1669BC1D-7E59-27CC-614C-6ADC36B3A0A7}"/>
          </ac:spMkLst>
        </pc:spChg>
        <pc:spChg chg="add mod">
          <ac:chgData name="이민재" userId="f97f16f7-28a5-49bd-9e05-fb3ef63d7997" providerId="ADAL" clId="{7BF803D9-3494-41B9-9213-E73D7BF54335}" dt="2023-07-26T14:00:29.916" v="15150" actId="1035"/>
          <ac:spMkLst>
            <pc:docMk/>
            <pc:sldMk cId="1784210782" sldId="824"/>
            <ac:spMk id="254" creationId="{5E77C669-A4D7-0094-A870-8BD57F4B54D5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255" creationId="{23B7A6FE-44EC-FD5D-F57C-C116B8E77CDD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256" creationId="{577A4ACF-7713-A14D-D309-9AF88ADFE8F1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7" creationId="{DCA8EB31-0253-E46F-AB9F-06D1DB67D050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8" creationId="{61E5E2E4-5AC3-5997-9400-3D8722D24BD9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9" creationId="{25F90202-65C1-D4D4-DF1B-DB8601FE520C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0" creationId="{8781CFB7-8EFD-C381-05B7-3FEB7465A05F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1" creationId="{FB86F4D0-46C7-E7C4-7334-E8428FCF1A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2" creationId="{774CBBF7-8AFC-7DA8-6DCC-BACE6A8402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3" creationId="{B1F48963-6150-52B6-786E-9FBB1B219167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4" creationId="{3AD2242E-D11E-1541-A564-42C0ECEB4BE2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5" creationId="{E154DF9B-A0DA-9513-AD7C-B6A022109C61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6" creationId="{F5F93E8E-44D3-01B7-3EEB-39B03F1A73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7" creationId="{0F073921-E924-F9F0-9A67-B77613454FC4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8" creationId="{3954249C-7A9E-16F4-7162-0E150E85E99E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9" creationId="{655065E8-25E7-202F-64B1-7A4B0B800197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0" creationId="{880704C3-693A-D715-2CC4-6CD1DEEAE580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1" creationId="{BBC471C9-8BBA-BE64-E7A8-0311E0BB5D4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2" creationId="{4A1EF2A3-175B-3074-7454-2EDC18C695FF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3" creationId="{A1F8F28C-096C-7738-A58F-13229AADD2C9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4" creationId="{99767D12-AAFD-23DC-051B-5BFF7A55800D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5" creationId="{C468DADF-B6B3-BF89-E849-56B3F68628CC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6" creationId="{7419AAD7-AE02-38D0-7E91-64FB25D0E142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7" creationId="{3E0BC0CC-43F6-478F-9346-1A0788CEA7F4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8" creationId="{E86A8111-FC74-4B8E-8EA2-7BCB85E9162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3" creationId="{7084366B-7DD1-591E-9600-75A9641FF2A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4" creationId="{862CFBDF-D2AC-9F4E-19A4-76DE802FD90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5" creationId="{DDF1F286-DA02-B7B9-2340-6C8669E508F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6" creationId="{0539B199-031E-DD8E-B980-61274328313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7" creationId="{7E6BD21F-6A18-2686-416C-5DAF0ACC3D1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8" creationId="{6DD59CAF-DFD9-E923-0A15-D0BE7E581CC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9" creationId="{3BBB569A-3E16-0B08-F311-DA743D0FF37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0" creationId="{74713CE0-F909-4D2F-0F0B-1B971467702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1" creationId="{7488D161-44F8-D307-D7F5-5E00315AAE2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2" creationId="{A81D303F-BF37-1F82-F699-8D4AB348E5F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3" creationId="{36CAEEBC-C0D5-2E7B-25B8-98AD9878A0B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4" creationId="{47969C0F-6A2D-FD2A-49C0-85C11AAEE7AE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5" creationId="{203EEB11-BFFC-7924-CC5B-1B703B2DEB74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6" creationId="{1EB925A9-483D-DC07-2615-6FFE643C8161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7" creationId="{ECD4C4D8-9881-B9D5-E18F-855D14B374C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8" creationId="{EB27C32E-24A5-A005-595E-7285C8FC9FB2}"/>
          </ac:spMkLst>
        </pc:spChg>
        <pc:spChg chg="add mod">
          <ac:chgData name="이민재" userId="f97f16f7-28a5-49bd-9e05-fb3ef63d7997" providerId="ADAL" clId="{7BF803D9-3494-41B9-9213-E73D7BF54335}" dt="2023-07-26T13:08:58.383" v="14564" actId="1036"/>
          <ac:spMkLst>
            <pc:docMk/>
            <pc:sldMk cId="1784210782" sldId="824"/>
            <ac:spMk id="299" creationId="{7F74D8D7-05DC-116E-F660-2C5A293BA07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00" creationId="{B1DF95D1-04E3-9090-DE5A-AB5AE2A0D7D6}"/>
          </ac:spMkLst>
        </pc:spChg>
        <pc:spChg chg="add del mod">
          <ac:chgData name="이민재" userId="f97f16f7-28a5-49bd-9e05-fb3ef63d7997" providerId="ADAL" clId="{7BF803D9-3494-41B9-9213-E73D7BF54335}" dt="2023-07-26T13:09:11.228" v="14570" actId="478"/>
          <ac:spMkLst>
            <pc:docMk/>
            <pc:sldMk cId="1784210782" sldId="824"/>
            <ac:spMk id="301" creationId="{ACC0EDB3-252E-28CA-53FE-C785F3BE64CA}"/>
          </ac:spMkLst>
        </pc:spChg>
        <pc:spChg chg="add mod">
          <ac:chgData name="이민재" userId="f97f16f7-28a5-49bd-9e05-fb3ef63d7997" providerId="ADAL" clId="{7BF803D9-3494-41B9-9213-E73D7BF54335}" dt="2023-07-26T13:09:43.340" v="14622" actId="1038"/>
          <ac:spMkLst>
            <pc:docMk/>
            <pc:sldMk cId="1784210782" sldId="824"/>
            <ac:spMk id="302" creationId="{F128873D-CAAA-7915-BDF7-1D5C18206894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03" creationId="{51FDDB18-BDFE-73CD-9979-806E2C5975B8}"/>
          </ac:spMkLst>
        </pc:spChg>
        <pc:spChg chg="add del mod">
          <ac:chgData name="이민재" userId="f97f16f7-28a5-49bd-9e05-fb3ef63d7997" providerId="ADAL" clId="{7BF803D9-3494-41B9-9213-E73D7BF54335}" dt="2023-07-26T14:14:46.889" v="15448" actId="21"/>
          <ac:spMkLst>
            <pc:docMk/>
            <pc:sldMk cId="1784210782" sldId="824"/>
            <ac:spMk id="304" creationId="{42545030-58C4-3C92-7FF4-217B09A6540B}"/>
          </ac:spMkLst>
        </pc:spChg>
        <pc:spChg chg="add del mod">
          <ac:chgData name="이민재" userId="f97f16f7-28a5-49bd-9e05-fb3ef63d7997" providerId="ADAL" clId="{7BF803D9-3494-41B9-9213-E73D7BF54335}" dt="2023-07-26T13:11:34.090" v="14642" actId="21"/>
          <ac:spMkLst>
            <pc:docMk/>
            <pc:sldMk cId="1784210782" sldId="824"/>
            <ac:spMk id="305" creationId="{BB87C48C-2FF9-F414-1A0D-97CFA4CECE8E}"/>
          </ac:spMkLst>
        </pc:spChg>
        <pc:spChg chg="add del mod">
          <ac:chgData name="이민재" userId="f97f16f7-28a5-49bd-9e05-fb3ef63d7997" providerId="ADAL" clId="{7BF803D9-3494-41B9-9213-E73D7BF54335}" dt="2023-07-26T14:14:46.889" v="15448" actId="21"/>
          <ac:spMkLst>
            <pc:docMk/>
            <pc:sldMk cId="1784210782" sldId="824"/>
            <ac:spMk id="306" creationId="{F9B3E610-47B3-E4AA-F737-8FFA1B95C20D}"/>
          </ac:spMkLst>
        </pc:spChg>
        <pc:spChg chg="add mod">
          <ac:chgData name="이민재" userId="f97f16f7-28a5-49bd-9e05-fb3ef63d7997" providerId="ADAL" clId="{7BF803D9-3494-41B9-9213-E73D7BF54335}" dt="2023-07-26T15:07:06.425" v="16797" actId="1036"/>
          <ac:spMkLst>
            <pc:docMk/>
            <pc:sldMk cId="1784210782" sldId="824"/>
            <ac:spMk id="335" creationId="{1DB782EF-0813-152E-C738-471842B0393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36" creationId="{AC6E0A9C-99DA-D145-27DD-649E6CE9B3CA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37" creationId="{02295216-C0CE-90F2-B423-F03F0B734745}"/>
          </ac:spMkLst>
        </pc:spChg>
        <pc:spChg chg="add del mod">
          <ac:chgData name="이민재" userId="f97f16f7-28a5-49bd-9e05-fb3ef63d7997" providerId="ADAL" clId="{7BF803D9-3494-41B9-9213-E73D7BF54335}" dt="2023-07-26T13:44:14.634" v="14943" actId="478"/>
          <ac:spMkLst>
            <pc:docMk/>
            <pc:sldMk cId="1784210782" sldId="824"/>
            <ac:spMk id="339" creationId="{0BAC5455-172E-2A5C-9FB5-C281F599D663}"/>
          </ac:spMkLst>
        </pc:spChg>
        <pc:spChg chg="add del mod">
          <ac:chgData name="이민재" userId="f97f16f7-28a5-49bd-9e05-fb3ef63d7997" providerId="ADAL" clId="{7BF803D9-3494-41B9-9213-E73D7BF54335}" dt="2023-07-26T13:44:15.259" v="14944" actId="478"/>
          <ac:spMkLst>
            <pc:docMk/>
            <pc:sldMk cId="1784210782" sldId="824"/>
            <ac:spMk id="340" creationId="{D3E87893-07A2-D65E-B011-C4064554E650}"/>
          </ac:spMkLst>
        </pc:spChg>
        <pc:spChg chg="add del mod">
          <ac:chgData name="이민재" userId="f97f16f7-28a5-49bd-9e05-fb3ef63d7997" providerId="ADAL" clId="{7BF803D9-3494-41B9-9213-E73D7BF54335}" dt="2023-07-26T13:44:15.894" v="14945" actId="478"/>
          <ac:spMkLst>
            <pc:docMk/>
            <pc:sldMk cId="1784210782" sldId="824"/>
            <ac:spMk id="341" creationId="{05A09F36-FF2D-F260-E056-43DDD8D32362}"/>
          </ac:spMkLst>
        </pc:spChg>
        <pc:spChg chg="add del mod">
          <ac:chgData name="이민재" userId="f97f16f7-28a5-49bd-9e05-fb3ef63d7997" providerId="ADAL" clId="{7BF803D9-3494-41B9-9213-E73D7BF54335}" dt="2023-07-26T13:44:16.442" v="14946" actId="478"/>
          <ac:spMkLst>
            <pc:docMk/>
            <pc:sldMk cId="1784210782" sldId="824"/>
            <ac:spMk id="342" creationId="{F7DFF19B-2559-AF15-D5EF-B4E36F89AB47}"/>
          </ac:spMkLst>
        </pc:spChg>
        <pc:spChg chg="add del mod">
          <ac:chgData name="이민재" userId="f97f16f7-28a5-49bd-9e05-fb3ef63d7997" providerId="ADAL" clId="{7BF803D9-3494-41B9-9213-E73D7BF54335}" dt="2023-07-26T13:44:17.094" v="14947" actId="478"/>
          <ac:spMkLst>
            <pc:docMk/>
            <pc:sldMk cId="1784210782" sldId="824"/>
            <ac:spMk id="343" creationId="{2B0F3A25-2CE7-DE7B-6F3A-DB753451740B}"/>
          </ac:spMkLst>
        </pc:spChg>
        <pc:spChg chg="add del mod">
          <ac:chgData name="이민재" userId="f97f16f7-28a5-49bd-9e05-fb3ef63d7997" providerId="ADAL" clId="{7BF803D9-3494-41B9-9213-E73D7BF54335}" dt="2023-07-26T13:44:17.610" v="14948" actId="478"/>
          <ac:spMkLst>
            <pc:docMk/>
            <pc:sldMk cId="1784210782" sldId="824"/>
            <ac:spMk id="344" creationId="{354860A2-BC15-353C-25FB-5F9A9306E7CD}"/>
          </ac:spMkLst>
        </pc:spChg>
        <pc:spChg chg="add del mod">
          <ac:chgData name="이민재" userId="f97f16f7-28a5-49bd-9e05-fb3ef63d7997" providerId="ADAL" clId="{7BF803D9-3494-41B9-9213-E73D7BF54335}" dt="2023-07-26T13:44:18.279" v="14949" actId="478"/>
          <ac:spMkLst>
            <pc:docMk/>
            <pc:sldMk cId="1784210782" sldId="824"/>
            <ac:spMk id="345" creationId="{557F209C-E04E-2A6D-74FF-3CD5593C8094}"/>
          </ac:spMkLst>
        </pc:spChg>
        <pc:spChg chg="add del mod">
          <ac:chgData name="이민재" userId="f97f16f7-28a5-49bd-9e05-fb3ef63d7997" providerId="ADAL" clId="{7BF803D9-3494-41B9-9213-E73D7BF54335}" dt="2023-07-26T13:44:23.171" v="14956" actId="478"/>
          <ac:spMkLst>
            <pc:docMk/>
            <pc:sldMk cId="1784210782" sldId="824"/>
            <ac:spMk id="346" creationId="{F81E24BB-741E-3B73-79BB-BFCF16C717A1}"/>
          </ac:spMkLst>
        </pc:spChg>
        <pc:spChg chg="add del mod">
          <ac:chgData name="이민재" userId="f97f16f7-28a5-49bd-9e05-fb3ef63d7997" providerId="ADAL" clId="{7BF803D9-3494-41B9-9213-E73D7BF54335}" dt="2023-07-26T13:44:22.598" v="14955" actId="478"/>
          <ac:spMkLst>
            <pc:docMk/>
            <pc:sldMk cId="1784210782" sldId="824"/>
            <ac:spMk id="347" creationId="{0DE8204C-1731-746D-A5B3-1F687F42FE0F}"/>
          </ac:spMkLst>
        </pc:spChg>
        <pc:spChg chg="add del mod">
          <ac:chgData name="이민재" userId="f97f16f7-28a5-49bd-9e05-fb3ef63d7997" providerId="ADAL" clId="{7BF803D9-3494-41B9-9213-E73D7BF54335}" dt="2023-07-26T13:44:21.730" v="14954" actId="478"/>
          <ac:spMkLst>
            <pc:docMk/>
            <pc:sldMk cId="1784210782" sldId="824"/>
            <ac:spMk id="348" creationId="{9BC86F43-2095-69CF-9041-AE1653DEECDB}"/>
          </ac:spMkLst>
        </pc:spChg>
        <pc:spChg chg="add del mod">
          <ac:chgData name="이민재" userId="f97f16f7-28a5-49bd-9e05-fb3ef63d7997" providerId="ADAL" clId="{7BF803D9-3494-41B9-9213-E73D7BF54335}" dt="2023-07-26T13:44:21.036" v="14953" actId="478"/>
          <ac:spMkLst>
            <pc:docMk/>
            <pc:sldMk cId="1784210782" sldId="824"/>
            <ac:spMk id="349" creationId="{1C0D6EA4-A9DE-8B97-F876-5E240593C50D}"/>
          </ac:spMkLst>
        </pc:spChg>
        <pc:spChg chg="add del mod">
          <ac:chgData name="이민재" userId="f97f16f7-28a5-49bd-9e05-fb3ef63d7997" providerId="ADAL" clId="{7BF803D9-3494-41B9-9213-E73D7BF54335}" dt="2023-07-26T13:44:20.513" v="14952" actId="478"/>
          <ac:spMkLst>
            <pc:docMk/>
            <pc:sldMk cId="1784210782" sldId="824"/>
            <ac:spMk id="350" creationId="{F3163079-172F-99D2-91AD-350279A61C3E}"/>
          </ac:spMkLst>
        </pc:spChg>
        <pc:spChg chg="add del mod">
          <ac:chgData name="이민재" userId="f97f16f7-28a5-49bd-9e05-fb3ef63d7997" providerId="ADAL" clId="{7BF803D9-3494-41B9-9213-E73D7BF54335}" dt="2023-07-26T13:44:19.586" v="14951" actId="478"/>
          <ac:spMkLst>
            <pc:docMk/>
            <pc:sldMk cId="1784210782" sldId="824"/>
            <ac:spMk id="351" creationId="{DD991414-9567-02A8-4454-6B10E022A8F3}"/>
          </ac:spMkLst>
        </pc:spChg>
        <pc:spChg chg="add del mod">
          <ac:chgData name="이민재" userId="f97f16f7-28a5-49bd-9e05-fb3ef63d7997" providerId="ADAL" clId="{7BF803D9-3494-41B9-9213-E73D7BF54335}" dt="2023-07-26T13:44:18.922" v="14950" actId="478"/>
          <ac:spMkLst>
            <pc:docMk/>
            <pc:sldMk cId="1784210782" sldId="824"/>
            <ac:spMk id="352" creationId="{D277C440-A595-C193-23AE-3589344C69E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53" creationId="{5E901BF5-907F-0265-E27F-C6E5D7C86CD6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54" creationId="{FCCA0991-D0A3-3E4C-4E00-D980F2D3999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5" creationId="{8F82C47D-2E7F-BC04-A946-33E0EECA0681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6" creationId="{F162FA70-48A0-BFE6-E3FD-69488A8CBE5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7" creationId="{61799E96-02E5-49FF-8818-7D4245A3145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8" creationId="{180FCA96-0B1B-8CB1-7131-9F71036E7BE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9" creationId="{8DBB24D3-E81D-02C7-8C9F-DCFB2D53DE0C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0" creationId="{02A78440-D22E-73E8-B6E7-8C77896B3EC7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1" creationId="{5F5F53F2-2296-3649-407D-133E2237731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2" creationId="{04552929-F36C-5F89-D8D3-8DA4FF89ABD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3" creationId="{B531ED38-C393-1D7C-5235-2770BE0475B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4" creationId="{77D02501-CDC4-B8CC-CC54-C4E21E29F6E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5" creationId="{18BFA8B1-2D6F-D118-E3F9-3FC8F16F05D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6" creationId="{4BA05838-1D11-7E06-5E97-4FD747CD0083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7" creationId="{53F800A3-5431-480A-0529-A14052AD6950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8" creationId="{C10A6777-F6C6-0C54-DD4E-C5929554AB7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9" creationId="{32C9AE7F-0FC4-326B-649D-26975FD0580B}"/>
          </ac:spMkLst>
        </pc:spChg>
        <pc:spChg chg="add del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0" creationId="{CD3BDF14-7E4B-2B4F-9F25-70FFD680A73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1" creationId="{9BF5CF39-C8A3-1CAB-1788-70D1E409AEB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2" creationId="{0407AFB5-BADE-BFCC-E740-6E29C9219514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3" creationId="{AFFD580C-EB30-7ACB-73A7-A72488D396DA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74" creationId="{A2EB8EB4-EE38-50BD-C8EC-83FCF24FA320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75" creationId="{1110B0B9-5C88-109E-7FDF-81BE68193C0F}"/>
          </ac:spMkLst>
        </pc:spChg>
        <pc:spChg chg="add del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6" creationId="{F89659E2-A836-2155-CF9B-39DE48360B0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7" creationId="{21C3E53C-C4DD-6709-8566-24B3ABFE152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8" creationId="{D92E3D44-889B-BB89-4CE2-DA2B2FCE397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9" creationId="{8E7D45A5-7496-F4B5-3293-754CDCBFD13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0" creationId="{2DE36CC1-FBE5-78C5-C79A-FE7629B0536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81" creationId="{F1CDE640-AD7E-C271-C081-43770F2B19D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82" creationId="{68D241B1-DD54-EBE2-65CD-63C7C9751DD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3" creationId="{74E57CCF-3758-1474-3468-F3FB2754812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4" creationId="{58E07D1C-03E0-D02E-2E6C-20CEAD65755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5" creationId="{3F3EB813-1AFB-C6D7-6C26-1F0BBA36A30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6" creationId="{405423E7-A0C9-1F39-9537-6D8B78BC1C7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7" creationId="{C7A4485B-CA9F-27E1-E52B-151C06E8B9A3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5" creationId="{F23E52D2-DB31-F143-875F-62FD2C45DD9F}"/>
          </ac:spMkLst>
        </pc:spChg>
        <pc:spChg chg="add del mod">
          <ac:chgData name="이민재" userId="f97f16f7-28a5-49bd-9e05-fb3ef63d7997" providerId="ADAL" clId="{7BF803D9-3494-41B9-9213-E73D7BF54335}" dt="2023-07-26T14:03:38.243" v="15169" actId="478"/>
          <ac:spMkLst>
            <pc:docMk/>
            <pc:sldMk cId="1784210782" sldId="824"/>
            <ac:spMk id="396" creationId="{3C31076D-1D6C-8C88-D594-32D6661E5D03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7" creationId="{B99B1723-1BEA-6F7D-620A-8557B2DFE762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8" creationId="{7F9AAA08-F5A3-E99B-5A22-A9229ADBBDCA}"/>
          </ac:spMkLst>
        </pc:spChg>
        <pc:spChg chg="add del mod">
          <ac:chgData name="이민재" userId="f97f16f7-28a5-49bd-9e05-fb3ef63d7997" providerId="ADAL" clId="{7BF803D9-3494-41B9-9213-E73D7BF54335}" dt="2023-07-26T14:04:19.585" v="15177" actId="478"/>
          <ac:spMkLst>
            <pc:docMk/>
            <pc:sldMk cId="1784210782" sldId="824"/>
            <ac:spMk id="399" creationId="{24C0D73F-9E40-64E9-16C6-13AAABF94B7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00" creationId="{46C41A67-98F9-E151-C04C-0998981B154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01" creationId="{5F8F47A4-55BE-5094-6774-02119D56E238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7" creationId="{8A1A18A1-7B42-E2FE-83D4-0CBE9DFCCBAB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8" creationId="{AF12BEE0-2F02-F12C-8749-19F36AE2ECBA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9" creationId="{44068C66-ECC3-A203-1FCF-477507B4E351}"/>
          </ac:spMkLst>
        </pc:spChg>
        <pc:spChg chg="add del mod">
          <ac:chgData name="이민재" userId="f97f16f7-28a5-49bd-9e05-fb3ef63d7997" providerId="ADAL" clId="{7BF803D9-3494-41B9-9213-E73D7BF54335}" dt="2023-07-26T14:15:32.704" v="15462" actId="21"/>
          <ac:spMkLst>
            <pc:docMk/>
            <pc:sldMk cId="1784210782" sldId="824"/>
            <ac:spMk id="410" creationId="{516D50D3-8C8A-F0D1-714D-2EC03FD6601C}"/>
          </ac:spMkLst>
        </pc:spChg>
        <pc:spChg chg="add del mod">
          <ac:chgData name="이민재" userId="f97f16f7-28a5-49bd-9e05-fb3ef63d7997" providerId="ADAL" clId="{7BF803D9-3494-41B9-9213-E73D7BF54335}" dt="2023-07-26T14:15:32.704" v="15462" actId="21"/>
          <ac:spMkLst>
            <pc:docMk/>
            <pc:sldMk cId="1784210782" sldId="824"/>
            <ac:spMk id="411" creationId="{3A764DA2-2631-BBD8-0774-C877428A014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3" creationId="{C1C2DE67-A07B-0323-D9AD-88F89DF0F34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4" creationId="{32011D01-DC1F-0804-8B1B-F1C759F326B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5" creationId="{0520A916-5CE5-B49B-6D0C-442DE50CE29B}"/>
          </ac:spMkLst>
        </pc:spChg>
        <pc:spChg chg="add mod">
          <ac:chgData name="이민재" userId="f97f16f7-28a5-49bd-9e05-fb3ef63d7997" providerId="ADAL" clId="{7BF803D9-3494-41B9-9213-E73D7BF54335}" dt="2023-07-26T15:02:27.461" v="16628" actId="14100"/>
          <ac:spMkLst>
            <pc:docMk/>
            <pc:sldMk cId="1784210782" sldId="824"/>
            <ac:spMk id="416" creationId="{0E5CD8EA-8F46-D176-D1A3-93522A5CB7A7}"/>
          </ac:spMkLst>
        </pc:spChg>
        <pc:spChg chg="add mod">
          <ac:chgData name="이민재" userId="f97f16f7-28a5-49bd-9e05-fb3ef63d7997" providerId="ADAL" clId="{7BF803D9-3494-41B9-9213-E73D7BF54335}" dt="2023-07-26T15:02:37.077" v="16629" actId="14100"/>
          <ac:spMkLst>
            <pc:docMk/>
            <pc:sldMk cId="1784210782" sldId="824"/>
            <ac:spMk id="417" creationId="{486C6806-2F9E-C230-08C6-6125D8742849}"/>
          </ac:spMkLst>
        </pc:spChg>
        <pc:spChg chg="add mod">
          <ac:chgData name="이민재" userId="f97f16f7-28a5-49bd-9e05-fb3ef63d7997" providerId="ADAL" clId="{7BF803D9-3494-41B9-9213-E73D7BF54335}" dt="2023-07-26T14:25:09.443" v="15899" actId="164"/>
          <ac:spMkLst>
            <pc:docMk/>
            <pc:sldMk cId="1784210782" sldId="824"/>
            <ac:spMk id="423" creationId="{6926108A-A7C1-BDE0-0761-3BECF5738887}"/>
          </ac:spMkLst>
        </pc:spChg>
        <pc:spChg chg="add mod">
          <ac:chgData name="이민재" userId="f97f16f7-28a5-49bd-9e05-fb3ef63d7997" providerId="ADAL" clId="{7BF803D9-3494-41B9-9213-E73D7BF54335}" dt="2023-07-26T14:24:48.890" v="15883" actId="164"/>
          <ac:spMkLst>
            <pc:docMk/>
            <pc:sldMk cId="1784210782" sldId="824"/>
            <ac:spMk id="424" creationId="{69F0B553-8658-75C3-5182-F46B228ABD08}"/>
          </ac:spMkLst>
        </pc:spChg>
        <pc:spChg chg="add mod">
          <ac:chgData name="이민재" userId="f97f16f7-28a5-49bd-9e05-fb3ef63d7997" providerId="ADAL" clId="{7BF803D9-3494-41B9-9213-E73D7BF54335}" dt="2023-07-26T14:24:26.389" v="15865" actId="164"/>
          <ac:spMkLst>
            <pc:docMk/>
            <pc:sldMk cId="1784210782" sldId="824"/>
            <ac:spMk id="425" creationId="{D3976BF0-0773-E361-E82B-53167DFB67F1}"/>
          </ac:spMkLst>
        </pc:spChg>
        <pc:spChg chg="mod">
          <ac:chgData name="이민재" userId="f97f16f7-28a5-49bd-9e05-fb3ef63d7997" providerId="ADAL" clId="{7BF803D9-3494-41B9-9213-E73D7BF54335}" dt="2023-07-26T14:23:46.159" v="15849"/>
          <ac:spMkLst>
            <pc:docMk/>
            <pc:sldMk cId="1784210782" sldId="824"/>
            <ac:spMk id="451" creationId="{8ED375FF-2E95-9A01-8717-EF93F1804A7D}"/>
          </ac:spMkLst>
        </pc:spChg>
        <pc:spChg chg="mod">
          <ac:chgData name="이민재" userId="f97f16f7-28a5-49bd-9e05-fb3ef63d7997" providerId="ADAL" clId="{7BF803D9-3494-41B9-9213-E73D7BF54335}" dt="2023-07-26T14:23:46.159" v="15849"/>
          <ac:spMkLst>
            <pc:docMk/>
            <pc:sldMk cId="1784210782" sldId="824"/>
            <ac:spMk id="459" creationId="{CF3FEAAE-2968-3D5A-1790-01A3DC8E52D7}"/>
          </ac:spMkLst>
        </pc:spChg>
        <pc:spChg chg="mod">
          <ac:chgData name="이민재" userId="f97f16f7-28a5-49bd-9e05-fb3ef63d7997" providerId="ADAL" clId="{7BF803D9-3494-41B9-9213-E73D7BF54335}" dt="2023-07-26T14:23:47.695" v="15851"/>
          <ac:spMkLst>
            <pc:docMk/>
            <pc:sldMk cId="1784210782" sldId="824"/>
            <ac:spMk id="467" creationId="{E5126315-D1AF-23C4-1F70-1968A1E102E2}"/>
          </ac:spMkLst>
        </pc:spChg>
        <pc:spChg chg="mod">
          <ac:chgData name="이민재" userId="f97f16f7-28a5-49bd-9e05-fb3ef63d7997" providerId="ADAL" clId="{7BF803D9-3494-41B9-9213-E73D7BF54335}" dt="2023-07-26T14:25:11.701" v="15901"/>
          <ac:spMkLst>
            <pc:docMk/>
            <pc:sldMk cId="1784210782" sldId="824"/>
            <ac:spMk id="496" creationId="{601594CE-06B9-5CB0-B0B1-B2108C72E274}"/>
          </ac:spMkLst>
        </pc:spChg>
        <pc:spChg chg="mod">
          <ac:chgData name="이민재" userId="f97f16f7-28a5-49bd-9e05-fb3ef63d7997" providerId="ADAL" clId="{7BF803D9-3494-41B9-9213-E73D7BF54335}" dt="2023-07-26T14:25:11.701" v="15901"/>
          <ac:spMkLst>
            <pc:docMk/>
            <pc:sldMk cId="1784210782" sldId="824"/>
            <ac:spMk id="504" creationId="{DE90C593-4D75-E209-B877-56F0E7E9BF23}"/>
          </ac:spMkLst>
        </pc:spChg>
        <pc:spChg chg="mod">
          <ac:chgData name="이민재" userId="f97f16f7-28a5-49bd-9e05-fb3ef63d7997" providerId="ADAL" clId="{7BF803D9-3494-41B9-9213-E73D7BF54335}" dt="2023-07-26T14:25:13.113" v="15903"/>
          <ac:spMkLst>
            <pc:docMk/>
            <pc:sldMk cId="1784210782" sldId="824"/>
            <ac:spMk id="512" creationId="{2F054652-EDE7-FFC6-EBF9-3F4D99C9FAB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19" creationId="{AA0DAF37-1F23-6BD3-EB61-083C10D6C86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0" creationId="{3781414A-4DB4-F524-5716-8CB017152B6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1" creationId="{62F7AC9C-B698-74C5-48F8-FF02F20FA05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2" creationId="{2C73FF7D-92AD-6D5F-DD42-E246F6382E8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3" creationId="{374B3E3E-C996-34E6-C0A9-FFF1E99E8DA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4" creationId="{484D990E-79C0-0D2C-E006-8E6335A17D3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5" creationId="{C8CDB10E-8DC4-D537-1C03-0F08D9F67B0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6" creationId="{331FC0EE-145A-08F3-56BC-844721A2780E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7" creationId="{84836B57-FEAE-567B-DB51-9034D563EF8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8" creationId="{6047B4CA-C2B6-7BE8-4824-A00B49E2A70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9" creationId="{29A46F59-FC04-1528-6F6C-C12CF2C67B6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30" creationId="{4B703227-5615-4724-95BE-93A7AAB8E112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5" creationId="{0D70238F-62AB-73AD-49EA-AC63A35A5D15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6" creationId="{3F015A0C-1F1D-B61D-3238-178D172D5693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7" creationId="{F20857B6-51C8-8534-8DD3-775717B01AD2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8" creationId="{61D48B91-97CB-0BE3-354C-95D5B2623167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9" creationId="{18386578-1FF1-EE38-36BA-8A1A0A3C3F99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40" creationId="{2E348110-3F31-CFB8-D8F0-F6C701DCDB1E}"/>
          </ac:spMkLst>
        </pc:spChg>
        <pc:spChg chg="add del mod">
          <ac:chgData name="이민재" userId="f97f16f7-28a5-49bd-9e05-fb3ef63d7997" providerId="ADAL" clId="{7BF803D9-3494-41B9-9213-E73D7BF54335}" dt="2023-07-26T14:44:23.141" v="16148" actId="478"/>
          <ac:spMkLst>
            <pc:docMk/>
            <pc:sldMk cId="1784210782" sldId="824"/>
            <ac:spMk id="541" creationId="{AF4D5121-B0B8-EF81-E137-EAB69038B299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2" creationId="{5288175F-C6D8-CEE6-D693-D2E55C82AD0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3" creationId="{397B279F-074A-2787-F651-31DE42C9283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4" creationId="{1B3EA720-9F7C-C918-868F-915C80C6D400}"/>
          </ac:spMkLst>
        </pc:spChg>
        <pc:spChg chg="add mod">
          <ac:chgData name="이민재" userId="f97f16f7-28a5-49bd-9e05-fb3ef63d7997" providerId="ADAL" clId="{7BF803D9-3494-41B9-9213-E73D7BF54335}" dt="2023-07-26T14:52:00.377" v="16492" actId="1037"/>
          <ac:spMkLst>
            <pc:docMk/>
            <pc:sldMk cId="1784210782" sldId="824"/>
            <ac:spMk id="546" creationId="{363A64F8-3678-0E84-9AA0-8448CF4BA018}"/>
          </ac:spMkLst>
        </pc:spChg>
        <pc:spChg chg="add mod">
          <ac:chgData name="이민재" userId="f97f16f7-28a5-49bd-9e05-fb3ef63d7997" providerId="ADAL" clId="{7BF803D9-3494-41B9-9213-E73D7BF54335}" dt="2023-07-26T14:52:08.537" v="16510" actId="1038"/>
          <ac:spMkLst>
            <pc:docMk/>
            <pc:sldMk cId="1784210782" sldId="824"/>
            <ac:spMk id="547" creationId="{7A6DB05E-5698-1501-2D1C-6EDCB9DF37CC}"/>
          </ac:spMkLst>
        </pc:spChg>
        <pc:spChg chg="add mod">
          <ac:chgData name="이민재" userId="f97f16f7-28a5-49bd-9e05-fb3ef63d7997" providerId="ADAL" clId="{7BF803D9-3494-41B9-9213-E73D7BF54335}" dt="2023-07-26T14:56:14.243" v="16562" actId="1036"/>
          <ac:spMkLst>
            <pc:docMk/>
            <pc:sldMk cId="1784210782" sldId="824"/>
            <ac:spMk id="548" creationId="{9A813531-6DDC-AFB7-A1CD-4835F483ED15}"/>
          </ac:spMkLst>
        </pc:spChg>
        <pc:spChg chg="add mod">
          <ac:chgData name="이민재" userId="f97f16f7-28a5-49bd-9e05-fb3ef63d7997" providerId="ADAL" clId="{7BF803D9-3494-41B9-9213-E73D7BF54335}" dt="2023-07-26T14:56:11.977" v="16560" actId="1035"/>
          <ac:spMkLst>
            <pc:docMk/>
            <pc:sldMk cId="1784210782" sldId="824"/>
            <ac:spMk id="549" creationId="{AA3448F9-AE92-B31F-14B2-6D00E1A9A375}"/>
          </ac:spMkLst>
        </pc:spChg>
        <pc:spChg chg="add mod">
          <ac:chgData name="이민재" userId="f97f16f7-28a5-49bd-9e05-fb3ef63d7997" providerId="ADAL" clId="{7BF803D9-3494-41B9-9213-E73D7BF54335}" dt="2023-07-26T14:54:52.138" v="16533" actId="20577"/>
          <ac:spMkLst>
            <pc:docMk/>
            <pc:sldMk cId="1784210782" sldId="824"/>
            <ac:spMk id="553" creationId="{2E5B42D3-E152-0668-46BC-E9162883CD49}"/>
          </ac:spMkLst>
        </pc:spChg>
        <pc:spChg chg="add mod">
          <ac:chgData name="이민재" userId="f97f16f7-28a5-49bd-9e05-fb3ef63d7997" providerId="ADAL" clId="{7BF803D9-3494-41B9-9213-E73D7BF54335}" dt="2023-07-26T14:54:49.257" v="16531" actId="20577"/>
          <ac:spMkLst>
            <pc:docMk/>
            <pc:sldMk cId="1784210782" sldId="824"/>
            <ac:spMk id="555" creationId="{FB371CAD-8F27-F8E8-745D-6E4A16D790DF}"/>
          </ac:spMkLst>
        </pc:spChg>
        <pc:spChg chg="add mod">
          <ac:chgData name="이민재" userId="f97f16f7-28a5-49bd-9e05-fb3ef63d7997" providerId="ADAL" clId="{7BF803D9-3494-41B9-9213-E73D7BF54335}" dt="2023-07-26T14:56:21.636" v="16566" actId="1035"/>
          <ac:spMkLst>
            <pc:docMk/>
            <pc:sldMk cId="1784210782" sldId="824"/>
            <ac:spMk id="556" creationId="{85A4877E-6930-E16C-0E55-0583E63316E9}"/>
          </ac:spMkLst>
        </pc:spChg>
        <pc:spChg chg="add mod">
          <ac:chgData name="이민재" userId="f97f16f7-28a5-49bd-9e05-fb3ef63d7997" providerId="ADAL" clId="{7BF803D9-3494-41B9-9213-E73D7BF54335}" dt="2023-07-26T14:56:19.523" v="16565" actId="1035"/>
          <ac:spMkLst>
            <pc:docMk/>
            <pc:sldMk cId="1784210782" sldId="824"/>
            <ac:spMk id="557" creationId="{6E920F8E-61E1-6E67-8F83-BBC23ED40501}"/>
          </ac:spMkLst>
        </pc:spChg>
        <pc:spChg chg="add mod">
          <ac:chgData name="이민재" userId="f97f16f7-28a5-49bd-9e05-fb3ef63d7997" providerId="ADAL" clId="{7BF803D9-3494-41B9-9213-E73D7BF54335}" dt="2023-07-26T14:56:03.003" v="16552" actId="1035"/>
          <ac:spMkLst>
            <pc:docMk/>
            <pc:sldMk cId="1784210782" sldId="824"/>
            <ac:spMk id="558" creationId="{0BAE40AE-D577-2791-59F8-A9F7CAE23C02}"/>
          </ac:spMkLst>
        </pc:spChg>
        <pc:spChg chg="add mod">
          <ac:chgData name="이민재" userId="f97f16f7-28a5-49bd-9e05-fb3ef63d7997" providerId="ADAL" clId="{7BF803D9-3494-41B9-9213-E73D7BF54335}" dt="2023-07-26T14:56:05.402" v="16554" actId="1036"/>
          <ac:spMkLst>
            <pc:docMk/>
            <pc:sldMk cId="1784210782" sldId="824"/>
            <ac:spMk id="559" creationId="{E4208014-BFF8-8307-1C19-EAE334344996}"/>
          </ac:spMkLst>
        </pc:spChg>
        <pc:spChg chg="add mod">
          <ac:chgData name="이민재" userId="f97f16f7-28a5-49bd-9e05-fb3ef63d7997" providerId="ADAL" clId="{7BF803D9-3494-41B9-9213-E73D7BF54335}" dt="2023-07-26T14:56:48.937" v="16579" actId="1035"/>
          <ac:spMkLst>
            <pc:docMk/>
            <pc:sldMk cId="1784210782" sldId="824"/>
            <ac:spMk id="560" creationId="{E78B831B-7E09-200D-AFE8-4A503C19752A}"/>
          </ac:spMkLst>
        </pc:spChg>
        <pc:spChg chg="add mod">
          <ac:chgData name="이민재" userId="f97f16f7-28a5-49bd-9e05-fb3ef63d7997" providerId="ADAL" clId="{7BF803D9-3494-41B9-9213-E73D7BF54335}" dt="2023-07-26T14:56:41.208" v="16575" actId="1076"/>
          <ac:spMkLst>
            <pc:docMk/>
            <pc:sldMk cId="1784210782" sldId="824"/>
            <ac:spMk id="561" creationId="{365CEA66-7972-0A57-E587-CBE0A0A2A71D}"/>
          </ac:spMkLst>
        </pc:spChg>
        <pc:spChg chg="add del mod">
          <ac:chgData name="이민재" userId="f97f16f7-28a5-49bd-9e05-fb3ef63d7997" providerId="ADAL" clId="{7BF803D9-3494-41B9-9213-E73D7BF54335}" dt="2023-07-26T15:01:55.402" v="16599" actId="478"/>
          <ac:spMkLst>
            <pc:docMk/>
            <pc:sldMk cId="1784210782" sldId="824"/>
            <ac:spMk id="564" creationId="{493BC59A-AF42-1AE1-B279-9F385D88ECA2}"/>
          </ac:spMkLst>
        </pc:spChg>
        <pc:spChg chg="add mod">
          <ac:chgData name="이민재" userId="f97f16f7-28a5-49bd-9e05-fb3ef63d7997" providerId="ADAL" clId="{7BF803D9-3494-41B9-9213-E73D7BF54335}" dt="2023-07-26T15:03:49.088" v="16698" actId="1037"/>
          <ac:spMkLst>
            <pc:docMk/>
            <pc:sldMk cId="1784210782" sldId="824"/>
            <ac:spMk id="565" creationId="{1B6AC067-2560-EAD9-AD97-84327EFC6CAE}"/>
          </ac:spMkLst>
        </pc:spChg>
        <pc:spChg chg="add mod">
          <ac:chgData name="이민재" userId="f97f16f7-28a5-49bd-9e05-fb3ef63d7997" providerId="ADAL" clId="{7BF803D9-3494-41B9-9213-E73D7BF54335}" dt="2023-07-26T15:05:43.187" v="16778" actId="20577"/>
          <ac:spMkLst>
            <pc:docMk/>
            <pc:sldMk cId="1784210782" sldId="824"/>
            <ac:spMk id="566" creationId="{29DE7DDF-AA06-D9FC-C615-DE4D5D3D855B}"/>
          </ac:spMkLst>
        </pc:spChg>
        <pc:spChg chg="add mod">
          <ac:chgData name="이민재" userId="f97f16f7-28a5-49bd-9e05-fb3ef63d7997" providerId="ADAL" clId="{7BF803D9-3494-41B9-9213-E73D7BF54335}" dt="2023-07-26T15:06:11.366" v="16791" actId="20577"/>
          <ac:spMkLst>
            <pc:docMk/>
            <pc:sldMk cId="1784210782" sldId="824"/>
            <ac:spMk id="567" creationId="{25CE47E4-15FC-9D96-1E19-95DF1D00FC01}"/>
          </ac:spMkLst>
        </pc:spChg>
        <pc:spChg chg="add mod">
          <ac:chgData name="이민재" userId="f97f16f7-28a5-49bd-9e05-fb3ef63d7997" providerId="ADAL" clId="{7BF803D9-3494-41B9-9213-E73D7BF54335}" dt="2023-07-26T15:05:21.633" v="16759" actId="20577"/>
          <ac:spMkLst>
            <pc:docMk/>
            <pc:sldMk cId="1784210782" sldId="824"/>
            <ac:spMk id="568" creationId="{661BA58E-2201-2739-7909-70CED43C0B9D}"/>
          </ac:spMkLst>
        </pc:spChg>
        <pc:grpChg chg="add del mod">
          <ac:chgData name="이민재" userId="f97f16f7-28a5-49bd-9e05-fb3ef63d7997" providerId="ADAL" clId="{7BF803D9-3494-41B9-9213-E73D7BF54335}" dt="2023-07-26T12:35:18.266" v="14304" actId="165"/>
          <ac:grpSpMkLst>
            <pc:docMk/>
            <pc:sldMk cId="1784210782" sldId="824"/>
            <ac:grpSpMk id="59" creationId="{D25E4A49-6350-D675-4629-3297F6014529}"/>
          </ac:grpSpMkLst>
        </pc:grpChg>
        <pc:grpChg chg="add del mod">
          <ac:chgData name="이민재" userId="f97f16f7-28a5-49bd-9e05-fb3ef63d7997" providerId="ADAL" clId="{7BF803D9-3494-41B9-9213-E73D7BF54335}" dt="2023-07-26T12:24:34.715" v="14048" actId="165"/>
          <ac:grpSpMkLst>
            <pc:docMk/>
            <pc:sldMk cId="1784210782" sldId="824"/>
            <ac:grpSpMk id="110" creationId="{25C14050-0872-B1D7-218D-F87C0E9C41F7}"/>
          </ac:grpSpMkLst>
        </pc:grpChg>
        <pc:grpChg chg="add del mod">
          <ac:chgData name="이민재" userId="f97f16f7-28a5-49bd-9e05-fb3ef63d7997" providerId="ADAL" clId="{7BF803D9-3494-41B9-9213-E73D7BF54335}" dt="2023-07-26T14:23:45.837" v="15848" actId="21"/>
          <ac:grpSpMkLst>
            <pc:docMk/>
            <pc:sldMk cId="1784210782" sldId="824"/>
            <ac:grpSpMk id="447" creationId="{6B8C3FA6-A1BE-5134-4923-75A46381F47B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48" creationId="{CFB2FE45-5E67-8FB5-4279-04C7E124B055}"/>
          </ac:grpSpMkLst>
        </pc:grpChg>
        <pc:grpChg chg="add del mod">
          <ac:chgData name="이민재" userId="f97f16f7-28a5-49bd-9e05-fb3ef63d7997" providerId="ADAL" clId="{7BF803D9-3494-41B9-9213-E73D7BF54335}" dt="2023-07-26T14:23:45.837" v="15848" actId="21"/>
          <ac:grpSpMkLst>
            <pc:docMk/>
            <pc:sldMk cId="1784210782" sldId="824"/>
            <ac:grpSpMk id="449" creationId="{1C983848-FDF9-3F6A-90ED-1D3AA909027A}"/>
          </ac:grpSpMkLst>
        </pc:grpChg>
        <pc:grpChg chg="add del mod">
          <ac:chgData name="이민재" userId="f97f16f7-28a5-49bd-9e05-fb3ef63d7997" providerId="ADAL" clId="{7BF803D9-3494-41B9-9213-E73D7BF54335}" dt="2023-07-26T14:23:47.434" v="15850" actId="21"/>
          <ac:grpSpMkLst>
            <pc:docMk/>
            <pc:sldMk cId="1784210782" sldId="824"/>
            <ac:grpSpMk id="450" creationId="{C3825FBC-A689-99EB-34C8-EE8C678DB1AF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58" creationId="{52F57A3B-BAD2-8184-5E19-B13BB3553668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66" creationId="{C89E7B14-AC9B-71B9-EB58-BD34E7DE7A4E}"/>
          </ac:grpSpMkLst>
        </pc:grpChg>
        <pc:grpChg chg="add del mod">
          <ac:chgData name="이민재" userId="f97f16f7-28a5-49bd-9e05-fb3ef63d7997" providerId="ADAL" clId="{7BF803D9-3494-41B9-9213-E73D7BF54335}" dt="2023-07-26T14:25:11.443" v="15900" actId="21"/>
          <ac:grpSpMkLst>
            <pc:docMk/>
            <pc:sldMk cId="1784210782" sldId="824"/>
            <ac:grpSpMk id="486" creationId="{7BB03EC2-9FEC-E0F2-C69C-CD639E31135A}"/>
          </ac:grpSpMkLst>
        </pc:grpChg>
        <pc:grpChg chg="add del mod">
          <ac:chgData name="이민재" userId="f97f16f7-28a5-49bd-9e05-fb3ef63d7997" providerId="ADAL" clId="{7BF803D9-3494-41B9-9213-E73D7BF54335}" dt="2023-07-26T14:25:11.443" v="15900" actId="21"/>
          <ac:grpSpMkLst>
            <pc:docMk/>
            <pc:sldMk cId="1784210782" sldId="824"/>
            <ac:grpSpMk id="487" creationId="{B947E444-9DFF-E507-ADAB-1E5327272FC9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94" creationId="{A6FA8F0C-9B37-8EED-E1F3-1379CDBB698C}"/>
          </ac:grpSpMkLst>
        </pc:grpChg>
        <pc:grpChg chg="add del mod">
          <ac:chgData name="이민재" userId="f97f16f7-28a5-49bd-9e05-fb3ef63d7997" providerId="ADAL" clId="{7BF803D9-3494-41B9-9213-E73D7BF54335}" dt="2023-07-26T14:25:12.825" v="15902" actId="21"/>
          <ac:grpSpMkLst>
            <pc:docMk/>
            <pc:sldMk cId="1784210782" sldId="824"/>
            <ac:grpSpMk id="495" creationId="{493C60BB-EB90-067A-DEA3-3E62C8234DD0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503" creationId="{315DEBD7-062F-9F88-9A12-9180A12C3C70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511" creationId="{FA4309E9-C34E-AB08-0547-B9BC4C9E8CA7}"/>
          </ac:grpSpMkLst>
        </pc:grpChg>
        <pc:graphicFrameChg chg="add mod modGraphic">
          <ac:chgData name="이민재" userId="f97f16f7-28a5-49bd-9e05-fb3ef63d7997" providerId="ADAL" clId="{7BF803D9-3494-41B9-9213-E73D7BF54335}" dt="2023-07-27T13:53:36.847" v="23308" actId="1076"/>
          <ac:graphicFrameMkLst>
            <pc:docMk/>
            <pc:sldMk cId="1784210782" sldId="824"/>
            <ac:graphicFrameMk id="3" creationId="{6A0B5445-A28B-FA19-1F1B-FE28339AFCE3}"/>
          </ac:graphicFrameMkLst>
        </pc:graphicFrameChg>
        <pc:graphicFrameChg chg="add mod">
          <ac:chgData name="이민재" userId="f97f16f7-28a5-49bd-9e05-fb3ef63d7997" providerId="ADAL" clId="{7BF803D9-3494-41B9-9213-E73D7BF54335}" dt="2023-07-26T14:48:02.479" v="16355" actId="1038"/>
          <ac:graphicFrameMkLst>
            <pc:docMk/>
            <pc:sldMk cId="1784210782" sldId="824"/>
            <ac:graphicFrameMk id="5" creationId="{57DF0974-C48E-ABBE-F68E-E1BB57A5BD6E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00:01.265" v="15087" actId="1036"/>
          <ac:graphicFrameMkLst>
            <pc:docMk/>
            <pc:sldMk cId="1784210782" sldId="824"/>
            <ac:graphicFrameMk id="6" creationId="{A475C298-BB6A-4FDA-CB87-289590AFE9C5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2:21:20.189" v="14034" actId="478"/>
          <ac:graphicFrameMkLst>
            <pc:docMk/>
            <pc:sldMk cId="1784210782" sldId="824"/>
            <ac:graphicFrameMk id="8" creationId="{6FCFAB7C-839F-EA15-CDCD-D5ACD21DB1B9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2:17:58.863" v="13919" actId="478"/>
          <ac:graphicFrameMkLst>
            <pc:docMk/>
            <pc:sldMk cId="1784210782" sldId="824"/>
            <ac:graphicFrameMk id="10" creationId="{6158D802-965B-9D13-4B9E-5118F5C1FA2E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27" creationId="{EB65DEB9-BADD-A6A0-EA75-DBDDFE61834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3:08:40.544" v="14543" actId="478"/>
          <ac:graphicFrameMkLst>
            <pc:docMk/>
            <pc:sldMk cId="1784210782" sldId="824"/>
            <ac:graphicFrameMk id="28" creationId="{67AE0E06-53C7-ABCB-D20E-3DD798D86433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29" creationId="{877E5815-3694-217D-6D27-B88A0D5F7BC3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30" creationId="{42723711-A728-D897-EBA5-28795D99AD0F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31" creationId="{172042FD-19BB-E101-26E1-2BE690B2BF7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5" creationId="{6FB7695D-1F2A-753D-5F36-383668018A4A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8" creationId="{BF46324B-CA1A-BBDB-4B81-5560657C3A0D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9" creationId="{2248961B-B50A-FABF-25E5-298C1475C8B2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" creationId="{D9F8803C-E8AF-3457-FCC7-08C1E76C302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" creationId="{6794A424-07B0-206D-B440-3EA7D227920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36:43.078" v="16091" actId="478"/>
          <ac:graphicFrameMkLst>
            <pc:docMk/>
            <pc:sldMk cId="1784210782" sldId="824"/>
            <ac:graphicFrameMk id="334" creationId="{474C994A-FB7F-CE32-6667-DE1E6C10F8A2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8:05.497" v="16356" actId="478"/>
          <ac:graphicFrameMkLst>
            <pc:docMk/>
            <pc:sldMk cId="1784210782" sldId="824"/>
            <ac:graphicFrameMk id="338" creationId="{704D7912-68F4-4E4F-6BF1-4DF57A9B0B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05:11.760" v="15179" actId="478"/>
          <ac:graphicFrameMkLst>
            <pc:docMk/>
            <pc:sldMk cId="1784210782" sldId="824"/>
            <ac:graphicFrameMk id="394" creationId="{12EAF6E5-CE28-62F4-16A8-8AF2B506FA4A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5" creationId="{A9BF7AAB-39FE-CC7D-0975-9AAC8AAA6D66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6" creationId="{F0085BA7-AE0B-DFCC-0068-2437A02039D3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2" creationId="{2750CAA5-7C6B-8BAF-4FE9-B285BBBB4311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16:13.521" v="15466" actId="478"/>
          <ac:graphicFrameMkLst>
            <pc:docMk/>
            <pc:sldMk cId="1784210782" sldId="824"/>
            <ac:graphicFrameMk id="418" creationId="{8EF3F534-067D-0DBF-8E8B-EC8C740D5E5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9" creationId="{2BCA1131-3A1D-ADB4-B644-D387749118F9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0" creationId="{FDC72DD7-F653-A921-5DC1-ED368078B77F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1" creationId="{8D4DD23E-C949-9F68-215F-253686B87886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2" creationId="{E5F0E71A-9D1E-BDEC-0802-3727E7AF80DB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41:59.187" v="16119" actId="478"/>
          <ac:graphicFrameMkLst>
            <pc:docMk/>
            <pc:sldMk cId="1784210782" sldId="824"/>
            <ac:graphicFrameMk id="531" creationId="{C781865E-4CE6-8A4D-1565-12F2A7197D00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57.078" v="16111" actId="478"/>
          <ac:graphicFrameMkLst>
            <pc:docMk/>
            <pc:sldMk cId="1784210782" sldId="824"/>
            <ac:graphicFrameMk id="532" creationId="{EC55677F-ADE5-D334-FEBC-7DF31A659C5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2:00.377" v="16492" actId="1037"/>
          <ac:graphicFrameMkLst>
            <pc:docMk/>
            <pc:sldMk cId="1784210782" sldId="824"/>
            <ac:graphicFrameMk id="533" creationId="{CA5A15CD-F7C0-66E4-1075-4DCAF63F337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2:08.537" v="16510" actId="1038"/>
          <ac:graphicFrameMkLst>
            <pc:docMk/>
            <pc:sldMk cId="1784210782" sldId="824"/>
            <ac:graphicFrameMk id="534" creationId="{A5AF7D62-07FB-5D21-E925-70A8AB982F4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45" creationId="{956B6402-459F-4900-15E6-F677ABA82B6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5:13.329" v="16535" actId="1076"/>
          <ac:graphicFrameMkLst>
            <pc:docMk/>
            <pc:sldMk cId="1784210782" sldId="824"/>
            <ac:graphicFrameMk id="550" creationId="{8293E522-8B58-D3EC-B745-4068954A0BA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5:34.170" v="16538" actId="1076"/>
          <ac:graphicFrameMkLst>
            <pc:docMk/>
            <pc:sldMk cId="1784210782" sldId="824"/>
            <ac:graphicFrameMk id="551" creationId="{8C34B555-CF14-BDD2-A6A3-F71B895C58D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8:25.556" v="16589" actId="207"/>
          <ac:graphicFrameMkLst>
            <pc:docMk/>
            <pc:sldMk cId="1784210782" sldId="824"/>
            <ac:graphicFrameMk id="552" creationId="{3BBD45F3-CF58-D2F8-30D9-BA6889A16D6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7:55.359" v="16585" actId="207"/>
          <ac:graphicFrameMkLst>
            <pc:docMk/>
            <pc:sldMk cId="1784210782" sldId="824"/>
            <ac:graphicFrameMk id="554" creationId="{DFFAE041-BAA0-8B45-2AAC-DE5657E5ECC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62" creationId="{D7513EFF-3744-1628-3DD9-E5647BD99937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63" creationId="{238D9BB0-761D-6F6B-AC6A-82A7E7A94C35}"/>
          </ac:graphicFrameMkLst>
        </pc:graphicFrame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3" creationId="{E0935C48-7CCD-94A1-EAD6-5151BE5958D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4" creationId="{E80E6532-8E14-D7CC-CDE3-48DFB15A046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5" creationId="{3229EA0E-5639-FDAD-81FD-EC23176F4D36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6" creationId="{1432767D-2A69-0C8B-3E5C-23CBD807B18D}"/>
          </ac:cxnSpMkLst>
        </pc:cxnChg>
        <pc:cxnChg chg="add mod">
          <ac:chgData name="이민재" userId="f97f16f7-28a5-49bd-9e05-fb3ef63d7997" providerId="ADAL" clId="{7BF803D9-3494-41B9-9213-E73D7BF54335}" dt="2023-07-26T13:06:49.321" v="14512" actId="1076"/>
          <ac:cxnSpMkLst>
            <pc:docMk/>
            <pc:sldMk cId="1784210782" sldId="824"/>
            <ac:cxnSpMk id="203" creationId="{5C1DE37D-07A8-84A3-7FD4-530AA15B889B}"/>
          </ac:cxnSpMkLst>
        </pc:cxnChg>
        <pc:cxnChg chg="add del mod">
          <ac:chgData name="이민재" userId="f97f16f7-28a5-49bd-9e05-fb3ef63d7997" providerId="ADAL" clId="{7BF803D9-3494-41B9-9213-E73D7BF54335}" dt="2023-07-26T12:54:58.633" v="14407"/>
          <ac:cxnSpMkLst>
            <pc:docMk/>
            <pc:sldMk cId="1784210782" sldId="824"/>
            <ac:cxnSpMk id="228" creationId="{E1C7F12D-9199-3304-1ECD-2FAA5524D4D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52" creationId="{4011EB9D-26E1-F490-3F62-FC1D315624FE}"/>
          </ac:cxnSpMkLst>
        </pc:cxnChg>
        <pc:cxnChg chg="add del mod">
          <ac:chgData name="이민재" userId="f97f16f7-28a5-49bd-9e05-fb3ef63d7997" providerId="ADAL" clId="{7BF803D9-3494-41B9-9213-E73D7BF54335}" dt="2023-07-26T13:06:35.215" v="14507"/>
          <ac:cxnSpMkLst>
            <pc:docMk/>
            <pc:sldMk cId="1784210782" sldId="824"/>
            <ac:cxnSpMk id="279" creationId="{F3E60BD2-0B78-2983-4994-B7B53401747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0" creationId="{632461F2-3A49-4D7C-4666-3F6348C9E35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1" creationId="{6519B95A-6EDE-5FEF-185B-CA56C63DE2F9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2" creationId="{E570814B-CCE3-1DCE-9EDB-78CC230BAFA3}"/>
          </ac:cxnSpMkLst>
        </pc:cxnChg>
        <pc:cxnChg chg="add del mod">
          <ac:chgData name="이민재" userId="f97f16f7-28a5-49bd-9e05-fb3ef63d7997" providerId="ADAL" clId="{7BF803D9-3494-41B9-9213-E73D7BF54335}" dt="2023-07-26T13:18:52.419" v="14653" actId="478"/>
          <ac:cxnSpMkLst>
            <pc:docMk/>
            <pc:sldMk cId="1784210782" sldId="824"/>
            <ac:cxnSpMk id="308" creationId="{5325D98B-BE09-C2EF-AA73-08CEC481A917}"/>
          </ac:cxnSpMkLst>
        </pc:cxnChg>
        <pc:cxnChg chg="add mod">
          <ac:chgData name="이민재" userId="f97f16f7-28a5-49bd-9e05-fb3ef63d7997" providerId="ADAL" clId="{7BF803D9-3494-41B9-9213-E73D7BF54335}" dt="2023-07-26T13:21:39.565" v="14745" actId="1037"/>
          <ac:cxnSpMkLst>
            <pc:docMk/>
            <pc:sldMk cId="1784210782" sldId="824"/>
            <ac:cxnSpMk id="310" creationId="{6A034F20-857B-06C3-C9F0-0D55DAD9318B}"/>
          </ac:cxnSpMkLst>
        </pc:cxnChg>
        <pc:cxnChg chg="add mod">
          <ac:chgData name="이민재" userId="f97f16f7-28a5-49bd-9e05-fb3ef63d7997" providerId="ADAL" clId="{7BF803D9-3494-41B9-9213-E73D7BF54335}" dt="2023-07-26T13:21:49.409" v="14769" actId="1035"/>
          <ac:cxnSpMkLst>
            <pc:docMk/>
            <pc:sldMk cId="1784210782" sldId="824"/>
            <ac:cxnSpMk id="312" creationId="{D1D4C4E9-D500-86F1-4441-4307845C8D29}"/>
          </ac:cxnSpMkLst>
        </pc:cxnChg>
        <pc:cxnChg chg="add mod">
          <ac:chgData name="이민재" userId="f97f16f7-28a5-49bd-9e05-fb3ef63d7997" providerId="ADAL" clId="{7BF803D9-3494-41B9-9213-E73D7BF54335}" dt="2023-07-26T13:21:57.713" v="14771" actId="1038"/>
          <ac:cxnSpMkLst>
            <pc:docMk/>
            <pc:sldMk cId="1784210782" sldId="824"/>
            <ac:cxnSpMk id="313" creationId="{462F3AB9-589D-4169-3855-684E78E3A7D5}"/>
          </ac:cxnSpMkLst>
        </pc:cxnChg>
        <pc:cxnChg chg="add del mod">
          <ac:chgData name="이민재" userId="f97f16f7-28a5-49bd-9e05-fb3ef63d7997" providerId="ADAL" clId="{7BF803D9-3494-41B9-9213-E73D7BF54335}" dt="2023-07-26T13:21:33.855" v="14729" actId="478"/>
          <ac:cxnSpMkLst>
            <pc:docMk/>
            <pc:sldMk cId="1784210782" sldId="824"/>
            <ac:cxnSpMk id="314" creationId="{FCBA41EB-3F29-6206-BDEA-99B32D269C61}"/>
          </ac:cxnSpMkLst>
        </pc:cxnChg>
        <pc:cxnChg chg="add mod">
          <ac:chgData name="이민재" userId="f97f16f7-28a5-49bd-9e05-fb3ef63d7997" providerId="ADAL" clId="{7BF803D9-3494-41B9-9213-E73D7BF54335}" dt="2023-07-26T13:21:02.107" v="14713" actId="14100"/>
          <ac:cxnSpMkLst>
            <pc:docMk/>
            <pc:sldMk cId="1784210782" sldId="824"/>
            <ac:cxnSpMk id="315" creationId="{82ABEDE8-4B7B-81F2-76A5-F512BEAEF4DE}"/>
          </ac:cxnSpMkLst>
        </pc:cxnChg>
        <pc:cxnChg chg="add mod">
          <ac:chgData name="이민재" userId="f97f16f7-28a5-49bd-9e05-fb3ef63d7997" providerId="ADAL" clId="{7BF803D9-3494-41B9-9213-E73D7BF54335}" dt="2023-07-26T13:21:17.150" v="14719" actId="1037"/>
          <ac:cxnSpMkLst>
            <pc:docMk/>
            <pc:sldMk cId="1784210782" sldId="824"/>
            <ac:cxnSpMk id="317" creationId="{AA5181F3-2355-E993-FCBD-4CF306D132AC}"/>
          </ac:cxnSpMkLst>
        </pc:cxnChg>
        <pc:cxnChg chg="add mod">
          <ac:chgData name="이민재" userId="f97f16f7-28a5-49bd-9e05-fb3ef63d7997" providerId="ADAL" clId="{7BF803D9-3494-41B9-9213-E73D7BF54335}" dt="2023-07-26T13:21:24.529" v="14728" actId="1038"/>
          <ac:cxnSpMkLst>
            <pc:docMk/>
            <pc:sldMk cId="1784210782" sldId="824"/>
            <ac:cxnSpMk id="318" creationId="{B1C334A6-FE5D-C7BC-E225-8A9000ACF39D}"/>
          </ac:cxnSpMkLst>
        </pc:cxnChg>
        <pc:cxnChg chg="add del mod">
          <ac:chgData name="이민재" userId="f97f16f7-28a5-49bd-9e05-fb3ef63d7997" providerId="ADAL" clId="{7BF803D9-3494-41B9-9213-E73D7BF54335}" dt="2023-07-26T13:22:43.024" v="14791" actId="478"/>
          <ac:cxnSpMkLst>
            <pc:docMk/>
            <pc:sldMk cId="1784210782" sldId="824"/>
            <ac:cxnSpMk id="319" creationId="{21A8D33C-6AAB-0326-DB98-52DA502DCCE3}"/>
          </ac:cxnSpMkLst>
        </pc:cxnChg>
        <pc:cxnChg chg="add mod">
          <ac:chgData name="이민재" userId="f97f16f7-28a5-49bd-9e05-fb3ef63d7997" providerId="ADAL" clId="{7BF803D9-3494-41B9-9213-E73D7BF54335}" dt="2023-07-26T13:23:13.987" v="14805" actId="1036"/>
          <ac:cxnSpMkLst>
            <pc:docMk/>
            <pc:sldMk cId="1784210782" sldId="824"/>
            <ac:cxnSpMk id="321" creationId="{201C9D4F-C904-7F18-F143-2D405F595921}"/>
          </ac:cxnSpMkLst>
        </pc:cxnChg>
        <pc:cxnChg chg="add mod">
          <ac:chgData name="이민재" userId="f97f16f7-28a5-49bd-9e05-fb3ef63d7997" providerId="ADAL" clId="{7BF803D9-3494-41B9-9213-E73D7BF54335}" dt="2023-07-26T13:23:21.645" v="14810" actId="1036"/>
          <ac:cxnSpMkLst>
            <pc:docMk/>
            <pc:sldMk cId="1784210782" sldId="824"/>
            <ac:cxnSpMk id="323" creationId="{C0CC0DED-F028-0465-AD87-1972C8E1CFF1}"/>
          </ac:cxnSpMkLst>
        </pc:cxnChg>
        <pc:cxnChg chg="add mod">
          <ac:chgData name="이민재" userId="f97f16f7-28a5-49bd-9e05-fb3ef63d7997" providerId="ADAL" clId="{7BF803D9-3494-41B9-9213-E73D7BF54335}" dt="2023-07-26T13:23:34.542" v="14816" actId="1036"/>
          <ac:cxnSpMkLst>
            <pc:docMk/>
            <pc:sldMk cId="1784210782" sldId="824"/>
            <ac:cxnSpMk id="324" creationId="{9134EF58-6434-55E6-E295-700CDF138523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5" creationId="{016375A0-E004-0135-6A6C-7DD71F015742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6" creationId="{BD2C8846-B5E9-E907-2D43-C1901B2163E5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7" creationId="{5111D457-EB9D-0375-7918-472D5789F1EA}"/>
          </ac:cxnSpMkLst>
        </pc:cxnChg>
        <pc:cxnChg chg="add mod">
          <ac:chgData name="이민재" userId="f97f16f7-28a5-49bd-9e05-fb3ef63d7997" providerId="ADAL" clId="{7BF803D9-3494-41B9-9213-E73D7BF54335}" dt="2023-07-26T13:24:34.781" v="14859" actId="1036"/>
          <ac:cxnSpMkLst>
            <pc:docMk/>
            <pc:sldMk cId="1784210782" sldId="824"/>
            <ac:cxnSpMk id="328" creationId="{70D1FEED-D892-73D8-464D-B52AAA87F07E}"/>
          </ac:cxnSpMkLst>
        </pc:cxnChg>
        <pc:cxnChg chg="add mod">
          <ac:chgData name="이민재" userId="f97f16f7-28a5-49bd-9e05-fb3ef63d7997" providerId="ADAL" clId="{7BF803D9-3494-41B9-9213-E73D7BF54335}" dt="2023-07-26T13:24:41.396" v="14861" actId="1076"/>
          <ac:cxnSpMkLst>
            <pc:docMk/>
            <pc:sldMk cId="1784210782" sldId="824"/>
            <ac:cxnSpMk id="329" creationId="{B9FE62D3-447B-AE78-7E83-A92C83D8933A}"/>
          </ac:cxnSpMkLst>
        </pc:cxnChg>
        <pc:cxnChg chg="add mod">
          <ac:chgData name="이민재" userId="f97f16f7-28a5-49bd-9e05-fb3ef63d7997" providerId="ADAL" clId="{7BF803D9-3494-41B9-9213-E73D7BF54335}" dt="2023-07-26T13:24:46.803" v="14863" actId="1076"/>
          <ac:cxnSpMkLst>
            <pc:docMk/>
            <pc:sldMk cId="1784210782" sldId="824"/>
            <ac:cxnSpMk id="330" creationId="{19128AB9-B265-84CB-2132-9441FD51D342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1" creationId="{9C356393-C239-1523-3669-B2E1617B4A98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2" creationId="{F9208FAB-F587-98EC-683A-9584E8D20B82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3" creationId="{DCD58E65-4135-54A2-EA31-3083178F24FA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88" creationId="{65B9C132-D223-3064-8A95-D36583523B8F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89" creationId="{681D7048-1181-841B-2B08-0655F302B06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0" creationId="{110D8C6D-F89B-0737-EA6A-51E6E5D88A9B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1" creationId="{D0F3F762-48D9-3F7B-2088-29668C90E4EA}"/>
          </ac:cxnSpMkLst>
        </pc:cxnChg>
        <pc:cxnChg chg="add del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2" creationId="{7BD36AEF-8F38-3CE3-F639-70158B895190}"/>
          </ac:cxnSpMkLst>
        </pc:cxnChg>
        <pc:cxnChg chg="add del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3" creationId="{ABC23725-9B1C-F7F8-4266-9349A3AF6520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2" creationId="{E762DEF4-66A6-1228-205B-DB69CF4E333B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3" creationId="{23E2A750-4ED3-B445-E78F-F1CEC0369409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4" creationId="{DCBB32D9-8520-1246-0C32-0842FDCFD836}"/>
          </ac:cxnSpMkLst>
        </pc:cxnChg>
        <pc:cxnChg chg="add del mod">
          <ac:chgData name="이민재" userId="f97f16f7-28a5-49bd-9e05-fb3ef63d7997" providerId="ADAL" clId="{7BF803D9-3494-41B9-9213-E73D7BF54335}" dt="2023-07-26T14:20:38.937" v="15716" actId="478"/>
          <ac:cxnSpMkLst>
            <pc:docMk/>
            <pc:sldMk cId="1784210782" sldId="824"/>
            <ac:cxnSpMk id="426" creationId="{A683DA11-FAE4-C9A6-161E-5DAED57C7C42}"/>
          </ac:cxnSpMkLst>
        </pc:cxnChg>
        <pc:cxnChg chg="add del mod">
          <ac:chgData name="이민재" userId="f97f16f7-28a5-49bd-9e05-fb3ef63d7997" providerId="ADAL" clId="{7BF803D9-3494-41B9-9213-E73D7BF54335}" dt="2023-07-26T14:20:38.937" v="15716" actId="478"/>
          <ac:cxnSpMkLst>
            <pc:docMk/>
            <pc:sldMk cId="1784210782" sldId="824"/>
            <ac:cxnSpMk id="427" creationId="{6D0C7236-08B8-AC4D-3BDE-1EEF43675BF5}"/>
          </ac:cxnSpMkLst>
        </pc:cxnChg>
        <pc:cxnChg chg="add del mod">
          <ac:chgData name="이민재" userId="f97f16f7-28a5-49bd-9e05-fb3ef63d7997" providerId="ADAL" clId="{7BF803D9-3494-41B9-9213-E73D7BF54335}" dt="2023-07-26T14:20:39.613" v="15717" actId="478"/>
          <ac:cxnSpMkLst>
            <pc:docMk/>
            <pc:sldMk cId="1784210782" sldId="824"/>
            <ac:cxnSpMk id="428" creationId="{6BAF7CE4-C446-99CC-FA8A-FFA004CE4BDD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29" creationId="{84D843B3-A9F0-DE3A-006D-3739C27590C6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30" creationId="{3A9D911F-47A9-8928-1EDB-41CAFB3A47A5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31" creationId="{358C8B70-120D-04CE-1A9A-9DDE3BBD88B0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2" creationId="{DC068C2D-E0D1-196F-DE50-A5B1E1EA7710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3" creationId="{20348BAB-2692-7915-1DED-A06E8767AEB2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4" creationId="{9DECB4AA-42DE-EDE9-FEF2-D3858B4DBF60}"/>
          </ac:cxnSpMkLst>
        </pc:cxnChg>
        <pc:cxnChg chg="add del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5" creationId="{577D66B0-5D66-D3E2-0B4C-A911CF51966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6" creationId="{35AB47A2-789E-1A54-F96D-82BD989446F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7" creationId="{927DCBEE-8E53-7737-089F-17E5C673F15D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8" creationId="{ED8ADC15-869F-377B-6284-D86B654DCB9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9" creationId="{0BABEA88-A7BC-C82C-AD7F-FC8D6E2D87A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40" creationId="{D11221D7-283E-27A1-0195-6BF4DECE7B65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1" creationId="{87F34758-4805-F7DF-9E1B-6C81363C6E6A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2" creationId="{6E32BA58-F43E-B4EE-E13E-E31C467B44DC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3" creationId="{14DEEB9D-F22A-19BA-B6CE-3DE5BD0E3CE3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4" creationId="{5F23FDE7-8859-D722-704B-0E057285DE65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5" creationId="{73A78DEE-0EE2-9C8C-6A13-6D88779EE631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6" creationId="{7C90A98E-B3EB-A887-6246-7B8DCB0636C8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2" creationId="{86CA350D-542E-D4B1-AE9E-860980F621E5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3" creationId="{2A6A4D8B-3AD6-9425-F92B-25D41F36917E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4" creationId="{EFE9D775-9B92-93AE-F9B8-68C5D8A2BA43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5" creationId="{5C542BB2-3E14-3500-9EC8-C57554425B65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6" creationId="{325CA68B-3A22-D1F8-6263-653BE1C929F1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7" creationId="{50BCA56A-16F9-08A1-FABC-57A82BEA46FE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0" creationId="{6008ED87-EE6E-105F-A187-9FADD5FC101C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1" creationId="{98BA2AC7-43A9-749D-CFD6-67D5368EB389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2" creationId="{6718898A-9455-CBB7-9AC2-4AA518DED7F4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3" creationId="{EFFADE1C-8D1C-2D79-AC5F-939DF8E2BB48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4" creationId="{69536C1F-92E4-E175-9E77-03861DBE0E91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5" creationId="{115AE8BD-C8C1-1345-E789-6511A3021E79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68" creationId="{D8E6FAFF-9533-CA9B-0425-A093A80B98EA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69" creationId="{5388DFA6-75A9-0A24-31C0-71870B3EB3D6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0" creationId="{CAA3A543-CA6F-7DA3-E4C4-E0DD6A39EDE5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1" creationId="{DACAAF3C-5E39-5695-74E0-8154666D691F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2" creationId="{AF941987-3D2B-D349-80DD-694E1609F69D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3" creationId="{C7034CCA-6CE5-6877-CFA5-525CF896917A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4" creationId="{B12ADF44-B405-A969-BB36-DE4FB15F2D59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5" creationId="{86AEBAC6-64DD-E259-BB28-E2A474F826C1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6" creationId="{A4018257-9F24-22B3-CE7C-4EC476042923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7" creationId="{3A12F444-9C95-17D8-ED14-A82418891647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8" creationId="{B82B8159-5301-8EAC-264F-40B3553B07FC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9" creationId="{134FA211-72F7-7FC0-82A0-F2E2DB0932A7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0" creationId="{F247CC14-2FA2-23DA-79E4-14AFEC5051EB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1" creationId="{90DBD643-9D19-15F8-2639-974A68B9563F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2" creationId="{F292DE1B-7F38-C433-FE89-3F2A615E82DF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3" creationId="{25134EA0-B7EE-DB8C-8778-679ECB06810D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4" creationId="{56D523BA-3B5E-3E7D-85E2-C22E0B3F92C7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5" creationId="{1AF4596F-3CF0-9911-D318-6A62C2CE6EFB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88" creationId="{E5EDECEC-7C44-271E-BC3A-AB52FB52BA98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89" creationId="{A0E73C93-4905-875D-EEAF-148278B99F66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0" creationId="{6DF7C670-F48E-5471-B9AD-3BF86952956A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1" creationId="{295DB185-D2FB-FE60-45FA-34AF695D2B0A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2" creationId="{9FCDECC2-1401-13AC-F324-EB8164719145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3" creationId="{D85BF91C-FD6B-8883-D5AD-93FB21F1808F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7" creationId="{BC912B95-8A53-1950-3E46-2355EEF8D388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8" creationId="{4B641A31-0CBB-AD1F-77A7-FCC5B6575A1D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9" creationId="{C7CAE934-31C7-84AE-9F4E-97573342066C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0" creationId="{3EB42080-6CEA-5517-E4B8-6F76830A47B2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1" creationId="{76F28472-523B-33BB-B1DA-49595334B22A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2" creationId="{85FBA594-011B-81AD-60BF-02523475A731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5" creationId="{EC51A74E-CF4B-C0A9-7DCA-C06AB434EA7D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6" creationId="{56DCA7E6-A45A-5B3F-1535-6A9013A3A42F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7" creationId="{8449625D-EB8F-F83D-DE93-15EEA4EB14EE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8" creationId="{2E12A753-D94A-E33F-E12E-F6A750139F88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9" creationId="{2DD7B6AF-D6E1-3E0D-100E-A5193898409C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10" creationId="{AFE5FFEF-E17F-C610-2631-9F97579C0145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3" creationId="{F782BCEC-D120-58C3-2639-AB47218BD522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4" creationId="{9304CD5B-ED50-F89C-14B4-8416D09AF257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5" creationId="{98DAF190-C27F-72DF-342C-B8FA12EA7F90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6" creationId="{234C8675-B19F-B92F-6F2E-8CB892EC2C7E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7" creationId="{6D59659F-664F-015D-673F-EBBD206C464A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8" creationId="{0B169804-BB04-EC5A-62F5-06C5D0D348B5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7T13:16:53.601" v="21364" actId="20577"/>
        <pc:sldMkLst>
          <pc:docMk/>
          <pc:sldMk cId="2693545210" sldId="825"/>
        </pc:sldMkLst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" creationId="{781D446B-8AD3-97A3-4DE8-F811670EFB86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" creationId="{079EA28B-ADA8-36A5-5447-86EA6EE233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7" creationId="{E9E5CE7D-8FF2-D30A-DF25-453B9E433E9C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0" creationId="{84523ACC-C03D-C7CD-1E5A-80C3FA7A4D70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2" creationId="{3758007B-FB36-C46C-B9B7-7CCC36FDCD35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" creationId="{B7C86F83-4389-00DD-0E5C-4A7C1323287D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4" creationId="{DD6E1B6C-F7C6-EC94-5701-7F91292796C0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5" creationId="{788E18B3-B247-7FC0-F008-19010243BD34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6" creationId="{8E37B7C3-E7E8-2511-8440-1D327003580D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7" creationId="{433E8543-4051-8F9C-4126-AC2781CDE53B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8" creationId="{EC62F27B-3F1C-E8F2-2D1B-5F64F057150C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9" creationId="{DC9765C2-682E-3591-BD95-2D58D9EDFA4C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0" creationId="{04504F26-BAD3-3ABE-F1A1-470492A66DF6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1" creationId="{DA0DD9E4-F99B-7D44-EFF7-0A68EB126079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2" creationId="{E8C22B91-B314-A19E-DD62-FED13725472F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3" creationId="{687B1239-FD09-C354-23B5-11F317F18DAD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4" creationId="{BA4F8B02-B4C9-4E35-B973-257277FB4562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5" creationId="{50854C8C-9F1E-297E-0E27-7D353A8C34E3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6" creationId="{006C2DE8-3F79-456C-1740-AC5D368A4C56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7" creationId="{0BE4991B-3E4C-EF88-A67F-F5352266594C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8" creationId="{819C79C2-1603-7726-BB39-B487D62564C3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9" creationId="{0B8A34BB-633C-95DF-961B-4C287E945119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30" creationId="{26F5BB9F-AF2F-E26D-AA49-7CC9E27C1F4E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31" creationId="{B27A6541-15B5-F27B-CEDB-AB2E03C6558C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32" creationId="{0C8F4E6A-0A93-8768-ACDB-A6F44638A123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36" creationId="{DBFD1E76-9C3B-3ECF-6E2F-7FB41867FFCB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" creationId="{3D164319-338D-89DE-66EC-A52DDE59DC6F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7" creationId="{874B071A-DA68-157F-F8E5-0AD4215FD6D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8" creationId="{A90ED294-41F4-D34B-2650-F535C7D4B56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9" creationId="{80B2AA0F-E0C7-7352-B680-B621B6BACBAC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0" creationId="{6C19E2F2-B1F0-D41E-1385-7F2970CFE01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1" creationId="{CC9FAF9C-1A82-D7E2-F4CA-32B09D8DD14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2" creationId="{2A19ADB2-7980-2EB5-CD4A-5E59469D1013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3" creationId="{4AF75AAE-EE5E-F55D-1EA8-953FC34124E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4" creationId="{3FC0B17E-1C65-B214-32FF-0D99167365D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5" creationId="{5E801B6D-A0D9-F771-71F3-78E25C5A6AE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6" creationId="{F77D5F8C-8135-9B88-CA0F-72874696ED2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7" creationId="{0A42C2EE-B1BA-59A4-DDB6-C4A209AC899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8" creationId="{325AAE55-A19E-661E-50C0-1C5DA5151E9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9" creationId="{863ED4A3-0E3E-BD80-8762-A523E6021B4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0" creationId="{8BDBE049-F09C-6601-DAB5-36AD966F419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1" creationId="{2DBFC68F-165C-1CB0-505B-A5C37ADEAB9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2" creationId="{813DCD4E-0AE4-0675-016D-8B013A4B640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3" creationId="{2DA06651-08CC-FED1-CFAA-615961CA9A9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4" creationId="{54822C30-BE40-D01B-85CB-CC112C8C8083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5" creationId="{72A3F551-8BF2-2A1D-CCA4-3F94AEFAEBA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6" creationId="{A89F7F1F-C222-2374-347C-4AB579E4FC2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7" creationId="{B861D671-C17F-1E96-2A0F-18A484D8E8B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8" creationId="{8A33C2B1-962E-F66A-7B7D-A79B371062A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9" creationId="{3F9030F3-8E6D-DE12-A63E-E18FE55BA43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0" creationId="{C1557329-F1F3-22CC-6D01-D7371C30745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1" creationId="{1B3DF27A-2F2E-7E61-149D-E3ACC0F9B45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2" creationId="{81AA9618-9A96-4649-6C4A-94054BE2CC9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3" creationId="{7766741E-F9DE-73DE-1D8C-837B4C5B8FC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4" creationId="{C8F5788B-4F19-4EDC-6089-415E1103C99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5" creationId="{9E1394A5-F659-9B61-5841-A04CF20EB458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6" creationId="{D6F3EE16-3334-2EB9-AAD5-7A1E84D145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7" creationId="{3A75F1DE-F382-E3E1-67EB-135F3DB6BDC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8" creationId="{B7F9AEA1-C035-3A3F-83C2-1B14B0D95B9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9" creationId="{F8245C96-136F-D997-DD3B-E6E265146EB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0" creationId="{793A21D3-14D1-6FE6-9725-5D889971CC1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1" creationId="{960C02BE-44A5-847A-AC8E-4C2E2B25E6D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2" creationId="{24B36726-1935-0981-6C36-85CFA820E7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3" creationId="{BECC3AFD-B787-F5C1-6C3A-1B31B980CD6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4" creationId="{30E4D904-1911-B73F-C65F-F185FDBF99A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5" creationId="{7998BFEA-5A17-CE3B-84DA-57AA6739219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6" creationId="{0719541D-A865-410C-E054-BBA19BAEEC5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7" creationId="{DFE184C0-5F12-2B46-5AC0-3898A94BFFF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8" creationId="{36F6A374-ECAA-1077-F69A-E87446D72D9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9" creationId="{89BB9A1E-1993-89DF-BEB0-7CCE213FC85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0" creationId="{D434332A-4748-9D52-2CF8-D0FD3CE05E8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1" creationId="{2AA08E19-815A-F3BF-4620-958B957FB5E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2" creationId="{E762F859-0B70-9305-C07B-AE5CD2CC09C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3" creationId="{E4BB435D-6616-7C81-7D3E-331EA824D30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4" creationId="{DFA7642B-3B56-136E-E481-23E709FFE37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5" creationId="{3B828E67-63BE-6306-59D5-7E1092E159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6" creationId="{E066E979-F0AD-1B3A-35CE-107A7664B46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7" creationId="{DDA1DFDE-DA84-DD4F-2F98-FBFAEB0CAF2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8" creationId="{D8BD3714-EA58-CCBA-5D53-59897874863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09" creationId="{AF95D85D-00D2-1B4D-E438-23E9D468D3D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0" creationId="{04755576-E79A-611E-1FBA-A6167843ABF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1" creationId="{7C45427A-FE9C-7B2F-EB1D-C01AEB0F5624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2" creationId="{8DA49FD6-7D31-4E02-3D35-CDE6C95C6DE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3" creationId="{52BEA290-BB55-0A61-9297-DDB1EC7C4B0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4" creationId="{1259847F-FB16-4F8E-B181-12C60E63608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5" creationId="{85FB1858-20BC-949E-8370-EE867D1411E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6" creationId="{3DABDDF4-2738-C840-EABA-53EA26A5A4A7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7" creationId="{A11D0503-F564-4FA8-235D-98CA4F630AF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8" creationId="{C96CB086-40C0-1945-7247-F9E6AE5F164A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9" creationId="{F4377C1A-FE21-2146-6185-2E2CB899F680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0" creationId="{F1F34E60-26CE-6F08-B6A4-E5D4D56D07E6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5" creationId="{06B17F22-76B7-9DD3-E9CC-3A6821B0BB54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6" creationId="{1DEE0E0A-B6D1-3E80-F0BE-D467BE66D3D8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7" creationId="{D85BA108-0E28-B011-D2F2-6BC024B8EADC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2" creationId="{BEE2D97E-B8EB-44B7-D775-B4CCC5413EC4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3" creationId="{9EB1D511-BE3D-3B25-DCCE-5B65045A13A0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4" creationId="{797AE2FA-2A18-2183-DB99-E6DBD90EB125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5" creationId="{394AA58A-8F51-EC41-54BD-A941602B729D}"/>
          </ac:spMkLst>
        </pc:spChg>
        <pc:spChg chg="add mod">
          <ac:chgData name="이민재" userId="f97f16f7-28a5-49bd-9e05-fb3ef63d7997" providerId="ADAL" clId="{7BF803D9-3494-41B9-9213-E73D7BF54335}" dt="2023-07-27T05:36:51.970" v="18696" actId="1037"/>
          <ac:spMkLst>
            <pc:docMk/>
            <pc:sldMk cId="2693545210" sldId="825"/>
            <ac:spMk id="136" creationId="{9DC50816-B760-9DC8-79EA-34D2D2707A75}"/>
          </ac:spMkLst>
        </pc:spChg>
        <pc:spChg chg="add mod">
          <ac:chgData name="이민재" userId="f97f16f7-28a5-49bd-9e05-fb3ef63d7997" providerId="ADAL" clId="{7BF803D9-3494-41B9-9213-E73D7BF54335}" dt="2023-07-27T05:36:12.197" v="18674" actId="14100"/>
          <ac:spMkLst>
            <pc:docMk/>
            <pc:sldMk cId="2693545210" sldId="825"/>
            <ac:spMk id="138" creationId="{1E74C9E2-22B1-B45D-5AE6-5D8BF00B77AA}"/>
          </ac:spMkLst>
        </pc:spChg>
        <pc:spChg chg="add del mod">
          <ac:chgData name="이민재" userId="f97f16f7-28a5-49bd-9e05-fb3ef63d7997" providerId="ADAL" clId="{7BF803D9-3494-41B9-9213-E73D7BF54335}" dt="2023-07-27T05:35:34.830" v="18658" actId="478"/>
          <ac:spMkLst>
            <pc:docMk/>
            <pc:sldMk cId="2693545210" sldId="825"/>
            <ac:spMk id="139" creationId="{19C38132-F6F3-6EB7-975A-4594B500A154}"/>
          </ac:spMkLst>
        </pc:spChg>
        <pc:spChg chg="add mod">
          <ac:chgData name="이민재" userId="f97f16f7-28a5-49bd-9e05-fb3ef63d7997" providerId="ADAL" clId="{7BF803D9-3494-41B9-9213-E73D7BF54335}" dt="2023-07-27T05:36:02.265" v="18671" actId="1076"/>
          <ac:spMkLst>
            <pc:docMk/>
            <pc:sldMk cId="2693545210" sldId="825"/>
            <ac:spMk id="140" creationId="{044C49CC-2323-8503-24CC-3F866E32A288}"/>
          </ac:spMkLst>
        </pc:spChg>
        <pc:spChg chg="add mod">
          <ac:chgData name="이민재" userId="f97f16f7-28a5-49bd-9e05-fb3ef63d7997" providerId="ADAL" clId="{7BF803D9-3494-41B9-9213-E73D7BF54335}" dt="2023-07-27T05:35:57.422" v="18669" actId="1035"/>
          <ac:spMkLst>
            <pc:docMk/>
            <pc:sldMk cId="2693545210" sldId="825"/>
            <ac:spMk id="160" creationId="{23506F5F-9B60-5B01-A111-10384D1ACB9E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0" creationId="{A6546ED1-B3E0-1AA6-5FAD-0FF7E9E3590A}"/>
          </ac:spMkLst>
        </pc:spChg>
        <pc:spChg chg="add mod">
          <ac:chgData name="이민재" userId="f97f16f7-28a5-49bd-9e05-fb3ef63d7997" providerId="ADAL" clId="{7BF803D9-3494-41B9-9213-E73D7BF54335}" dt="2023-07-27T05:36:26.819" v="18685" actId="20577"/>
          <ac:spMkLst>
            <pc:docMk/>
            <pc:sldMk cId="2693545210" sldId="825"/>
            <ac:spMk id="161" creationId="{5066359C-43F5-FC0C-B469-4C84AF318EB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1" creationId="{66CEFF58-5F6A-C5F5-5ADD-6D7802A3B7A6}"/>
          </ac:spMkLst>
        </pc:spChg>
        <pc:spChg chg="add del mod">
          <ac:chgData name="이민재" userId="f97f16f7-28a5-49bd-9e05-fb3ef63d7997" providerId="ADAL" clId="{7BF803D9-3494-41B9-9213-E73D7BF54335}" dt="2023-07-27T05:36:37.759" v="18688" actId="478"/>
          <ac:spMkLst>
            <pc:docMk/>
            <pc:sldMk cId="2693545210" sldId="825"/>
            <ac:spMk id="163" creationId="{436F5D95-0FEB-5559-7710-BD1452604E88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3" creationId="{439940DA-6D75-8DD4-2C58-E53A20A922F2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4" creationId="{3CED402A-61EC-503A-B67B-E7B2138C4109}"/>
          </ac:spMkLst>
        </pc:spChg>
        <pc:spChg chg="add mod">
          <ac:chgData name="이민재" userId="f97f16f7-28a5-49bd-9e05-fb3ef63d7997" providerId="ADAL" clId="{7BF803D9-3494-41B9-9213-E73D7BF54335}" dt="2023-07-27T05:36:55.539" v="18698" actId="1076"/>
          <ac:spMkLst>
            <pc:docMk/>
            <pc:sldMk cId="2693545210" sldId="825"/>
            <ac:spMk id="164" creationId="{A3D09B7F-83F7-9B9B-3DA5-9DB6B3DACCE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5" creationId="{B13B56D4-2EA5-93FD-DD39-7745FA10C547}"/>
          </ac:spMkLst>
        </pc:spChg>
        <pc:spChg chg="add mod">
          <ac:chgData name="이민재" userId="f97f16f7-28a5-49bd-9e05-fb3ef63d7997" providerId="ADAL" clId="{7BF803D9-3494-41B9-9213-E73D7BF54335}" dt="2023-07-27T05:37:02.331" v="18701" actId="1038"/>
          <ac:spMkLst>
            <pc:docMk/>
            <pc:sldMk cId="2693545210" sldId="825"/>
            <ac:spMk id="165" creationId="{FAC1C26B-F87F-23BF-E075-B5014BC18952}"/>
          </ac:spMkLst>
        </pc:spChg>
        <pc:spChg chg="add mod">
          <ac:chgData name="이민재" userId="f97f16f7-28a5-49bd-9e05-fb3ef63d7997" providerId="ADAL" clId="{7BF803D9-3494-41B9-9213-E73D7BF54335}" dt="2023-07-27T05:38:18.356" v="18729" actId="1076"/>
          <ac:spMkLst>
            <pc:docMk/>
            <pc:sldMk cId="2693545210" sldId="825"/>
            <ac:spMk id="167" creationId="{10E8E20C-D76D-DE82-2F5D-0C7593887F91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7" creationId="{53E40BD4-1E8A-2165-4EED-22C4C045EE19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3" creationId="{94A895E7-129F-6307-9661-3FF07C515D38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4" creationId="{9D73904F-DF9D-C6D6-1EAF-7F607F331293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5" creationId="{9DAA0A73-B6EC-FDA2-8DD1-DB03703E7FCE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6" creationId="{4CA237AB-9CDF-BCFE-C819-8992D89C509C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7" creationId="{816AB1B6-48F0-E73B-7A61-F6F8AC7A4502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8" creationId="{D0A149DC-A8EE-A7CF-F1E1-D506132E57D1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9" creationId="{2719D59E-6981-EC02-52FD-3FE1EF37590D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80" creationId="{6A9F7DB1-B6CF-A2EB-ED2A-E98A250B59E8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81" creationId="{37E9397E-0530-657F-2B4E-B3ABBBE3123F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7" creationId="{B89F5B19-2ED8-BDBF-DA6F-386265B60EE7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8" creationId="{9C9C7862-37FF-AC09-31B6-4976BFFC44C3}"/>
          </ac:spMkLst>
        </pc:spChg>
        <pc:spChg chg="add mod">
          <ac:chgData name="이민재" userId="f97f16f7-28a5-49bd-9e05-fb3ef63d7997" providerId="ADAL" clId="{7BF803D9-3494-41B9-9213-E73D7BF54335}" dt="2023-07-27T12:30:05.803" v="20604" actId="14100"/>
          <ac:spMkLst>
            <pc:docMk/>
            <pc:sldMk cId="2693545210" sldId="825"/>
            <ac:spMk id="188" creationId="{C2C2A49A-1F7D-E8CD-7386-1857E316D28A}"/>
          </ac:spMkLst>
        </pc:spChg>
        <pc:spChg chg="add mod">
          <ac:chgData name="이민재" userId="f97f16f7-28a5-49bd-9e05-fb3ef63d7997" providerId="ADAL" clId="{7BF803D9-3494-41B9-9213-E73D7BF54335}" dt="2023-07-27T12:30:45.761" v="20646" actId="1076"/>
          <ac:spMkLst>
            <pc:docMk/>
            <pc:sldMk cId="2693545210" sldId="825"/>
            <ac:spMk id="189" creationId="{56B65B24-A234-7CB8-BCAF-09E46A674E1C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9" creationId="{5D93D015-E4E6-A0B3-B98C-9F4D23472F7E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0" creationId="{3545AD7B-19AA-44FD-F4AC-686443272FC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1" creationId="{FAA72D99-01DE-A248-3C32-585D53920B43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2" creationId="{DF8C51F0-6E57-28C9-904D-206CD42CFD8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3" creationId="{3E0064C4-F97E-1305-D39B-0FFC61EC5511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4" creationId="{E36203BE-16A8-CF7D-F2E6-E47D6B98D0C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5" creationId="{E8628F68-510B-F07B-78C8-8D2D693A3A4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6" creationId="{E3832CC7-084D-DAFC-1D68-F3D13D8D8714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7" creationId="{54641DF4-6A6A-63A8-F0A3-285479214A24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8" creationId="{E0E24EB5-117A-6A40-9447-B9FA9EE33D27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9" creationId="{B1F01A97-022C-FAD5-2439-1A61296A610D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0" creationId="{438A99CB-8FA6-B159-280A-C05EC30AB37F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0" creationId="{B7C7A322-D2FA-8F5D-FCF1-465E855BA7C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1" creationId="{0D825F0A-8D83-32B7-56FE-174A8DAFF05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1" creationId="{4487428D-545D-9BEF-AAC2-DC9C25CAAEEA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2" creationId="{44960A3C-66A8-8D9D-D867-7D007433373B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2" creationId="{71C51D44-CD23-7721-4ECE-86CA8BAD88A4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10" creationId="{5C838D2A-6AC5-E758-8E1F-30F8082E113F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1" creationId="{B4B93F0F-5C96-088F-EBEE-7E5D0B3CB4F9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2" creationId="{1A0E7C69-64E0-2892-2FF8-52005E66C0BE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3" creationId="{5FD58A16-889F-818C-2514-9C1C1E15702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4" creationId="{5C148B10-21BC-955B-3D06-89C244D9A49A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5" creationId="{4E818F65-3DC1-E461-69A6-8058FC909FB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6" creationId="{ADB10B00-4C2A-DBE8-7086-827A69B84F88}"/>
          </ac:spMkLst>
        </pc:spChg>
        <pc:spChg chg="add mod">
          <ac:chgData name="이민재" userId="f97f16f7-28a5-49bd-9e05-fb3ef63d7997" providerId="ADAL" clId="{7BF803D9-3494-41B9-9213-E73D7BF54335}" dt="2023-07-27T13:16:53.601" v="21364" actId="20577"/>
          <ac:spMkLst>
            <pc:docMk/>
            <pc:sldMk cId="2693545210" sldId="825"/>
            <ac:spMk id="226" creationId="{CE3374F6-7DB0-B372-1D5F-686E2AAA370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29" creationId="{53DDF1E9-55CA-ECA4-D056-A86480E0D7E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30" creationId="{7BE02E47-25A9-2D0A-FF1A-F73F66A4CF72}"/>
          </ac:spMkLst>
        </pc:spChg>
        <pc:spChg chg="mod">
          <ac:chgData name="이민재" userId="f97f16f7-28a5-49bd-9e05-fb3ef63d7997" providerId="ADAL" clId="{7BF803D9-3494-41B9-9213-E73D7BF54335}" dt="2023-07-26T15:28:45.968" v="17457" actId="164"/>
          <ac:spMkLst>
            <pc:docMk/>
            <pc:sldMk cId="2693545210" sldId="825"/>
            <ac:spMk id="231" creationId="{2C058E5C-C942-F3B8-7039-261E469B1833}"/>
          </ac:spMkLst>
        </pc:spChg>
        <pc:spChg chg="mod">
          <ac:chgData name="이민재" userId="f97f16f7-28a5-49bd-9e05-fb3ef63d7997" providerId="ADAL" clId="{7BF803D9-3494-41B9-9213-E73D7BF54335}" dt="2023-07-26T15:29:07.544" v="17464" actId="164"/>
          <ac:spMkLst>
            <pc:docMk/>
            <pc:sldMk cId="2693545210" sldId="825"/>
            <ac:spMk id="232" creationId="{A986826B-CA4E-0848-1E70-90C6DB8EEFEC}"/>
          </ac:spMkLst>
        </pc:spChg>
        <pc:spChg chg="mod">
          <ac:chgData name="이민재" userId="f97f16f7-28a5-49bd-9e05-fb3ef63d7997" providerId="ADAL" clId="{7BF803D9-3494-41B9-9213-E73D7BF54335}" dt="2023-07-26T15:29:37.102" v="17475" actId="164"/>
          <ac:spMkLst>
            <pc:docMk/>
            <pc:sldMk cId="2693545210" sldId="825"/>
            <ac:spMk id="233" creationId="{17C855D9-3134-8AA0-1BB3-894C90E8C33A}"/>
          </ac:spMkLst>
        </pc:spChg>
        <pc:spChg chg="mod">
          <ac:chgData name="이민재" userId="f97f16f7-28a5-49bd-9e05-fb3ef63d7997" providerId="ADAL" clId="{7BF803D9-3494-41B9-9213-E73D7BF54335}" dt="2023-07-26T15:30:08.903" v="17484" actId="164"/>
          <ac:spMkLst>
            <pc:docMk/>
            <pc:sldMk cId="2693545210" sldId="825"/>
            <ac:spMk id="234" creationId="{44EB9E00-7AE4-EF22-9C7C-FFCC0A0E2B0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35" creationId="{C6BE58D3-D2A4-81BB-DB17-AB83E792606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3" creationId="{1669BC1D-7E59-27CC-614C-6ADC36B3A0A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4" creationId="{5E77C669-A4D7-0094-A870-8BD57F4B54D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5" creationId="{23B7A6FE-44EC-FD5D-F57C-C116B8E77CD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6" creationId="{577A4ACF-7713-A14D-D309-9AF88ADFE8F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3" creationId="{7084366B-7DD1-591E-9600-75A9641FF2A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4" creationId="{862CFBDF-D2AC-9F4E-19A4-76DE802FD900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5" creationId="{DDF1F286-DA02-B7B9-2340-6C8669E508F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6" creationId="{0539B199-031E-DD8E-B980-61274328313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7" creationId="{7E6BD21F-6A18-2686-416C-5DAF0ACC3D1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8" creationId="{6DD59CAF-DFD9-E923-0A15-D0BE7E581CC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9" creationId="{3BBB569A-3E16-0B08-F311-DA743D0FF37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0" creationId="{74713CE0-F909-4D2F-0F0B-1B971467702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1" creationId="{7488D161-44F8-D307-D7F5-5E00315AAE2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2" creationId="{A81D303F-BF37-1F82-F699-8D4AB348E5F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3" creationId="{36CAEEBC-C0D5-2E7B-25B8-98AD9878A0B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4" creationId="{47969C0F-6A2D-FD2A-49C0-85C11AAEE7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5" creationId="{203EEB11-BFFC-7924-CC5B-1B703B2DEB7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6" creationId="{1EB925A9-483D-DC07-2615-6FFE643C816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7" creationId="{ECD4C4D8-9881-B9D5-E18F-855D14B374C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8" creationId="{EB27C32E-24A5-A005-595E-7285C8FC9FB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9" creationId="{7F74D8D7-05DC-116E-F660-2C5A293BA07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0" creationId="{B1DF95D1-04E3-9090-DE5A-AB5AE2A0D7D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2" creationId="{F128873D-CAAA-7915-BDF7-1D5C1820689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3" creationId="{51FDDB18-BDFE-73CD-9979-806E2C5975B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35" creationId="{1DB782EF-0813-152E-C738-471842B0393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36" creationId="{AC6E0A9C-99DA-D145-27DD-649E6CE9B3CA}"/>
          </ac:spMkLst>
        </pc:spChg>
        <pc:spChg chg="del">
          <ac:chgData name="이민재" userId="f97f16f7-28a5-49bd-9e05-fb3ef63d7997" providerId="ADAL" clId="{7BF803D9-3494-41B9-9213-E73D7BF54335}" dt="2023-07-26T15:07:30.497" v="16802" actId="478"/>
          <ac:spMkLst>
            <pc:docMk/>
            <pc:sldMk cId="2693545210" sldId="825"/>
            <ac:spMk id="337" creationId="{02295216-C0CE-90F2-B423-F03F0B73474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5" creationId="{8F82C47D-2E7F-BC04-A946-33E0EECA0681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6" creationId="{F162FA70-48A0-BFE6-E3FD-69488A8CBE5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7" creationId="{61799E96-02E5-49FF-8818-7D4245A3145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8" creationId="{180FCA96-0B1B-8CB1-7131-9F71036E7BE2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9" creationId="{8DBB24D3-E81D-02C7-8C9F-DCFB2D53DE0C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2" creationId="{04552929-F36C-5F89-D8D3-8DA4FF89ABD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3" creationId="{B531ED38-C393-1D7C-5235-2770BE0475BA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4" creationId="{77D02501-CDC4-B8CC-CC54-C4E21E29F6E3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5" creationId="{18BFA8B1-2D6F-D118-E3F9-3FC8F16F05D2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6" creationId="{4BA05838-1D11-7E06-5E97-4FD747CD0083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9" creationId="{32C9AE7F-0FC4-326B-649D-26975FD0580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0" creationId="{CD3BDF14-7E4B-2B4F-9F25-70FFD680A730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1" creationId="{9BF5CF39-C8A3-1CAB-1788-70D1E409AEB8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2" creationId="{0407AFB5-BADE-BFCC-E740-6E29C9219514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3" creationId="{AFFD580C-EB30-7ACB-73A7-A72488D396DA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6" creationId="{F89659E2-A836-2155-CF9B-39DE48360B0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7" creationId="{21C3E53C-C4DD-6709-8566-24B3ABFE152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8" creationId="{D92E3D44-889B-BB89-4CE2-DA2B2FCE397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9" creationId="{8E7D45A5-7496-F4B5-3293-754CDCBFD13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0" creationId="{2DE36CC1-FBE5-78C5-C79A-FE7629B05368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3" creationId="{74E57CCF-3758-1474-3468-F3FB2754812D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4" creationId="{58E07D1C-03E0-D02E-2E6C-20CEAD65755C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5" creationId="{3F3EB813-1AFB-C6D7-6C26-1F0BBA36A307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6" creationId="{405423E7-A0C9-1F39-9537-6D8B78BC1C76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7" creationId="{C7A4485B-CA9F-27E1-E52B-151C06E8B9A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00" creationId="{46C41A67-98F9-E151-C04C-0998981B154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01" creationId="{5F8F47A4-55BE-5094-6774-02119D56E23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3" creationId="{C1C2DE67-A07B-0323-D9AD-88F89DF0F34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4" creationId="{32011D01-DC1F-0804-8B1B-F1C759F326B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5" creationId="{0520A916-5CE5-B49B-6D0C-442DE50CE29B}"/>
          </ac:spMkLst>
        </pc:spChg>
        <pc:spChg chg="del">
          <ac:chgData name="이민재" userId="f97f16f7-28a5-49bd-9e05-fb3ef63d7997" providerId="ADAL" clId="{7BF803D9-3494-41B9-9213-E73D7BF54335}" dt="2023-07-26T15:07:21.074" v="16799" actId="478"/>
          <ac:spMkLst>
            <pc:docMk/>
            <pc:sldMk cId="2693545210" sldId="825"/>
            <ac:spMk id="416" creationId="{0E5CD8EA-8F46-D176-D1A3-93522A5CB7A7}"/>
          </ac:spMkLst>
        </pc:spChg>
        <pc:spChg chg="del">
          <ac:chgData name="이민재" userId="f97f16f7-28a5-49bd-9e05-fb3ef63d7997" providerId="ADAL" clId="{7BF803D9-3494-41B9-9213-E73D7BF54335}" dt="2023-07-26T15:07:23.169" v="16800" actId="478"/>
          <ac:spMkLst>
            <pc:docMk/>
            <pc:sldMk cId="2693545210" sldId="825"/>
            <ac:spMk id="417" creationId="{486C6806-2F9E-C230-08C6-6125D874284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49" creationId="{C8E27B94-D399-99A7-A19E-C1AF334C9B73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0" creationId="{5BEE847D-55D8-3E02-2459-8307538A159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1" creationId="{AFF6D722-4CFD-0B53-C9B1-D5E38FD134C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2" creationId="{BF03B377-FD05-8D05-EAEC-F112AD8E56D6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3" creationId="{DC768044-07E0-415F-03BF-0524FFB8146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7" creationId="{F58ECF9A-56A6-9048-ABEF-B55ED5D133E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8" creationId="{0FC43D50-5846-8CD0-7BED-EDCD99BAE2F7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9" creationId="{9A51C836-1A53-E205-B65F-0D859826D40E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0" creationId="{FCA475A4-2A50-26CD-596E-4254039E9816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1" creationId="{8049969C-BB42-20BF-25C8-CDF14C64B66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2" creationId="{922C1BFE-2C9F-9241-A498-8265C45570AB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3" creationId="{47A0B0EB-1BB2-ED42-F4A3-539D62B23DE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4" creationId="{1FC6EC5C-133E-8F41-AA3D-0EC46893366A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5" creationId="{E1762950-A881-F77B-7D77-860C513B9AB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0" creationId="{5B001B7D-0050-AE67-F4AE-D23C6EEC0AC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1" creationId="{E1E40C08-D7A0-7A2F-89C5-592035BF6844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2" creationId="{C63330A5-0BF1-D6DE-8578-A90F922D0B4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19" creationId="{AA0DAF37-1F23-6BD3-EB61-083C10D6C86C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0" creationId="{3781414A-4DB4-F524-5716-8CB017152B6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1" creationId="{62F7AC9C-B698-74C5-48F8-FF02F20FA05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2" creationId="{2C73FF7D-92AD-6D5F-DD42-E246F6382E8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3" creationId="{374B3E3E-C996-34E6-C0A9-FFF1E99E8DA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4" creationId="{484D990E-79C0-0D2C-E006-8E6335A17D3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5" creationId="{C8CDB10E-8DC4-D537-1C03-0F08D9F67B0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6" creationId="{331FC0EE-145A-08F3-56BC-844721A2780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7" creationId="{84836B57-FEAE-567B-DB51-9034D563EF8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8" creationId="{6047B4CA-C2B6-7BE8-4824-A00B49E2A70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9" creationId="{29A46F59-FC04-1528-6F6C-C12CF2C67B6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30" creationId="{4B703227-5615-4724-95BE-93A7AAB8E11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6" creationId="{06E02FA1-F6B8-EDF5-7127-C623C943930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7" creationId="{65C35CCB-0F7B-3E2E-2890-3491D7221D6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8" creationId="{803C1819-CE90-86A5-AE20-77118E7EE31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9" creationId="{EFF7C785-9EFE-0F52-7E1C-46432B07E11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40" creationId="{53614AFE-9EFC-4FC2-2A44-5E9A6DCFE6AC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41" creationId="{E79E606B-3731-5D75-AB3E-CF4EFFA5830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2" creationId="{5288175F-C6D8-CEE6-D693-D2E55C82AD0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3" creationId="{397B279F-074A-2787-F651-31DE42C9283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4" creationId="{1B3EA720-9F7C-C918-868F-915C80C6D400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6" creationId="{363A64F8-3678-0E84-9AA0-8448CF4BA01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7" creationId="{7A6DB05E-5698-1501-2D1C-6EDCB9DF37CC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8" creationId="{9A813531-6DDC-AFB7-A1CD-4835F483ED1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9" creationId="{AA3448F9-AE92-B31F-14B2-6D00E1A9A37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3" creationId="{2E5B42D3-E152-0668-46BC-E9162883CD4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5" creationId="{FB371CAD-8F27-F8E8-745D-6E4A16D790D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6" creationId="{85A4877E-6930-E16C-0E55-0583E63316E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7" creationId="{6E920F8E-61E1-6E67-8F83-BBC23ED4050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8" creationId="{0BAE40AE-D577-2791-59F8-A9F7CAE23C0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9" creationId="{E4208014-BFF8-8307-1C19-EAE33434499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0" creationId="{E78B831B-7E09-200D-AFE8-4A503C19752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1" creationId="{365CEA66-7972-0A57-E587-CBE0A0A2A71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4" creationId="{C0C31952-9BFF-270B-9D50-31F568E3E32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5" creationId="{1B6AC067-2560-EAD9-AD97-84327EFC6C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6" creationId="{29DE7DDF-AA06-D9FC-C615-DE4D5D3D855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7" creationId="{25CE47E4-15FC-9D96-1E19-95DF1D00FC0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8" creationId="{661BA58E-2201-2739-7909-70CED43C0B9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9" creationId="{A7E011F9-77FD-B9AD-7457-3E182E8A3A6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70" creationId="{67B4EB1A-4303-D1FA-8221-96F6E0C96DDE}"/>
          </ac:spMkLst>
        </pc:s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1" creationId="{F0A94579-52C5-413E-38E9-4E5CC6634827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2" creationId="{11F11D90-E512-2945-A3CA-C0B57EA6BC4A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3" creationId="{FD6D4A12-C109-5C9C-090A-2BE62F77D46C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4" creationId="{2FA63B43-61B4-3C3B-05BD-10C6AE4F22FA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55" creationId="{A597748F-F194-2264-CF05-8E9B44FDEE94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29" creationId="{BC0A67F0-08E8-EC64-08F6-7A006BE9CBD5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30" creationId="{48586521-79D1-4E53-4959-1C9512B74277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31" creationId="{8F9FC541-60EC-AD12-90CF-E18D3EDD48CB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47" creationId="{226061AA-5312-4167-D2FB-84EED8F3449D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54" creationId="{DD3A60E4-FE75-79E0-80D0-4CD4471C7C9E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66" creationId="{9A35E8B8-D45C-81C2-665B-6A6EE0795ACC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205" creationId="{125EEDF2-3DE5-C479-61D8-CCF0DE2FA728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48" creationId="{CFB2FE45-5E67-8FB5-4279-04C7E124B055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58" creationId="{52F57A3B-BAD2-8184-5E19-B13BB3553668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66" creationId="{C89E7B14-AC9B-71B9-EB58-BD34E7DE7A4E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476" creationId="{F79CAA33-119C-EAB0-EE06-1F2BF83B23D6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94" creationId="{A6FA8F0C-9B37-8EED-E1F3-1379CDBB698C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499" creationId="{41ACBFB4-B355-8827-1C7C-1E51328435B7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503" creationId="{315DEBD7-062F-9F88-9A12-9180A12C3C70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511" creationId="{FA4309E9-C34E-AB08-0547-B9BC4C9E8CA7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535" creationId="{38270969-7A98-BB7A-1626-ABCB2996F81A}"/>
          </ac:grpSpMkLst>
        </pc:grp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" creationId="{57DF0974-C48E-ABBE-F68E-E1BB57A5BD6E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6" creationId="{A475C298-BB6A-4FDA-CB87-289590AFE9C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5" creationId="{6FB7695D-1F2A-753D-5F36-383668018A4A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8" creationId="{BF46324B-CA1A-BBDB-4B81-5560657C3A0D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9" creationId="{2248961B-B50A-FABF-25E5-298C1475C8B2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" creationId="{D9F8803C-E8AF-3457-FCC7-08C1E76C302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1" creationId="{6794A424-07B0-206D-B440-3EA7D227920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0:22:10.427" v="19169" actId="478"/>
          <ac:graphicFrameMkLst>
            <pc:docMk/>
            <pc:sldMk cId="2693545210" sldId="825"/>
            <ac:graphicFrameMk id="187" creationId="{22D43A7E-9FF0-4EB2-CBBA-5D88415CD0B9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3" creationId="{689F01C7-7E62-990B-0F76-6B08CED2EECA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4" creationId="{A22F8EE1-FD3D-CB25-4641-F8BECCC6C7E5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5" creationId="{F4C23868-4ED8-DD32-62A6-3B0FDBB948C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6" creationId="{A82CE64C-676F-157A-1B55-BE672F3FB1A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7" creationId="{24254EFE-EECF-E4FC-C368-B4A0D709173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8" creationId="{FD756229-F393-6BB0-B4C1-2CFBA3AAF3AF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9" creationId="{AB162756-9B58-2F6E-44FB-7FF7B8B7F00F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203" creationId="{B1B504AE-A5C2-DB3D-1C1F-014D0642EEFA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6" creationId="{98E6534C-CC57-F8D4-43FA-02BA4FF26270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5:33:32.949" v="17518" actId="478"/>
          <ac:graphicFrameMkLst>
            <pc:docMk/>
            <pc:sldMk cId="2693545210" sldId="825"/>
            <ac:graphicFrameMk id="207" creationId="{3C3C714D-85E4-D075-1384-DB2373C55FF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207" creationId="{5FBAE631-C08F-0CDE-D22C-DB0762F3BD0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8" creationId="{A7EC1743-1A9B-0DFB-8F13-F59911CBE01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9" creationId="{2F8F749F-3F07-090E-C271-F5C42FA22BE3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5" creationId="{A9BF7AAB-39FE-CC7D-0975-9AAC8AAA6D6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6" creationId="{F0085BA7-AE0B-DFCC-0068-2437A02039D3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12" creationId="{2750CAA5-7C6B-8BAF-4FE9-B285BBBB4311}"/>
          </ac:graphicFrameMkLst>
        </pc:graphicFrameChg>
        <pc:graphicFrameChg chg="mod">
          <ac:chgData name="이민재" userId="f97f16f7-28a5-49bd-9e05-fb3ef63d7997" providerId="ADAL" clId="{7BF803D9-3494-41B9-9213-E73D7BF54335}" dt="2023-07-27T12:29:49.770" v="20600" actId="1076"/>
          <ac:graphicFrameMkLst>
            <pc:docMk/>
            <pc:sldMk cId="2693545210" sldId="825"/>
            <ac:graphicFrameMk id="419" creationId="{2BCA1131-3A1D-ADB4-B644-D387749118F9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0" creationId="{FDC72DD7-F653-A921-5DC1-ED368078B77F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1" creationId="{8D4DD23E-C949-9F68-215F-253686B8788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2" creationId="{E5F0E71A-9D1E-BDEC-0802-3727E7AF80DB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33" creationId="{CA5A15CD-F7C0-66E4-1075-4DCAF63F337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34" creationId="{A5AF7D62-07FB-5D21-E925-70A8AB982F4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45" creationId="{956B6402-459F-4900-15E6-F677ABA82B62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0" creationId="{8293E522-8B58-D3EC-B745-4068954A0BA9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1" creationId="{8C34B555-CF14-BDD2-A6A3-F71B895C58D8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2" creationId="{3BBD45F3-CF58-D2F8-30D9-BA6889A16D60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4" creationId="{DFFAE041-BAA0-8B45-2AAC-DE5657E5ECCD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62" creationId="{D7513EFF-3744-1628-3DD9-E5647BD99937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63" creationId="{238D9BB0-761D-6F6B-AC6A-82A7E7A94C35}"/>
          </ac:graphicFrameMkLst>
        </pc:graphicFrame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9" creationId="{7B43A13D-0002-DC57-BE50-EFEB004C107D}"/>
          </ac:cxnSpMkLst>
        </pc:cxn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1" creationId="{9C8D7EC3-4912-4670-0FDB-9272D36CE653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3" creationId="{47E73E19-BF12-C750-66FD-CC93CD0EA2BD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4" creationId="{FAC53F01-DAC8-407B-AA56-E4A67C4086C9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7" creationId="{E9F8E057-62AF-5760-2B89-23220D46B81F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2" creationId="{D5B9C85E-1A16-5229-036F-A2AE48076318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3" creationId="{AF900005-8A90-54E6-9BF7-2B49DF96A9D6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4" creationId="{3EB07CA3-FA02-9C18-5F84-EB0D2B03C0A8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5" creationId="{3C706FD1-792C-733A-DB20-E6C9621E1F68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6" creationId="{AD20D05E-F64D-8D4E-28AF-78B9C7F25DAF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7" creationId="{39742CC7-6506-051E-E063-85594DA83EEE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8" creationId="{02AD49E4-4497-BE8E-7DC6-E212808D4B7E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9" creationId="{07D7D6AA-9577-ABE8-DD65-A3AA8388E6A4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50" creationId="{A939B9A1-68A8-9C18-D9FB-7B20203B8C57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1" creationId="{AD9FFC5E-02D7-C7D1-3218-F761B02C476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2" creationId="{362797B2-2DBB-357A-ED1A-29E198977863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3" creationId="{AA1F77BD-F0F7-B629-A78C-7B09D1EB88C2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4" creationId="{CFD9D055-C260-3F62-C728-07CDB6F099B0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8" creationId="{629A20AD-10E8-0355-B16C-936EC963F0A6}"/>
          </ac:cxnSpMkLst>
        </pc:cxn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37" creationId="{232F14FD-6E55-ADFC-9086-C291511BC8A9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1" creationId="{27B29C3B-5C4B-1D57-D9CC-EA1D0D12968B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2" creationId="{561C0D07-CE4B-411B-555D-7AC2113831CC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3" creationId="{2FCE33AC-87CC-92C7-121F-273E8FE12507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4" creationId="{58D05DA7-7D22-E2D4-D4C4-70F2A0BFAD78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5" creationId="{C0A06D9F-A5DD-95E8-4093-21DDBC9ABCFB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6" creationId="{97D02130-18DC-B43A-7956-FB7DDB0F3BC4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48" creationId="{181E2ABF-2AF0-9A34-1981-4628AB27322A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49" creationId="{51AADDFC-3FB9-FD9A-A071-FD697C585182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0" creationId="{46AA6B9C-BE99-291A-2F94-1972CCAAFD81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1" creationId="{86DA1914-F3E9-F9E8-5860-4B54395C0720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2" creationId="{64D2EB58-993E-DA9B-C416-F9584CB385F7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3" creationId="{51D58665-842C-36A8-947E-EA083CB912A1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5" creationId="{606BE2B0-98F5-8C76-0A01-EFCA4FE7133F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6" creationId="{57E0E6B4-0BE6-BC9E-E855-179933BAC6B8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7" creationId="{CC705226-55E0-248D-B876-B4FB7F2C8F9B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8" creationId="{39C7C34F-278B-A8E1-072F-214E483BCDF5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9" creationId="{770A167C-5B75-640B-26BB-C3CAE9148D9E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62" creationId="{373E9CC6-2247-4174-2A1D-07AC66C90F9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68" creationId="{B5F72374-0E8C-04C5-FBEC-4D53BBEA9B7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69" creationId="{1EEADBED-3B9D-B5CA-43A3-29D930E20503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71" creationId="{79931307-9634-9EAD-9EA4-14900585E2E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72" creationId="{80F8B3BC-BBED-C486-3C3C-639A78036123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82" creationId="{169F4D75-70ED-7202-A81F-97490FF926D7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3" creationId="{E0935C48-7CCD-94A1-EAD6-5151BE5958D8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4" creationId="{E80E6532-8E14-D7CC-CDE3-48DFB15A046E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5" creationId="{3229EA0E-5639-FDAD-81FD-EC23176F4D36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6" creationId="{1432767D-2A69-0C8B-3E5C-23CBD807B18D}"/>
          </ac:cxnSpMkLst>
        </pc:cxnChg>
        <pc:cxnChg chg="add mod">
          <ac:chgData name="이민재" userId="f97f16f7-28a5-49bd-9e05-fb3ef63d7997" providerId="ADAL" clId="{7BF803D9-3494-41B9-9213-E73D7BF54335}" dt="2023-07-27T12:31:07.800" v="20659" actId="1037"/>
          <ac:cxnSpMkLst>
            <pc:docMk/>
            <pc:sldMk cId="2693545210" sldId="825"/>
            <ac:cxnSpMk id="191" creationId="{80093972-0D86-DF9C-9499-2572F832E2B1}"/>
          </ac:cxnSpMkLst>
        </pc:cxnChg>
        <pc:cxnChg chg="del">
          <ac:chgData name="이민재" userId="f97f16f7-28a5-49bd-9e05-fb3ef63d7997" providerId="ADAL" clId="{7BF803D9-3494-41B9-9213-E73D7BF54335}" dt="2023-07-26T15:07:27.267" v="16801" actId="478"/>
          <ac:cxnSpMkLst>
            <pc:docMk/>
            <pc:sldMk cId="2693545210" sldId="825"/>
            <ac:cxnSpMk id="203" creationId="{5C1DE37D-07A8-84A3-7FD4-530AA15B889B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204" creationId="{DE0420ED-F7ED-4584-DF12-0199F1C1283A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7" creationId="{33936FDA-D662-8A7C-A4BE-2EA2FC4490E6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8" creationId="{E1FAF541-CCB9-E189-985D-01FF0F8B4DE8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9" creationId="{F12C34CA-93A1-8E89-7CA2-E05AD83ED075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0" creationId="{158A563D-FCDF-6731-1BC9-35FF82EF9F0F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1" creationId="{47777783-F833-CFF5-913D-46E576E87D9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2" creationId="{CF038876-10C8-3212-3625-E721CF16A5D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3" creationId="{C09110DB-C4B4-5B35-0522-C7E16B9404A2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4" creationId="{406CBBC5-6775-C488-AFEC-DD1B5C09E9B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5" creationId="{B6652038-60A6-63E1-3182-582D828CCC13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52" creationId="{4011EB9D-26E1-F490-3F62-FC1D315624FE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0" creationId="{632461F2-3A49-4D7C-4666-3F6348C9E358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1" creationId="{6519B95A-6EDE-5FEF-185B-CA56C63DE2F9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2" creationId="{E570814B-CCE3-1DCE-9EDB-78CC230BAFA3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0" creationId="{6A034F20-857B-06C3-C9F0-0D55DAD9318B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2" creationId="{D1D4C4E9-D500-86F1-4441-4307845C8D29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3" creationId="{462F3AB9-589D-4169-3855-684E78E3A7D5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5" creationId="{82ABEDE8-4B7B-81F2-76A5-F512BEAEF4DE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7" creationId="{AA5181F3-2355-E993-FCBD-4CF306D132AC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8" creationId="{B1C334A6-FE5D-C7BC-E225-8A9000ACF39D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1" creationId="{201C9D4F-C904-7F18-F143-2D405F595921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3" creationId="{C0CC0DED-F028-0465-AD87-1972C8E1CFF1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4" creationId="{9134EF58-6434-55E6-E295-700CDF138523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5" creationId="{016375A0-E004-0135-6A6C-7DD71F01574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6" creationId="{BD2C8846-B5E9-E907-2D43-C1901B2163E5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7" creationId="{5111D457-EB9D-0375-7918-472D5789F1EA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28" creationId="{70D1FEED-D892-73D8-464D-B52AAA87F07E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29" creationId="{B9FE62D3-447B-AE78-7E83-A92C83D8933A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30" creationId="{19128AB9-B265-84CB-2132-9441FD51D34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1" creationId="{9C356393-C239-1523-3669-B2E1617B4A98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2" creationId="{F9208FAB-F587-98EC-683A-9584E8D20B8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3" creationId="{DCD58E65-4135-54A2-EA31-3083178F24FA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88" creationId="{65B9C132-D223-3064-8A95-D36583523B8F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89" creationId="{681D7048-1181-841B-2B08-0655F302B06E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0" creationId="{110D8C6D-F89B-0737-EA6A-51E6E5D88A9B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1" creationId="{D0F3F762-48D9-3F7B-2088-29668C90E4EA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2" creationId="{7BD36AEF-8F38-3CE3-F639-70158B895190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3" creationId="{ABC23725-9B1C-F7F8-4266-9349A3AF6520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2" creationId="{E762DEF4-66A6-1228-205B-DB69CF4E333B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3" creationId="{23E2A750-4ED3-B445-E78F-F1CEC0369409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4" creationId="{DCBB32D9-8520-1246-0C32-0842FDCFD83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4" creationId="{A30314D5-12B9-86B4-4DAC-B686FDDEF6C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5" creationId="{3725A532-FAC9-0236-A82F-94B48030BB3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6" creationId="{BAC656D9-736F-DD0A-88AD-A2542CB9C458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7" creationId="{A1FF6279-12E1-80DC-D23D-1DD35F7AE360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74" creationId="{057A102F-BDB6-13C8-CC45-D039951A67AC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75" creationId="{8B365E2B-3342-8B48-3B16-942AC023493D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86" creationId="{2492419B-64FF-1737-AF8F-00E135601449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87" creationId="{8B5DFA10-A13F-6AEA-0AC3-890DBF842E2A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5" creationId="{ACF36571-5873-7A17-73D1-0BB1309D30E5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6" creationId="{5257492F-3E24-61D8-B976-96907AE857E4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7" creationId="{581D8B55-7753-B964-B478-930EDD4974A4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8" creationId="{BE3C51A7-A630-286C-80E2-37C5222F952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31" creationId="{56E1FF85-9F2D-BD45-751F-0EA38CDF2F9F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32" creationId="{79B63AF7-E848-DF4F-3256-7C5EACD50362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1" creationId="{AF3A0B1D-D88D-5DFB-953F-FE1C0DB4E5E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2" creationId="{E4E06D8E-172A-3472-1CAE-CCDCA207F3A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3" creationId="{B9378EAE-5871-BE35-5657-91D38C01B20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4" creationId="{7A7FF1DF-DC87-458F-D9B6-D565D4C3ACF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5" creationId="{0F21A321-7AE0-17DB-A142-877A154C6158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7T12:46:40.808" v="20688" actId="1076"/>
        <pc:sldMkLst>
          <pc:docMk/>
          <pc:sldMk cId="3986583389" sldId="826"/>
        </pc:sldMkLst>
        <pc:spChg chg="del">
          <ac:chgData name="이민재" userId="f97f16f7-28a5-49bd-9e05-fb3ef63d7997" providerId="ADAL" clId="{7BF803D9-3494-41B9-9213-E73D7BF54335}" dt="2023-07-27T08:12:46.831" v="18732" actId="478"/>
          <ac:spMkLst>
            <pc:docMk/>
            <pc:sldMk cId="3986583389" sldId="826"/>
            <ac:spMk id="2" creationId="{11592A0B-931F-9F12-93B7-59743BB92387}"/>
          </ac:spMkLst>
        </pc:spChg>
        <pc:spChg chg="del">
          <ac:chgData name="이민재" userId="f97f16f7-28a5-49bd-9e05-fb3ef63d7997" providerId="ADAL" clId="{7BF803D9-3494-41B9-9213-E73D7BF54335}" dt="2023-07-27T08:12:48.375" v="18733" actId="478"/>
          <ac:spMkLst>
            <pc:docMk/>
            <pc:sldMk cId="3986583389" sldId="826"/>
            <ac:spMk id="3" creationId="{C322B751-9B59-D8D0-57F1-0C3A842BFC4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" creationId="{83BC0F92-0C6B-9806-D09E-218DA4B3548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" creationId="{46F93719-2497-6A8E-76F4-6433FB944AC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" creationId="{DA75D095-34EC-CE39-8020-0043432DD62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9" creationId="{5A9B3542-186B-2D37-7FB0-89541E060CA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0" creationId="{EDEBDD5A-C03B-29C5-C237-243AEF6E69E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1" creationId="{38B4F753-DDBA-DE80-CA08-6B912BF0C1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2" creationId="{06F741B6-3D45-039D-6415-D00EF5637FF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3" creationId="{7AC7AB54-D709-5D3F-C8F6-FF9FB3F140E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4" creationId="{ABB543F1-0A50-8E76-1E40-6BBC6F40000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5" creationId="{D7670ECF-960D-BF19-BBB7-AEB3AEC490E3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6" creationId="{AFBE3FAB-C74B-3134-6E44-1E90390FA15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7" creationId="{BD216371-AB64-0C8F-32F4-A224CD562125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8" creationId="{41A2D2C5-52F4-A275-7922-91F1C3E503C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9" creationId="{164D97F6-67F2-1071-5EFC-63F13D9E84D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0" creationId="{FB3F85FA-0F8D-6218-DE91-1EB9F779AEE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1" creationId="{846B624F-72FA-B69A-7137-78F5777A2BF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2" creationId="{30839DA8-2F78-8005-3E15-F2CD3059A88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3" creationId="{FCEECEE8-0CCC-B907-1418-02BE7253E73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4" creationId="{C05C6AFF-0E99-C0A1-8824-02056005702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5" creationId="{F2197433-9C88-D3CB-7257-86BEEE26E5C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6" creationId="{925FB55A-83F3-7139-F0A1-662C05BB376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7" creationId="{FD1DA7D7-B841-DFCF-18E1-09CE8668298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8" creationId="{63F17410-F86E-C827-E3B4-F136BE88E36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9" creationId="{7466E556-B0E2-F9D8-99E1-B3BBBC83438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0" creationId="{EE05F752-CADC-FEA6-BFE7-8C8B2865D21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1" creationId="{7D38E818-8721-E6E1-6150-FAF36FE3555D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2" creationId="{78E1557D-4282-0134-8527-0A364BA95893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3" creationId="{49279C67-223A-EE25-E231-1D3D4D4F022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4" creationId="{D9822E8B-D31C-224C-206B-1D38BDB4C3A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5" creationId="{75F29B26-EA69-E444-89CB-2588217B763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6" creationId="{31E96082-F6A5-6107-C454-4D66989B29A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7" creationId="{3B2BF253-B166-6368-3467-020F9E0CE25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8" creationId="{0A91FAA1-9ECA-AD05-526F-A77D4587BC5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9" creationId="{FD940A3A-7E0B-967A-8197-02F862C61E98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0" creationId="{664F59FD-4FAD-8446-3684-D1CAE2B2011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1" creationId="{C52AACE2-3815-C9E9-B98F-893EF110FA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2" creationId="{D863AACA-89CA-D880-1E5A-66C670BB3BC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3" creationId="{EF77172C-7275-9B42-55C7-56B8C5DD584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4" creationId="{8FC2312A-9A41-B511-01F2-F4F61BC307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5" creationId="{A6BF11D8-B74E-2928-CE0D-57F3DA23C64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6" creationId="{579DED5F-2AF0-8070-B5AA-E837CA2C8109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7" creationId="{A37D9F16-9CFA-2E4D-0FDF-35CF471EA7E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8" creationId="{FB8404D1-A817-7C41-A615-7AB01529549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9" creationId="{FA2921E7-E7AE-C9FF-365B-1548FE295FCD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0" creationId="{BE40B176-BD4D-9F47-8FE9-173540452D5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1" creationId="{CFAD1305-6F8D-A2A7-BDFA-FE8FA1B42F5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2" creationId="{38588D28-1A49-0E6B-4EA2-AB948D4EEBC5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3" creationId="{7F375A0A-2788-D334-72B1-47CB4CC7CAD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4" creationId="{88D3A120-D92C-AF53-C264-E32E9E19F58A}"/>
          </ac:spMkLst>
        </pc:spChg>
        <pc:spChg chg="add del mod">
          <ac:chgData name="이민재" userId="f97f16f7-28a5-49bd-9e05-fb3ef63d7997" providerId="ADAL" clId="{7BF803D9-3494-41B9-9213-E73D7BF54335}" dt="2023-07-27T08:14:56.160" v="18758" actId="478"/>
          <ac:spMkLst>
            <pc:docMk/>
            <pc:sldMk cId="3986583389" sldId="826"/>
            <ac:spMk id="61" creationId="{2B502947-040E-60A4-1DBD-94BE94E1F610}"/>
          </ac:spMkLst>
        </pc:spChg>
        <pc:spChg chg="add del mod">
          <ac:chgData name="이민재" userId="f97f16f7-28a5-49bd-9e05-fb3ef63d7997" providerId="ADAL" clId="{7BF803D9-3494-41B9-9213-E73D7BF54335}" dt="2023-07-27T08:16:26.395" v="18789" actId="478"/>
          <ac:spMkLst>
            <pc:docMk/>
            <pc:sldMk cId="3986583389" sldId="826"/>
            <ac:spMk id="63" creationId="{8A247FE9-FC70-7285-5E87-1DEA1A871D04}"/>
          </ac:spMkLst>
        </pc:spChg>
        <pc:spChg chg="add del mod">
          <ac:chgData name="이민재" userId="f97f16f7-28a5-49bd-9e05-fb3ef63d7997" providerId="ADAL" clId="{7BF803D9-3494-41B9-9213-E73D7BF54335}" dt="2023-07-27T08:13:01.513" v="18735" actId="478"/>
          <ac:spMkLst>
            <pc:docMk/>
            <pc:sldMk cId="3986583389" sldId="826"/>
            <ac:spMk id="64" creationId="{6947D230-50B9-D518-C08F-6D7BF2C927B8}"/>
          </ac:spMkLst>
        </pc:spChg>
        <pc:spChg chg="add del mod">
          <ac:chgData name="이민재" userId="f97f16f7-28a5-49bd-9e05-fb3ef63d7997" providerId="ADAL" clId="{7BF803D9-3494-41B9-9213-E73D7BF54335}" dt="2023-07-27T08:13:03.345" v="18736" actId="478"/>
          <ac:spMkLst>
            <pc:docMk/>
            <pc:sldMk cId="3986583389" sldId="826"/>
            <ac:spMk id="65" creationId="{7FDAE2FA-CC57-182D-4CE1-B10F0FE86406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6" creationId="{25D1AD38-D16F-536D-7594-C6989A94171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7" creationId="{058DBAF5-BADD-E14A-0611-6A24DEAF6AB2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8" creationId="{9E0B69F5-17B8-E5CB-EC9F-F21E1B5037A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9" creationId="{D1FBD6F3-1E0B-F169-D6C4-25B965868525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0" creationId="{1D4969BD-E770-4A61-0B16-89A370FB998D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1" creationId="{2127B954-4C0A-4FA2-34D7-6EA1F73CC7E6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2" creationId="{78A9548D-8986-286E-5183-D426880BA05F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6" creationId="{2F5CCCB4-193E-A3D0-FAA1-F80455EC5061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7" creationId="{77E4C3CA-7463-FCB0-4390-953F7DF109D0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8" creationId="{D0169AC9-5CC2-99A7-9C39-F162275C8EE7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9" creationId="{4EA3DEDD-CA7C-063F-D0A7-1AB98DBFDF33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0" creationId="{FEFAB98C-B3F7-2791-E7C9-7F46FBA0930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1" creationId="{5BD553D0-F135-13C3-F9D4-CB168D7C0C13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2" creationId="{D6397142-86A3-1B69-10C8-6D6F53DDD4C4}"/>
          </ac:spMkLst>
        </pc:spChg>
        <pc:spChg chg="add mod">
          <ac:chgData name="이민재" userId="f97f16f7-28a5-49bd-9e05-fb3ef63d7997" providerId="ADAL" clId="{7BF803D9-3494-41B9-9213-E73D7BF54335}" dt="2023-07-27T09:57:15.131" v="18916" actId="1037"/>
          <ac:spMkLst>
            <pc:docMk/>
            <pc:sldMk cId="3986583389" sldId="826"/>
            <ac:spMk id="91" creationId="{E2A47784-D28D-49C5-858C-9E9BB989961B}"/>
          </ac:spMkLst>
        </pc:spChg>
        <pc:spChg chg="add mod">
          <ac:chgData name="이민재" userId="f97f16f7-28a5-49bd-9e05-fb3ef63d7997" providerId="ADAL" clId="{7BF803D9-3494-41B9-9213-E73D7BF54335}" dt="2023-07-27T10:13:04.469" v="19039" actId="1036"/>
          <ac:spMkLst>
            <pc:docMk/>
            <pc:sldMk cId="3986583389" sldId="826"/>
            <ac:spMk id="93" creationId="{4134F008-8DCC-1D56-8DD8-70CD657BDF39}"/>
          </ac:spMkLst>
        </pc:spChg>
        <pc:spChg chg="add mod">
          <ac:chgData name="이민재" userId="f97f16f7-28a5-49bd-9e05-fb3ef63d7997" providerId="ADAL" clId="{7BF803D9-3494-41B9-9213-E73D7BF54335}" dt="2023-07-27T10:13:13.757" v="19041" actId="1076"/>
          <ac:spMkLst>
            <pc:docMk/>
            <pc:sldMk cId="3986583389" sldId="826"/>
            <ac:spMk id="94" creationId="{02823A35-B45A-FD21-9647-9C4CE891A326}"/>
          </ac:spMkLst>
        </pc:spChg>
        <pc:spChg chg="add mod">
          <ac:chgData name="이민재" userId="f97f16f7-28a5-49bd-9e05-fb3ef63d7997" providerId="ADAL" clId="{7BF803D9-3494-41B9-9213-E73D7BF54335}" dt="2023-07-27T10:13:16.983" v="19043" actId="1076"/>
          <ac:spMkLst>
            <pc:docMk/>
            <pc:sldMk cId="3986583389" sldId="826"/>
            <ac:spMk id="95" creationId="{4CD889D7-2252-8C15-9D0D-039E4EAC5580}"/>
          </ac:spMkLst>
        </pc:spChg>
        <pc:spChg chg="add mod">
          <ac:chgData name="이민재" userId="f97f16f7-28a5-49bd-9e05-fb3ef63d7997" providerId="ADAL" clId="{7BF803D9-3494-41B9-9213-E73D7BF54335}" dt="2023-07-27T10:19:54.942" v="19082" actId="14100"/>
          <ac:spMkLst>
            <pc:docMk/>
            <pc:sldMk cId="3986583389" sldId="826"/>
            <ac:spMk id="96" creationId="{4D67430A-CF24-7D4C-EB32-B8E19D6A6100}"/>
          </ac:spMkLst>
        </pc:spChg>
        <pc:spChg chg="add mod">
          <ac:chgData name="이민재" userId="f97f16f7-28a5-49bd-9e05-fb3ef63d7997" providerId="ADAL" clId="{7BF803D9-3494-41B9-9213-E73D7BF54335}" dt="2023-07-27T10:20:37.252" v="19166" actId="14100"/>
          <ac:spMkLst>
            <pc:docMk/>
            <pc:sldMk cId="3986583389" sldId="826"/>
            <ac:spMk id="97" creationId="{CCF23522-93E2-B08D-8615-2DF8EC5BAC6C}"/>
          </ac:spMkLst>
        </pc:spChg>
        <pc:spChg chg="add del">
          <ac:chgData name="이민재" userId="f97f16f7-28a5-49bd-9e05-fb3ef63d7997" providerId="ADAL" clId="{7BF803D9-3494-41B9-9213-E73D7BF54335}" dt="2023-07-27T10:20:02.625" v="19088" actId="22"/>
          <ac:spMkLst>
            <pc:docMk/>
            <pc:sldMk cId="3986583389" sldId="826"/>
            <ac:spMk id="99" creationId="{2050D9D8-91DC-EDBD-E6A9-AB864BF0C419}"/>
          </ac:spMkLst>
        </pc:spChg>
        <pc:spChg chg="add mod">
          <ac:chgData name="이민재" userId="f97f16f7-28a5-49bd-9e05-fb3ef63d7997" providerId="ADAL" clId="{7BF803D9-3494-41B9-9213-E73D7BF54335}" dt="2023-07-27T10:23:20.131" v="19185" actId="1076"/>
          <ac:spMkLst>
            <pc:docMk/>
            <pc:sldMk cId="3986583389" sldId="826"/>
            <ac:spMk id="101" creationId="{F1494281-506E-6508-9041-1C9D5F145C29}"/>
          </ac:spMkLst>
        </pc:spChg>
        <pc:spChg chg="add del mod">
          <ac:chgData name="이민재" userId="f97f16f7-28a5-49bd-9e05-fb3ef63d7997" providerId="ADAL" clId="{7BF803D9-3494-41B9-9213-E73D7BF54335}" dt="2023-07-27T12:24:46.739" v="20586" actId="478"/>
          <ac:spMkLst>
            <pc:docMk/>
            <pc:sldMk cId="3986583389" sldId="826"/>
            <ac:spMk id="103" creationId="{67D878DF-6927-F6A3-2320-7FF0D5ECE835}"/>
          </ac:spMkLst>
        </pc:spChg>
        <pc:spChg chg="add mod">
          <ac:chgData name="이민재" userId="f97f16f7-28a5-49bd-9e05-fb3ef63d7997" providerId="ADAL" clId="{7BF803D9-3494-41B9-9213-E73D7BF54335}" dt="2023-07-27T10:22:22.831" v="19170"/>
          <ac:spMkLst>
            <pc:docMk/>
            <pc:sldMk cId="3986583389" sldId="826"/>
            <ac:spMk id="104" creationId="{ED6741FF-120E-DAFC-4375-7DB5B472EDF6}"/>
          </ac:spMkLst>
        </pc:spChg>
        <pc:spChg chg="add del mod">
          <ac:chgData name="이민재" userId="f97f16f7-28a5-49bd-9e05-fb3ef63d7997" providerId="ADAL" clId="{7BF803D9-3494-41B9-9213-E73D7BF54335}" dt="2023-07-27T10:22:42.320" v="19173" actId="478"/>
          <ac:spMkLst>
            <pc:docMk/>
            <pc:sldMk cId="3986583389" sldId="826"/>
            <ac:spMk id="105" creationId="{9F5FE468-A0F5-CC96-DF96-2A18A9D22D2B}"/>
          </ac:spMkLst>
        </pc:spChg>
        <pc:spChg chg="add del mod">
          <ac:chgData name="이민재" userId="f97f16f7-28a5-49bd-9e05-fb3ef63d7997" providerId="ADAL" clId="{7BF803D9-3494-41B9-9213-E73D7BF54335}" dt="2023-07-27T10:22:39.757" v="19172" actId="478"/>
          <ac:spMkLst>
            <pc:docMk/>
            <pc:sldMk cId="3986583389" sldId="826"/>
            <ac:spMk id="106" creationId="{648433F9-CFFC-CEFD-CC36-FE17C613416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08" creationId="{2F361542-F2D9-6198-A44A-16155C4CD06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09" creationId="{76A4A41F-02D8-55B1-905B-1CE13118B01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0" creationId="{4DF8B732-57B9-F7E1-95B3-FABAB78EF6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1" creationId="{1DCE96A1-D584-5CF9-1F2B-025897BED87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2" creationId="{6EAE9BD8-B96C-8497-37AE-55D084DBB927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3" creationId="{1CF10577-A8FF-21FF-B24D-2D55820F7EE8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4" creationId="{1879C09A-3E6F-E244-C48A-50D23F7110AF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5" creationId="{0F70C8FC-E12E-3B20-890E-EE03AD063229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6" creationId="{BB4878F4-9167-F93B-0ADC-DFD21AC4AB63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7" creationId="{6AFF8511-D582-C1AD-0E5E-FAED901085F5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8" creationId="{09A7545A-4315-D391-B91F-4D083D9987EA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9" creationId="{14F46BF5-B849-521A-ECB1-EEB94436B4C3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0" creationId="{996F21B2-8D40-B273-EF16-BB299D806DEF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1" creationId="{D6EDF72A-2CE9-6611-27A5-BACA604C23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2" creationId="{2B7E2CE6-B29D-973D-026E-5791180D2727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3" creationId="{AC82F370-AC26-1F7E-5AC3-4347C958FE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4" creationId="{8CB64248-8F7B-2110-E4A6-C9076DD13601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5" creationId="{DDCC4181-7463-6A6F-55DE-50BB4E0A4B1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6" creationId="{0D951D84-E585-497C-498E-225E5847C5A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7" creationId="{2C678FF9-F632-DE66-84BB-614E9D0D15F2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8" creationId="{96DDDA11-4CC8-59D1-7EA6-90F3D1E7CFC5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9" creationId="{624AC4DC-B801-6DCF-B676-A84324597FB9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0" creationId="{5E190AFF-F294-FFED-05C3-2166A5634B4A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1" creationId="{B9A2F5FD-07B0-4EBE-E5BD-2677B1CAD38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2" creationId="{62814832-D325-C123-5FB3-05775601E86D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1" creationId="{7A1537BE-725C-E47D-10DD-04A5D65AF53A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2" creationId="{0FDC9D4B-DD56-9196-CC29-B5E7BB5CF8F0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3" creationId="{5B5EDEBB-6AED-6A6C-B46B-E11AA2D8DB86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1" creationId="{3B267A35-C71F-D67D-200D-975931264F3F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2" creationId="{14FC0266-3935-133B-A306-F845D6CE2C7C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3" creationId="{E8024536-D678-9197-65F2-32B55049069C}"/>
          </ac:spMkLst>
        </pc:spChg>
        <pc:spChg chg="add del mod">
          <ac:chgData name="이민재" userId="f97f16f7-28a5-49bd-9e05-fb3ef63d7997" providerId="ADAL" clId="{7BF803D9-3494-41B9-9213-E73D7BF54335}" dt="2023-07-27T11:34:42.476" v="19317" actId="478"/>
          <ac:spMkLst>
            <pc:docMk/>
            <pc:sldMk cId="3986583389" sldId="826"/>
            <ac:spMk id="166" creationId="{098BA744-C845-85F6-AF08-BB274AD40041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7" creationId="{A0028D9E-E702-A972-6B10-C07BA91B8D35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8" creationId="{3577D464-478F-854B-B201-4455F0745CA5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9" creationId="{E3A6287D-9FDF-948C-928B-5FCCEDB88539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0" creationId="{AC8F0F45-53A0-9D97-75E6-6AFB67F46BF2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1" creationId="{7705EC78-83A2-86D0-B895-6DE2AEFB53FB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2" creationId="{FD6D67DE-2438-84E8-653A-56A27E975831}"/>
          </ac:spMkLst>
        </pc:spChg>
        <pc:spChg chg="add mod">
          <ac:chgData name="이민재" userId="f97f16f7-28a5-49bd-9e05-fb3ef63d7997" providerId="ADAL" clId="{7BF803D9-3494-41B9-9213-E73D7BF54335}" dt="2023-07-27T12:24:35.395" v="20585" actId="14100"/>
          <ac:spMkLst>
            <pc:docMk/>
            <pc:sldMk cId="3986583389" sldId="826"/>
            <ac:spMk id="190" creationId="{4D729EC9-A0C1-E90A-815B-F82376A5B33F}"/>
          </ac:spMkLst>
        </pc:spChg>
        <pc:spChg chg="add mod">
          <ac:chgData name="이민재" userId="f97f16f7-28a5-49bd-9e05-fb3ef63d7997" providerId="ADAL" clId="{7BF803D9-3494-41B9-9213-E73D7BF54335}" dt="2023-07-27T12:25:06.965" v="20592" actId="14100"/>
          <ac:spMkLst>
            <pc:docMk/>
            <pc:sldMk cId="3986583389" sldId="826"/>
            <ac:spMk id="191" creationId="{2FFB6124-790A-2F01-D1C2-607A13DEFDB9}"/>
          </ac:spMkLst>
        </pc:spChg>
        <pc:grpChg chg="add del mod">
          <ac:chgData name="이민재" userId="f97f16f7-28a5-49bd-9e05-fb3ef63d7997" providerId="ADAL" clId="{7BF803D9-3494-41B9-9213-E73D7BF54335}" dt="2023-07-27T08:14:07.203" v="18748" actId="165"/>
          <ac:grpSpMkLst>
            <pc:docMk/>
            <pc:sldMk cId="3986583389" sldId="826"/>
            <ac:grpSpMk id="5" creationId="{0CA41AF3-C87D-5D00-9AF5-5B1ACBE5A585}"/>
          </ac:grpSpMkLst>
        </pc:grpChg>
        <pc:grpChg chg="add mod">
          <ac:chgData name="이민재" userId="f97f16f7-28a5-49bd-9e05-fb3ef63d7997" providerId="ADAL" clId="{7BF803D9-3494-41B9-9213-E73D7BF54335}" dt="2023-07-27T10:23:50.003" v="19186"/>
          <ac:grpSpMkLst>
            <pc:docMk/>
            <pc:sldMk cId="3986583389" sldId="826"/>
            <ac:grpSpMk id="107" creationId="{C031FAF2-1587-C0F3-B8C4-09BE1CB19A28}"/>
          </ac:grpSpMkLst>
        </pc:grpChg>
        <pc:graphicFrameChg chg="add mod modGraphic">
          <ac:chgData name="이민재" userId="f97f16f7-28a5-49bd-9e05-fb3ef63d7997" providerId="ADAL" clId="{7BF803D9-3494-41B9-9213-E73D7BF54335}" dt="2023-07-27T12:45:56.489" v="20677" actId="1076"/>
          <ac:graphicFrameMkLst>
            <pc:docMk/>
            <pc:sldMk cId="3986583389" sldId="826"/>
            <ac:graphicFrameMk id="62" creationId="{115CB20A-E410-FB6B-F5AB-FFF5FFDD293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09:56:48.667" v="18874" actId="1036"/>
          <ac:graphicFrameMkLst>
            <pc:docMk/>
            <pc:sldMk cId="3986583389" sldId="826"/>
            <ac:graphicFrameMk id="83" creationId="{2406BAED-A2F0-F5F5-C8ED-7307A8022C6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05:41.531" v="19000" actId="1076"/>
          <ac:graphicFrameMkLst>
            <pc:docMk/>
            <pc:sldMk cId="3986583389" sldId="826"/>
            <ac:graphicFrameMk id="88" creationId="{F045C636-9253-3255-14B3-F556B312DC81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08:07.637" v="19033" actId="207"/>
          <ac:graphicFrameMkLst>
            <pc:docMk/>
            <pc:sldMk cId="3986583389" sldId="826"/>
            <ac:graphicFrameMk id="92" creationId="{D8E4EE79-C7E6-A348-9A29-43D0DDD77BCF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23:20.131" v="19185" actId="1076"/>
          <ac:graphicFrameMkLst>
            <pc:docMk/>
            <pc:sldMk cId="3986583389" sldId="826"/>
            <ac:graphicFrameMk id="100" creationId="{CB1B19A1-4C1C-DC6A-E8FE-47196E68869F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22:55.163" v="19178" actId="21"/>
          <ac:graphicFrameMkLst>
            <pc:docMk/>
            <pc:sldMk cId="3986583389" sldId="826"/>
            <ac:graphicFrameMk id="102" creationId="{77B27E4F-327B-5441-6ECB-2C6B1534725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2" creationId="{E8CD6941-BC61-548A-8535-D2FF25B87B5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3" creationId="{7EEB8862-B233-B270-B74D-AAD1C638B72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4" creationId="{A568EF02-BB2D-9DF4-3806-A9B0C5C327B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5" creationId="{1B790ACB-7D3A-6C69-1E49-86D7349434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6" creationId="{1C0683BA-E299-ED28-D86C-6DDF5396D25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7" creationId="{72568DF4-2C2C-9D13-4765-F3E036EEF3B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8" creationId="{0B2461C0-F603-F94E-FCA2-9713842E60D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9" creationId="{1E31AF33-3EEE-8B4C-7885-0F0F5712584C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50" creationId="{A25806BD-E499-6760-48EF-C6871ADCA00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4" creationId="{636B351C-4D6E-E885-C268-254F5BAA80CF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5" creationId="{090DD918-16BC-9D33-48BD-FADCBD257BD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6" creationId="{6D4738EA-5FF9-5635-4118-EFE5F11AF61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7" creationId="{81E14D09-6E69-A331-3037-CD7EF8C429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8" creationId="{EF1D6705-6628-AEFD-2224-F167474E800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9" creationId="{93274C18-0CC9-CD53-29E1-94968B8280D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0" creationId="{02533926-9F99-E335-57C3-A03B603ECA8F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4" creationId="{E190B9D1-9615-2679-FE25-0A85DC02C89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5" creationId="{AAE417E8-09D4-E085-B49A-42B1C3C9FDE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2:46:40.808" v="20688" actId="1076"/>
          <ac:graphicFrameMkLst>
            <pc:docMk/>
            <pc:sldMk cId="3986583389" sldId="826"/>
            <ac:graphicFrameMk id="192" creationId="{FF122101-5C14-7CC7-E94E-E5D92689C2B6}"/>
          </ac:graphicFrameMkLst>
        </pc:graphicFrameChg>
        <pc:picChg chg="add del mod">
          <ac:chgData name="이민재" userId="f97f16f7-28a5-49bd-9e05-fb3ef63d7997" providerId="ADAL" clId="{7BF803D9-3494-41B9-9213-E73D7BF54335}" dt="2023-07-27T08:43:09.976" v="18803" actId="21"/>
          <ac:picMkLst>
            <pc:docMk/>
            <pc:sldMk cId="3986583389" sldId="826"/>
            <ac:picMk id="85" creationId="{1A47EFEF-FFF8-3498-FAFF-1CBF931D6DF1}"/>
          </ac:picMkLst>
        </pc:picChg>
        <pc:picChg chg="add del">
          <ac:chgData name="이민재" userId="f97f16f7-28a5-49bd-9e05-fb3ef63d7997" providerId="ADAL" clId="{7BF803D9-3494-41B9-9213-E73D7BF54335}" dt="2023-07-27T08:43:09.976" v="18803" actId="21"/>
          <ac:picMkLst>
            <pc:docMk/>
            <pc:sldMk cId="3986583389" sldId="826"/>
            <ac:picMk id="87" creationId="{75D12751-4478-12E5-13AE-E216FEA3E6C5}"/>
          </ac:picMkLst>
        </pc:pic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5" creationId="{FCCF8C7D-3713-D185-6503-27025DE17459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6" creationId="{5C742580-CD14-3947-9EE9-5EF8974B2E97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7" creationId="{6E88D281-4E5C-89DB-E3C4-7B3943669418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8" creationId="{DDC4D2E6-11B9-0750-6EBE-5B43B6D4252D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9" creationId="{A18F8BAD-37E5-D173-64E1-A97C517DF37D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60" creationId="{D180D6D7-71AC-B99E-8093-2E319342EDC1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3" creationId="{A46B644F-70A3-EBD0-D387-319C9E4074D0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4" creationId="{FCEA4AC9-E272-6BE3-3F4E-E86576F2A446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5" creationId="{F03F84FE-BE6F-6139-B912-515336F33077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90" creationId="{8FFC8DC9-D44A-755E-859A-D47F9B28B9B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3" creationId="{C54F778F-5A69-877D-6265-98850EDE7062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4" creationId="{DAA76D32-7116-C4A2-BA2A-32C003BD9C01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5" creationId="{780410E9-0EB8-6248-110A-2E3A97AD91F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6" creationId="{2677715D-3507-E018-58A8-81766F19BAD2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7" creationId="{23478CB5-CEFC-7871-A715-D9214E3CC60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8" creationId="{859C708C-6022-4558-75CF-E5C3EDD09305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9" creationId="{903D53F5-6C42-5EF5-B4E2-6207F614C9A7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40" creationId="{BC27B45F-B569-8F7F-607D-493D3A299EFB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41" creationId="{D952A806-D187-B9D8-D432-815850B15D99}"/>
          </ac:cxnSpMkLst>
        </pc:cxnChg>
        <pc:cxnChg chg="add mod">
          <ac:chgData name="이민재" userId="f97f16f7-28a5-49bd-9e05-fb3ef63d7997" providerId="ADAL" clId="{7BF803D9-3494-41B9-9213-E73D7BF54335}" dt="2023-07-27T12:23:54.323" v="20580" actId="14100"/>
          <ac:cxnSpMkLst>
            <pc:docMk/>
            <pc:sldMk cId="3986583389" sldId="826"/>
            <ac:cxnSpMk id="174" creationId="{AFBE8A37-1CCD-D11F-225B-BCB182649FB6}"/>
          </ac:cxnSpMkLst>
        </pc:cxnChg>
        <pc:cxnChg chg="add mod">
          <ac:chgData name="이민재" userId="f97f16f7-28a5-49bd-9e05-fb3ef63d7997" providerId="ADAL" clId="{7BF803D9-3494-41B9-9213-E73D7BF54335}" dt="2023-07-27T12:20:50.752" v="19969" actId="14100"/>
          <ac:cxnSpMkLst>
            <pc:docMk/>
            <pc:sldMk cId="3986583389" sldId="826"/>
            <ac:cxnSpMk id="175" creationId="{566766F7-EA54-EC95-A415-B113664DC3EE}"/>
          </ac:cxnSpMkLst>
        </pc:cxnChg>
        <pc:cxnChg chg="add mod">
          <ac:chgData name="이민재" userId="f97f16f7-28a5-49bd-9e05-fb3ef63d7997" providerId="ADAL" clId="{7BF803D9-3494-41B9-9213-E73D7BF54335}" dt="2023-07-27T12:20:59.904" v="20028" actId="1035"/>
          <ac:cxnSpMkLst>
            <pc:docMk/>
            <pc:sldMk cId="3986583389" sldId="826"/>
            <ac:cxnSpMk id="179" creationId="{B1B3A69B-51D1-2466-0AB0-584266B6FB95}"/>
          </ac:cxnSpMkLst>
        </pc:cxnChg>
        <pc:cxnChg chg="add mod">
          <ac:chgData name="이민재" userId="f97f16f7-28a5-49bd-9e05-fb3ef63d7997" providerId="ADAL" clId="{7BF803D9-3494-41B9-9213-E73D7BF54335}" dt="2023-07-27T12:21:12.054" v="20103" actId="14100"/>
          <ac:cxnSpMkLst>
            <pc:docMk/>
            <pc:sldMk cId="3986583389" sldId="826"/>
            <ac:cxnSpMk id="180" creationId="{A65F9D2C-93FA-EB2F-E9FD-5950C8FE9F02}"/>
          </ac:cxnSpMkLst>
        </pc:cxnChg>
        <pc:cxnChg chg="add del mod">
          <ac:chgData name="이민재" userId="f97f16f7-28a5-49bd-9e05-fb3ef63d7997" providerId="ADAL" clId="{7BF803D9-3494-41B9-9213-E73D7BF54335}" dt="2023-07-27T12:21:35.538" v="20107" actId="478"/>
          <ac:cxnSpMkLst>
            <pc:docMk/>
            <pc:sldMk cId="3986583389" sldId="826"/>
            <ac:cxnSpMk id="181" creationId="{A8075880-4500-7556-513E-6ED92D868F95}"/>
          </ac:cxnSpMkLst>
        </pc:cxnChg>
        <pc:cxnChg chg="add mod">
          <ac:chgData name="이민재" userId="f97f16f7-28a5-49bd-9e05-fb3ef63d7997" providerId="ADAL" clId="{7BF803D9-3494-41B9-9213-E73D7BF54335}" dt="2023-07-27T12:21:47.599" v="20147" actId="1035"/>
          <ac:cxnSpMkLst>
            <pc:docMk/>
            <pc:sldMk cId="3986583389" sldId="826"/>
            <ac:cxnSpMk id="182" creationId="{66EA702B-63E9-7244-5A63-027A96E58F21}"/>
          </ac:cxnSpMkLst>
        </pc:cxnChg>
        <pc:cxnChg chg="add del mod">
          <ac:chgData name="이민재" userId="f97f16f7-28a5-49bd-9e05-fb3ef63d7997" providerId="ADAL" clId="{7BF803D9-3494-41B9-9213-E73D7BF54335}" dt="2023-07-27T12:21:36.810" v="20108" actId="478"/>
          <ac:cxnSpMkLst>
            <pc:docMk/>
            <pc:sldMk cId="3986583389" sldId="826"/>
            <ac:cxnSpMk id="183" creationId="{10AC0364-1C20-DAD1-0CC6-DAFBF6A9007E}"/>
          </ac:cxnSpMkLst>
        </pc:cxnChg>
        <pc:cxnChg chg="add mod">
          <ac:chgData name="이민재" userId="f97f16f7-28a5-49bd-9e05-fb3ef63d7997" providerId="ADAL" clId="{7BF803D9-3494-41B9-9213-E73D7BF54335}" dt="2023-07-27T12:22:19.511" v="20274" actId="14100"/>
          <ac:cxnSpMkLst>
            <pc:docMk/>
            <pc:sldMk cId="3986583389" sldId="826"/>
            <ac:cxnSpMk id="185" creationId="{35C51D08-BD71-B2A7-3975-BF3DF0BE8589}"/>
          </ac:cxnSpMkLst>
        </pc:cxnChg>
        <pc:cxnChg chg="add mod">
          <ac:chgData name="이민재" userId="f97f16f7-28a5-49bd-9e05-fb3ef63d7997" providerId="ADAL" clId="{7BF803D9-3494-41B9-9213-E73D7BF54335}" dt="2023-07-27T12:22:48.014" v="20395" actId="14100"/>
          <ac:cxnSpMkLst>
            <pc:docMk/>
            <pc:sldMk cId="3986583389" sldId="826"/>
            <ac:cxnSpMk id="186" creationId="{5B24780B-F22A-475A-E77E-1F4209ADAB97}"/>
          </ac:cxnSpMkLst>
        </pc:cxnChg>
        <pc:cxnChg chg="add mod">
          <ac:chgData name="이민재" userId="f97f16f7-28a5-49bd-9e05-fb3ef63d7997" providerId="ADAL" clId="{7BF803D9-3494-41B9-9213-E73D7BF54335}" dt="2023-07-27T12:23:36.670" v="20546" actId="1035"/>
          <ac:cxnSpMkLst>
            <pc:docMk/>
            <pc:sldMk cId="3986583389" sldId="826"/>
            <ac:cxnSpMk id="188" creationId="{4D621AFA-0B77-847E-6FC1-6779A899C1BD}"/>
          </ac:cxnSpMkLst>
        </pc:cxnChg>
        <pc:cxnChg chg="add mod">
          <ac:chgData name="이민재" userId="f97f16f7-28a5-49bd-9e05-fb3ef63d7997" providerId="ADAL" clId="{7BF803D9-3494-41B9-9213-E73D7BF54335}" dt="2023-07-27T12:23:33.894" v="20545" actId="1036"/>
          <ac:cxnSpMkLst>
            <pc:docMk/>
            <pc:sldMk cId="3986583389" sldId="826"/>
            <ac:cxnSpMk id="189" creationId="{9CDD45AA-5BFA-4A50-6236-B4EB30B70E7A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8:30:06.064" v="38539" actId="20577"/>
        <pc:sldMkLst>
          <pc:docMk/>
          <pc:sldMk cId="2983291203" sldId="827"/>
        </pc:sldMkLst>
        <pc:spChg chg="mod">
          <ac:chgData name="이민재" userId="f97f16f7-28a5-49bd-9e05-fb3ef63d7997" providerId="ADAL" clId="{7BF803D9-3494-41B9-9213-E73D7BF54335}" dt="2023-07-27T15:59:50.980" v="28856" actId="6549"/>
          <ac:spMkLst>
            <pc:docMk/>
            <pc:sldMk cId="2983291203" sldId="827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8T08:30:06.064" v="38539" actId="20577"/>
          <ac:spMkLst>
            <pc:docMk/>
            <pc:sldMk cId="2983291203" sldId="827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7" creationId="{E3364DCC-62C4-427B-4179-84D72B47E40F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9" creationId="{09AEB794-FA43-BC2E-DD30-8859134F969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0" creationId="{74C61305-A76D-6D8D-D214-22DF3F061B9A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" creationId="{987F2C01-EC92-553C-6ED6-42BE46111BFC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2" creationId="{30E14908-5A80-B3C0-1809-DABD007FC420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3" creationId="{0F6DA267-19C0-CA41-E1DB-EC5B7B1E0A4D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4" creationId="{FB77387F-4F8E-F0B7-C765-08A9CF77D28A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5" creationId="{0ECCE518-422F-4220-BBE2-FE44EE43BD3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6" creationId="{4DDC6B6B-B875-1E2A-010A-2C19BBFEF4D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8" creationId="{63289B9E-C533-7354-9A57-E147A3A11EA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9" creationId="{DD54D7DE-D61F-6D24-963F-A7DEBA63036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0" creationId="{C7BAA421-AD0E-C3B9-F865-A40AE9C4080E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1" creationId="{708C4C9A-2416-3D6C-1129-5B49E11BFED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2" creationId="{A1C40379-0550-C5EB-A1E4-448D73F8B6B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3" creationId="{A4B99E97-FCF8-30EC-379D-952D617AAB9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4" creationId="{01E0EBAB-24F8-03AC-E659-410A007EEF7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5" creationId="{16483C9B-8C30-F4CB-9D86-6B9A99FF3B9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6" creationId="{BE6864A5-CBD7-6819-7758-B191C9CE6DC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7" creationId="{15F101AD-D9FC-5D98-C46F-A00727EF1FF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8" creationId="{2CF552A0-6449-2776-BD70-F7D3FA511EE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9" creationId="{B36FCE33-0FEA-E81E-DCB2-03A42EC53DA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0" creationId="{7546250A-3A87-ABAE-7EC4-AB5E4491633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1" creationId="{DFC97D39-1937-BB5F-5971-8DD24BB47FE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2" creationId="{E4BDC04B-259D-D6E8-737C-DB046EAD34B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3" creationId="{201F7C78-73B2-5ECE-760A-E5FD61AA58E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4" creationId="{8FE06B19-A212-9515-F3A0-3A4B0C07B71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5" creationId="{ADA87445-38CF-BDF2-15B1-DC6AD47C099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6" creationId="{3DD47AF1-03C8-559B-7A9C-B16DC766339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7" creationId="{7F5E8CB0-BAF8-B187-3775-0908CA6D578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8" creationId="{8B05CC60-3C11-644D-10F2-4CD01E071A0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9" creationId="{8E39E789-1F94-5963-E161-B75E02A4EFC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0" creationId="{5A6007C0-7CF0-5E2D-EF12-0E10220DD30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1" creationId="{66B9F8EC-4C79-612A-2573-E0D3DA9D803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2" creationId="{4554BD5C-A3CB-6EA8-2F5F-1C7B7AAB21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3" creationId="{E6850BD4-5DD0-E166-15DE-8BAC42C8C7F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4" creationId="{4E7703E4-1793-6228-4CDD-90A77DFA4D5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5" creationId="{3674605E-EA21-2573-9544-70B06930E1C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6" creationId="{871DEC53-6AF5-7D8A-4659-680568BB472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7" creationId="{0E9EEF11-C9BC-23D3-3378-1BBD3690987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8" creationId="{CBD303F8-12F8-0DC5-639B-B7368E3BBF0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9" creationId="{D37412AC-9B6A-AE1E-7266-85E4F24F2A2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0" creationId="{B20ECB75-E185-61D4-3A02-3BBF9350BBB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1" creationId="{7C86256D-FC7E-D8C9-58FB-8A4FD0AC0B0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2" creationId="{47F5CA21-896B-8D8B-1768-480DF13DB0B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3" creationId="{B641ABD2-8C37-E36A-489D-94CAF09F769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4" creationId="{BB12586C-C96F-58F0-70F2-C3579D81C4C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5" creationId="{92F20A6A-C176-5922-D52E-0CA738DF6E4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6" creationId="{404C825E-BC8B-38F8-9914-792376B2363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7" creationId="{749EF398-1D0C-6081-C13A-42DBD5BB27E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8" creationId="{6F7ACCE8-0E06-6155-E608-422FC100DED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9" creationId="{3FF88075-F80F-66F1-26CE-71EBB54197A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0" creationId="{DF354BF5-FFC3-6CE4-09DB-D45F0FFC9EC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1" creationId="{4EE71089-1542-3261-0FDD-CC8FFCF5C46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2" creationId="{D82A741E-34CF-5BC1-2E8D-EDC9931C720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3" creationId="{976320A3-E6DA-AED1-44C6-F6DD03F8568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4" creationId="{C4A99F9F-9D6D-122A-D76F-F4E139763D0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5" creationId="{782EA40F-6BBD-2FB0-4B3E-7BEBDE2B2B8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6" creationId="{F5575852-2292-40A9-A7D1-DABC84B503F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4" creationId="{D55CB546-848D-E371-69E0-E19EC4EB5A7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5" creationId="{C581D672-E1C6-3D1D-F01B-3FEC5A3F4B8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6" creationId="{AD89AA78-595B-8179-56D3-DED6EBB086C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7" creationId="{37A27DCC-48D5-E099-64DF-8D9D133C0BEE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8" creationId="{A8364A71-F50F-5471-223F-7FFF7C5D6B5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9" creationId="{1CEEFACF-9596-82AB-149D-F9A3A6468EE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0" creationId="{5C358D81-6245-0135-A7DE-7ECBDC369BA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1" creationId="{620358E8-34FC-0C19-EC2A-C5ED55F1A76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2" creationId="{089B2D96-7867-9B54-B85A-50C52989806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3" creationId="{21E36409-EE26-6BC8-6155-F17A48FB311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4" creationId="{A79A7BE1-5779-3098-AB22-462EE7DDA52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5" creationId="{312C9DBD-4C3E-A2F8-2FD1-E37A4A770D0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6" creationId="{3A4A4002-7D4F-DFE0-2278-1B95A5BA005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7" creationId="{26DE1E04-FF00-2371-C7D1-91096D082DA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8" creationId="{152E6575-F389-B44F-FE96-CE5A2757F3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9" creationId="{E0F33A5C-1317-AEA6-8B43-04ACF176BB7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0" creationId="{D4430DD7-EB5B-01FB-4BA9-B85250FE747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1" creationId="{8B93AC4F-DE94-385D-867B-802D91F6C91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2" creationId="{657D2357-FEC2-49AA-362C-050A0B8BB7E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3" creationId="{2CF6A8B4-BB9C-B579-035C-2C66E4D390A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4" creationId="{86DA73DA-155E-CF13-FE23-ABE8B8A7CD8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5" creationId="{32E8C1D9-730D-17BC-355E-F17602DD864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6" creationId="{53510DC8-CD54-42FB-3AFF-90DC1103A91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7" creationId="{454C325B-5807-29B6-1B9A-15A9037C0EB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8" creationId="{A691C38A-0BB8-8C67-AA33-FE407DF4BE17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1" creationId="{B01AFBA2-5F39-A344-6E0D-9EC44E694F37}"/>
          </ac:spMkLst>
        </pc:spChg>
        <pc:spChg chg="add mod">
          <ac:chgData name="이민재" userId="f97f16f7-28a5-49bd-9e05-fb3ef63d7997" providerId="ADAL" clId="{7BF803D9-3494-41B9-9213-E73D7BF54335}" dt="2023-07-27T17:05:51.604" v="33648" actId="1036"/>
          <ac:spMkLst>
            <pc:docMk/>
            <pc:sldMk cId="2983291203" sldId="827"/>
            <ac:spMk id="112" creationId="{EA026173-D5E0-3F69-C39F-1641375FD0D8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3" creationId="{52471A04-ED22-FD46-F46C-19D408036CE6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4" creationId="{29D5AA97-5EE9-1AC8-9500-28D4DCB82D96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5" creationId="{75A87A6C-09E8-8252-AEEB-78D35764FC5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6" creationId="{4635E342-C1C7-167D-105F-71E2108A9FD1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7" creationId="{FF9E41E9-C0A0-F600-CA31-96E011A2251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3" creationId="{F5E34D79-306E-CABF-3B54-7BAB36A414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4" creationId="{E8921E3D-16E6-CDFA-4B17-A2FB2040FFF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5" creationId="{44336533-E458-4137-AEE3-8BF8C6AF6A4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6" creationId="{B155D87C-400A-05AE-C032-08325022BDD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7" creationId="{B0FE2923-075B-F15E-564B-30C2822A64F1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8" creationId="{DC24423B-C5CC-EB5B-4918-4C9C9649194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9" creationId="{5F91F72C-EB60-5F80-264F-C2AEF0C801F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0" creationId="{E4CE2547-5F9A-8D67-FB79-AE629498B4D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1" creationId="{676A76D0-A756-BE62-0264-235AA86C5B5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8" creationId="{1062434A-5E51-7B8F-9A41-8B27F0BA4B6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9" creationId="{74559EAA-1713-469E-78C9-B45E025B967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0" creationId="{6F662610-5787-3152-358D-EA5316FB258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1" creationId="{CAD4F5DB-8C68-1E9F-BCB8-C3059FFF730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2" creationId="{703EEAB1-2A3D-3746-8529-B445214821D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3" creationId="{C6594FEE-5458-40EC-4CA2-CDAB5E6A6C9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4" creationId="{901EBD75-EC88-8454-E143-E7DEB3AD2EE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5" creationId="{3FC029F9-55E7-71B7-DB9E-EE652CBC8F9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6" creationId="{AB62756C-7ECB-9A59-69E2-32186DDAB05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3" creationId="{A1A526C3-4C55-E2B1-19FE-FE50F47DD48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4" creationId="{B45EDBE1-D3CB-0E57-3569-C5E2C728FE4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5" creationId="{2B0D07AF-339A-3E50-0148-2D5A03A3EC4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6" creationId="{0E0BEB67-8000-287A-81B7-1DBDEB9A443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7" creationId="{FF2F2471-8B28-1919-B056-4D1BB345134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8" creationId="{7703D4C5-42C8-C642-2236-820327406E4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9" creationId="{3A7ADC1D-14E3-86CE-0411-9A24B6958C5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0" creationId="{1F638C4A-AD0A-2AD7-E4FF-060BE3BCB25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1" creationId="{4897560C-D2A6-F4D0-BDAA-09AA0171E37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8" creationId="{B46AB00C-12D1-028E-BFD9-4B2B62E478F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9" creationId="{C7CDA840-51A3-657F-4959-89178E60B7C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0" creationId="{7714F295-B295-15C5-CF66-C915DF83AD8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1" creationId="{D2EFD22B-77E9-2AB7-94FA-225E43109C0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2" creationId="{B3CC3F1C-6C0D-323B-A1A6-E4F98FF4ACE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3" creationId="{0E74A62D-6105-A482-EC10-1AE6B36CA78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4" creationId="{BB91D365-6F90-1735-F46F-B1DCB1CD10C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5" creationId="{2EB64BCE-13A6-9B16-D524-D84234FF896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6" creationId="{BEFE2BF3-1225-0000-78AF-2EF4C20756DE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3" creationId="{2233979D-A5DA-9BDD-7789-5EE46E35B9C9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4" creationId="{5010B015-B05E-57CF-0056-58460426AE53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5" creationId="{CCCFD43D-5845-FB9A-22E7-E0C57D16B626}"/>
          </ac:spMkLst>
        </pc:spChg>
        <pc:spChg chg="add mod">
          <ac:chgData name="이민재" userId="f97f16f7-28a5-49bd-9e05-fb3ef63d7997" providerId="ADAL" clId="{7BF803D9-3494-41B9-9213-E73D7BF54335}" dt="2023-07-28T01:59:31.609" v="35505"/>
          <ac:spMkLst>
            <pc:docMk/>
            <pc:sldMk cId="2983291203" sldId="827"/>
            <ac:spMk id="186" creationId="{1D4C954B-9142-80E4-01E9-05F542ABCE8E}"/>
          </ac:spMkLst>
        </pc:spChg>
        <pc:spChg chg="add del mod">
          <ac:chgData name="이민재" userId="f97f16f7-28a5-49bd-9e05-fb3ef63d7997" providerId="ADAL" clId="{7BF803D9-3494-41B9-9213-E73D7BF54335}" dt="2023-07-27T16:03:03.037" v="29239" actId="478"/>
          <ac:spMkLst>
            <pc:docMk/>
            <pc:sldMk cId="2983291203" sldId="827"/>
            <ac:spMk id="186" creationId="{991DB40C-6DCC-8B77-1AE3-63B145B4817F}"/>
          </ac:spMkLst>
        </pc:spChg>
        <pc:spChg chg="add mod">
          <ac:chgData name="이민재" userId="f97f16f7-28a5-49bd-9e05-fb3ef63d7997" providerId="ADAL" clId="{7BF803D9-3494-41B9-9213-E73D7BF54335}" dt="2023-07-27T16:17:54.571" v="30366" actId="1038"/>
          <ac:spMkLst>
            <pc:docMk/>
            <pc:sldMk cId="2983291203" sldId="827"/>
            <ac:spMk id="187" creationId="{B94E33A5-96EB-6EBE-B9C9-615F798D0E6E}"/>
          </ac:spMkLst>
        </pc:spChg>
        <pc:spChg chg="add mod">
          <ac:chgData name="이민재" userId="f97f16f7-28a5-49bd-9e05-fb3ef63d7997" providerId="ADAL" clId="{7BF803D9-3494-41B9-9213-E73D7BF54335}" dt="2023-07-27T16:23:18.281" v="30821" actId="1035"/>
          <ac:spMkLst>
            <pc:docMk/>
            <pc:sldMk cId="2983291203" sldId="827"/>
            <ac:spMk id="188" creationId="{5D1F2E36-ECD2-34C6-2EF4-8A11BABDEB21}"/>
          </ac:spMkLst>
        </pc:spChg>
        <pc:spChg chg="add mod">
          <ac:chgData name="이민재" userId="f97f16f7-28a5-49bd-9e05-fb3ef63d7997" providerId="ADAL" clId="{7BF803D9-3494-41B9-9213-E73D7BF54335}" dt="2023-07-27T16:23:18.281" v="30821" actId="1035"/>
          <ac:spMkLst>
            <pc:docMk/>
            <pc:sldMk cId="2983291203" sldId="827"/>
            <ac:spMk id="189" creationId="{027BD931-8AFF-52C4-1054-C49ADBBFFEAA}"/>
          </ac:spMkLst>
        </pc:spChg>
        <pc:spChg chg="add mod">
          <ac:chgData name="이민재" userId="f97f16f7-28a5-49bd-9e05-fb3ef63d7997" providerId="ADAL" clId="{7BF803D9-3494-41B9-9213-E73D7BF54335}" dt="2023-07-27T16:18:00.596" v="30391" actId="1037"/>
          <ac:spMkLst>
            <pc:docMk/>
            <pc:sldMk cId="2983291203" sldId="827"/>
            <ac:spMk id="190" creationId="{600071A0-419F-D228-BF03-B4C2860620C8}"/>
          </ac:spMkLst>
        </pc:spChg>
        <pc:spChg chg="add mod">
          <ac:chgData name="이민재" userId="f97f16f7-28a5-49bd-9e05-fb3ef63d7997" providerId="ADAL" clId="{7BF803D9-3494-41B9-9213-E73D7BF54335}" dt="2023-07-27T17:31:16.307" v="34639"/>
          <ac:spMkLst>
            <pc:docMk/>
            <pc:sldMk cId="2983291203" sldId="827"/>
            <ac:spMk id="191" creationId="{43C2D40E-223C-42FA-7B88-532F7B484928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2" creationId="{CA0C6DB5-A3DC-FB8B-EA1A-459400FE119E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3" creationId="{BB9BC373-A831-8238-4480-AC6D53AF9FF5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4" creationId="{195355A7-07B8-A7FA-A0E1-ADAB3A8459AA}"/>
          </ac:spMkLst>
        </pc:spChg>
        <pc:spChg chg="add del mod">
          <ac:chgData name="이민재" userId="f97f16f7-28a5-49bd-9e05-fb3ef63d7997" providerId="ADAL" clId="{7BF803D9-3494-41B9-9213-E73D7BF54335}" dt="2023-07-27T16:08:19.968" v="29883"/>
          <ac:spMkLst>
            <pc:docMk/>
            <pc:sldMk cId="2983291203" sldId="827"/>
            <ac:spMk id="203" creationId="{D2399E1A-D125-2EC4-D616-74F865043D2E}"/>
          </ac:spMkLst>
        </pc:spChg>
        <pc:spChg chg="add del mod">
          <ac:chgData name="이민재" userId="f97f16f7-28a5-49bd-9e05-fb3ef63d7997" providerId="ADAL" clId="{7BF803D9-3494-41B9-9213-E73D7BF54335}" dt="2023-07-27T16:08:23.712" v="29887"/>
          <ac:spMkLst>
            <pc:docMk/>
            <pc:sldMk cId="2983291203" sldId="827"/>
            <ac:spMk id="204" creationId="{215AB3BE-7760-4D50-CF35-3BBB74D98BA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205" creationId="{D0BCA891-C763-7DD8-2986-E53C898E58C2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207" creationId="{23B71C06-AF51-B4B5-2AAB-CF17BF285593}"/>
          </ac:spMkLst>
        </pc:spChg>
        <pc:spChg chg="add mod">
          <ac:chgData name="이민재" userId="f97f16f7-28a5-49bd-9e05-fb3ef63d7997" providerId="ADAL" clId="{7BF803D9-3494-41B9-9213-E73D7BF54335}" dt="2023-07-27T16:10:35.911" v="30088" actId="1076"/>
          <ac:spMkLst>
            <pc:docMk/>
            <pc:sldMk cId="2983291203" sldId="827"/>
            <ac:spMk id="211" creationId="{C5AB7C73-3BBA-0AEB-A66C-A3BC199A5649}"/>
          </ac:spMkLst>
        </pc:spChg>
        <pc:spChg chg="add mod">
          <ac:chgData name="이민재" userId="f97f16f7-28a5-49bd-9e05-fb3ef63d7997" providerId="ADAL" clId="{7BF803D9-3494-41B9-9213-E73D7BF54335}" dt="2023-07-27T16:19:20.423" v="30475" actId="1037"/>
          <ac:spMkLst>
            <pc:docMk/>
            <pc:sldMk cId="2983291203" sldId="827"/>
            <ac:spMk id="213" creationId="{14249F6D-686D-F145-3829-05719593082B}"/>
          </ac:spMkLst>
        </pc:spChg>
        <pc:spChg chg="add mod">
          <ac:chgData name="이민재" userId="f97f16f7-28a5-49bd-9e05-fb3ef63d7997" providerId="ADAL" clId="{7BF803D9-3494-41B9-9213-E73D7BF54335}" dt="2023-07-27T16:19:27.881" v="30491" actId="1037"/>
          <ac:spMkLst>
            <pc:docMk/>
            <pc:sldMk cId="2983291203" sldId="827"/>
            <ac:spMk id="214" creationId="{680342C0-8E93-9D62-7617-17614ADCC68C}"/>
          </ac:spMkLst>
        </pc:spChg>
        <pc:spChg chg="add mod">
          <ac:chgData name="이민재" userId="f97f16f7-28a5-49bd-9e05-fb3ef63d7997" providerId="ADAL" clId="{7BF803D9-3494-41B9-9213-E73D7BF54335}" dt="2023-07-27T16:19:20.423" v="30475" actId="1037"/>
          <ac:spMkLst>
            <pc:docMk/>
            <pc:sldMk cId="2983291203" sldId="827"/>
            <ac:spMk id="215" creationId="{66DDD909-D8B0-51E8-8209-9060016B48B7}"/>
          </ac:spMkLst>
        </pc:spChg>
        <pc:spChg chg="add mod">
          <ac:chgData name="이민재" userId="f97f16f7-28a5-49bd-9e05-fb3ef63d7997" providerId="ADAL" clId="{7BF803D9-3494-41B9-9213-E73D7BF54335}" dt="2023-07-27T16:20:46.843" v="30594" actId="1038"/>
          <ac:spMkLst>
            <pc:docMk/>
            <pc:sldMk cId="2983291203" sldId="827"/>
            <ac:spMk id="220" creationId="{E13B23A1-9DA3-C414-4BB4-6920D158D63F}"/>
          </ac:spMkLst>
        </pc:spChg>
        <pc:spChg chg="add mod">
          <ac:chgData name="이민재" userId="f97f16f7-28a5-49bd-9e05-fb3ef63d7997" providerId="ADAL" clId="{7BF803D9-3494-41B9-9213-E73D7BF54335}" dt="2023-07-27T16:20:54.081" v="30596" actId="1076"/>
          <ac:spMkLst>
            <pc:docMk/>
            <pc:sldMk cId="2983291203" sldId="827"/>
            <ac:spMk id="221" creationId="{B1FCEBD6-C54D-64C9-37C0-585C987CFAC2}"/>
          </ac:spMkLst>
        </pc:spChg>
        <pc:spChg chg="add mod">
          <ac:chgData name="이민재" userId="f97f16f7-28a5-49bd-9e05-fb3ef63d7997" providerId="ADAL" clId="{7BF803D9-3494-41B9-9213-E73D7BF54335}" dt="2023-07-27T16:22:17.527" v="30708" actId="1076"/>
          <ac:spMkLst>
            <pc:docMk/>
            <pc:sldMk cId="2983291203" sldId="827"/>
            <ac:spMk id="226" creationId="{48871589-D175-5D3D-3A05-C0C4738A6DE1}"/>
          </ac:spMkLst>
        </pc:spChg>
        <pc:spChg chg="add mod">
          <ac:chgData name="이민재" userId="f97f16f7-28a5-49bd-9e05-fb3ef63d7997" providerId="ADAL" clId="{7BF803D9-3494-41B9-9213-E73D7BF54335}" dt="2023-07-27T16:22:48.533" v="30786" actId="1076"/>
          <ac:spMkLst>
            <pc:docMk/>
            <pc:sldMk cId="2983291203" sldId="827"/>
            <ac:spMk id="227" creationId="{DE6CBCFF-AB1A-4306-EB3E-8C140E1C0C40}"/>
          </ac:spMkLst>
        </pc:s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17" creationId="{C616ED9C-A5EA-7033-2571-430DE6659199}"/>
          </ac:grpSpMkLst>
        </pc:gr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73" creationId="{3D3E01EB-762D-2CAE-001C-C378A74CA136}"/>
          </ac:grpSpMkLst>
        </pc:gr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118" creationId="{0C949098-17DB-92D2-8DAD-F06D941EB9FD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19" creationId="{8F26227F-3307-0B7C-8E4D-BFE9CAE02BFC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0" creationId="{9A2716BB-3912-4500-F425-9E7F8833B6EA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1" creationId="{D4BBF2A7-8056-FA67-E788-1B3957808177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2" creationId="{39924F0A-971F-7DD6-4790-3CC69147A741}"/>
          </ac:grpSpMkLst>
        </pc:grp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5" creationId="{3A210795-9075-D05D-5E3C-390FE58BB2C9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6" creationId="{9A57145E-37FB-63F1-2A28-947A4A1F4108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8" creationId="{E0F305D9-1DF6-D1AC-ADDF-D64D06067C47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08" creationId="{E543BE88-402D-2C91-D811-D8711418726C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09" creationId="{8B127626-DE94-70DA-434D-85DCFFEBEE7A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10" creationId="{CF6607E2-B1C0-F282-7D07-DF1B69B0F157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9:20.423" v="30475" actId="1037"/>
          <ac:graphicFrameMkLst>
            <pc:docMk/>
            <pc:sldMk cId="2983291203" sldId="827"/>
            <ac:graphicFrameMk id="208" creationId="{A3FB1CEC-FE9F-875C-E91B-621B797210E6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6:15:33.847" v="30131" actId="478"/>
          <ac:graphicFrameMkLst>
            <pc:docMk/>
            <pc:sldMk cId="2983291203" sldId="827"/>
            <ac:graphicFrameMk id="209" creationId="{5AD5C585-C729-7B50-E5CE-711F98DEB37B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0:35.911" v="30088" actId="1076"/>
          <ac:graphicFrameMkLst>
            <pc:docMk/>
            <pc:sldMk cId="2983291203" sldId="827"/>
            <ac:graphicFrameMk id="210" creationId="{B8F47CDD-797F-DDFF-3CCD-D3E5E56EAA9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6:18:36.652" v="30427" actId="1037"/>
          <ac:graphicFrameMkLst>
            <pc:docMk/>
            <pc:sldMk cId="2983291203" sldId="827"/>
            <ac:graphicFrameMk id="212" creationId="{0454E2EC-0E1C-DF71-5D5A-B2C2E91AC427}"/>
          </ac:graphicFrameMkLst>
        </pc:graphicFrame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7" creationId="{D980D5EA-776D-AD4C-ACB0-BB82510BA913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8" creationId="{E0AF762A-D90D-A4DD-BAA9-4FBD127679A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9" creationId="{938F93FD-A822-FEAB-540D-E58453B5DC4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0" creationId="{009F96A0-690B-81F8-0DAD-CA935FE1167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1" creationId="{7714EE92-BAAA-54D7-0B08-AF2080D1294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2" creationId="{5E445403-4028-B2C9-3CC2-39E2268F6348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99" creationId="{ADC041D8-A1C9-3062-00BC-2303B3B189E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0" creationId="{19ADC73A-3C73-BB6F-AE3A-6DBCF946681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1" creationId="{B866A9A1-8435-3C2D-E519-982517895B8E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2" creationId="{66074C56-1455-6DA2-9542-204779055A7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3" creationId="{9D2BFADA-823D-7D17-BCE4-1A8F739ECAA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4" creationId="{B9147744-2227-17EB-1D41-EA5BDBC0755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5" creationId="{544563DC-6016-4CA9-EF39-B6D69B62746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6" creationId="{9E74881A-5895-51FA-3C74-0590C1672596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7" creationId="{352E1B0A-F5FD-6986-17F2-760A030BD04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2" creationId="{A188C965-6377-FD55-0A6C-05FA4DA7A928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3" creationId="{CB8CDC1B-61F1-3092-ECE7-2D54933B499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4" creationId="{6CEB1F70-EF81-A4F5-644C-56647A2A70A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5" creationId="{58D4A479-5D0E-C5D2-5E72-8086878BD53B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6" creationId="{2AF128E1-3200-E983-99B7-69F93B4A62EA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7" creationId="{5B2E3693-6637-0B7F-B8E0-07B447E659A2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7" creationId="{9E012F79-DD37-5BD3-1E92-4967F0F5EEE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8" creationId="{74E96030-9DB4-4C90-478E-A3351CB6769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9" creationId="{08530FA9-3836-130C-0CB8-1DF030F92E0B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0" creationId="{EA143B0A-71DE-4606-A4C0-ED31F85E134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1" creationId="{661989CF-F9A8-817E-FE09-FC24734ADC6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2" creationId="{04E976E6-0E33-AFEE-BA4E-0BDFBDFFA73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2" creationId="{54E1DA8C-AB8F-B16A-0BD6-4CBAC4935A9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3" creationId="{067E5F13-B574-4620-0E13-11787BA3EF8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4" creationId="{86F8CDCA-3B02-1FB7-67E1-2DBA29C8EE5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5" creationId="{3A87CF34-0EF3-666D-0A0E-717E692CBEB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6" creationId="{21CC3838-5C1E-54B2-E766-82125913C404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7" creationId="{38380776-D747-909B-DC7D-394203603C3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7" creationId="{700990F1-8781-9EA5-BCEE-6ADE8C49E59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8" creationId="{748826CD-BF55-75AF-5F96-A3E114A29E1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9" creationId="{AF9A65EB-8E18-D1C1-FA24-896D40656EB9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0" creationId="{7CA54F3E-5A18-5C2E-8739-71B5089670F2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1" creationId="{903E6BD5-2B18-7BFD-8E30-1233DFD4B453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2" creationId="{A4F44286-DB2D-C519-006C-F4AC68B43DE7}"/>
          </ac:cxnSpMkLst>
        </pc:cxnChg>
        <pc:cxnChg chg="add mod">
          <ac:chgData name="이민재" userId="f97f16f7-28a5-49bd-9e05-fb3ef63d7997" providerId="ADAL" clId="{7BF803D9-3494-41B9-9213-E73D7BF54335}" dt="2023-07-28T01:59:31.609" v="35505"/>
          <ac:cxnSpMkLst>
            <pc:docMk/>
            <pc:sldMk cId="2983291203" sldId="827"/>
            <ac:cxnSpMk id="195" creationId="{9E45E8E4-4A22-7CCA-5AD6-73A8536EA381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6" creationId="{AA2982CD-C588-27E1-BC2F-54C2FBA5A3C7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7" creationId="{3DEEA12E-3035-0208-39C0-160D1AA8ABEA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8" creationId="{0BF17B42-041E-DCF6-4E4B-601A7E8E8868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0" creationId="{FEF456FB-7299-CC57-15BD-953679D0D15D}"/>
          </ac:cxnSpMkLst>
        </pc:cxnChg>
        <pc:cxnChg chg="add del mod">
          <ac:chgData name="이민재" userId="f97f16f7-28a5-49bd-9e05-fb3ef63d7997" providerId="ADAL" clId="{7BF803D9-3494-41B9-9213-E73D7BF54335}" dt="2023-07-27T16:07:56.034" v="29803" actId="478"/>
          <ac:cxnSpMkLst>
            <pc:docMk/>
            <pc:sldMk cId="2983291203" sldId="827"/>
            <ac:cxnSpMk id="201" creationId="{142FF2D8-E177-43EC-EE06-9990ACF8763F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2" creationId="{2052FB37-BF56-1570-A593-3F4F8800B468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6" creationId="{5EAD1AB1-0387-A64D-16B4-DA8099CBE867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7" creationId="{E0696840-0BEC-44C3-006D-FBD2A7424A84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8" creationId="{22174247-E910-045B-89EE-3A518D88D298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9" creationId="{23AF79FD-B0C2-C896-2DDD-2D4BCAE5CAF2}"/>
          </ac:cxnSpMkLst>
        </pc:cxnChg>
        <pc:cxnChg chg="add mod">
          <ac:chgData name="이민재" userId="f97f16f7-28a5-49bd-9e05-fb3ef63d7997" providerId="ADAL" clId="{7BF803D9-3494-41B9-9213-E73D7BF54335}" dt="2023-07-27T16:21:13.023" v="30616" actId="1035"/>
          <ac:cxnSpMkLst>
            <pc:docMk/>
            <pc:sldMk cId="2983291203" sldId="827"/>
            <ac:cxnSpMk id="222" creationId="{3D95A6BA-BBAA-4015-A71A-FB3F53F35CE3}"/>
          </ac:cxnSpMkLst>
        </pc:cxnChg>
        <pc:cxnChg chg="add mod">
          <ac:chgData name="이민재" userId="f97f16f7-28a5-49bd-9e05-fb3ef63d7997" providerId="ADAL" clId="{7BF803D9-3494-41B9-9213-E73D7BF54335}" dt="2023-07-27T16:21:20.319" v="30651" actId="1036"/>
          <ac:cxnSpMkLst>
            <pc:docMk/>
            <pc:sldMk cId="2983291203" sldId="827"/>
            <ac:cxnSpMk id="224" creationId="{92BC0E98-3DED-007C-5C7B-D0B06637D04E}"/>
          </ac:cxnSpMkLst>
        </pc:cxnChg>
        <pc:cxnChg chg="add mod">
          <ac:chgData name="이민재" userId="f97f16f7-28a5-49bd-9e05-fb3ef63d7997" providerId="ADAL" clId="{7BF803D9-3494-41B9-9213-E73D7BF54335}" dt="2023-07-27T16:21:23.944" v="30671" actId="1036"/>
          <ac:cxnSpMkLst>
            <pc:docMk/>
            <pc:sldMk cId="2983291203" sldId="827"/>
            <ac:cxnSpMk id="225" creationId="{208B424B-F852-86D4-ABA7-07EAD99B952D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7T11:30:53.274" v="19298" actId="21"/>
        <pc:sldMkLst>
          <pc:docMk/>
          <pc:sldMk cId="3935390258" sldId="828"/>
        </pc:sldMkLst>
        <pc:spChg chg="del">
          <ac:chgData name="이민재" userId="f97f16f7-28a5-49bd-9e05-fb3ef63d7997" providerId="ADAL" clId="{7BF803D9-3494-41B9-9213-E73D7BF54335}" dt="2023-07-27T11:27:49.164" v="19272" actId="478"/>
          <ac:spMkLst>
            <pc:docMk/>
            <pc:sldMk cId="3935390258" sldId="828"/>
            <ac:spMk id="2" creationId="{0CE94B5D-F592-CD4A-4E86-77D66BBF946A}"/>
          </ac:spMkLst>
        </pc:spChg>
        <pc:spChg chg="del">
          <ac:chgData name="이민재" userId="f97f16f7-28a5-49bd-9e05-fb3ef63d7997" providerId="ADAL" clId="{7BF803D9-3494-41B9-9213-E73D7BF54335}" dt="2023-07-27T11:27:48.455" v="19271" actId="478"/>
          <ac:spMkLst>
            <pc:docMk/>
            <pc:sldMk cId="3935390258" sldId="828"/>
            <ac:spMk id="3" creationId="{DB4C7904-36DA-3F4B-FF20-B3E55B0C8F85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4" creationId="{EFCB012A-F9BE-A601-C634-EC9D2D5F86F8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5" creationId="{1C456882-5F73-83E2-56A6-28672C50CB5E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6" creationId="{E36189DC-7943-2BA6-790E-7A167E18E9BB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9" creationId="{FE9444B9-4362-5DDA-71AF-444A05BD3B5E}"/>
          </ac:spMkLst>
        </pc:sp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5" creationId="{FDD6177C-B9B4-CEF5-D3C5-E19E933BCAB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6" creationId="{8367EFA4-B3CE-0FB2-7055-55E06FC31DA6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7" creationId="{2A9B0F33-ABF8-977C-2684-64C5E758FCA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8" creationId="{A7B220B7-431D-865E-12F4-8DAB8B0EE7E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9" creationId="{34F9AC43-E43E-0378-758D-B6BD2E73167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0" creationId="{3CEE1A10-DC7B-A7DB-546C-6128C8235C1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9:50.537" v="19287" actId="21"/>
          <ac:graphicFrameMkLst>
            <pc:docMk/>
            <pc:sldMk cId="3935390258" sldId="828"/>
            <ac:graphicFrameMk id="11" creationId="{706ED2D3-7548-4CB9-35FF-AEFB2E3D780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9:50.537" v="19287" actId="21"/>
          <ac:graphicFrameMkLst>
            <pc:docMk/>
            <pc:sldMk cId="3935390258" sldId="828"/>
            <ac:graphicFrameMk id="12" creationId="{0070CEF5-AB50-351B-1572-D2217B6EA11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3" creationId="{E74CAA7E-93F1-A19D-1F08-85D5DDE3BFF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7" creationId="{5E0708C6-8E8A-5801-BCB6-37FDEFC783A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8" creationId="{060E8971-E351-685D-2C95-FDCC1A5D36DB}"/>
          </ac:graphicFrameMkLst>
        </pc:graphicFrameChg>
      </pc:sldChg>
      <pc:sldChg chg="addSp delSp modSp add mod">
        <pc:chgData name="이민재" userId="f97f16f7-28a5-49bd-9e05-fb3ef63d7997" providerId="ADAL" clId="{7BF803D9-3494-41B9-9213-E73D7BF54335}" dt="2023-07-27T17:58:32.746" v="35502"/>
        <pc:sldMkLst>
          <pc:docMk/>
          <pc:sldMk cId="75514760" sldId="829"/>
        </pc:sldMkLst>
        <pc:spChg chg="mod">
          <ac:chgData name="이민재" userId="f97f16f7-28a5-49bd-9e05-fb3ef63d7997" providerId="ADAL" clId="{7BF803D9-3494-41B9-9213-E73D7BF54335}" dt="2023-07-27T17:25:24.009" v="34473" actId="20577"/>
          <ac:spMkLst>
            <pc:docMk/>
            <pc:sldMk cId="75514760" sldId="829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58:32.746" v="35502"/>
          <ac:spMkLst>
            <pc:docMk/>
            <pc:sldMk cId="75514760" sldId="829"/>
            <ac:spMk id="3" creationId="{73D2A215-B96D-E5C8-2AB0-4FC8C041B46E}"/>
          </ac:spMkLst>
        </pc:spChg>
        <pc:spChg chg="add del mod">
          <ac:chgData name="이민재" userId="f97f16f7-28a5-49bd-9e05-fb3ef63d7997" providerId="ADAL" clId="{7BF803D9-3494-41B9-9213-E73D7BF54335}" dt="2023-07-27T14:06:30.881" v="25131" actId="478"/>
          <ac:spMkLst>
            <pc:docMk/>
            <pc:sldMk cId="75514760" sldId="829"/>
            <ac:spMk id="5" creationId="{A455F0C1-5D29-7272-3976-7238BCE3A213}"/>
          </ac:spMkLst>
        </pc:spChg>
      </pc:sldChg>
      <pc:sldChg chg="modSp add mod ord">
        <pc:chgData name="이민재" userId="f97f16f7-28a5-49bd-9e05-fb3ef63d7997" providerId="ADAL" clId="{7BF803D9-3494-41B9-9213-E73D7BF54335}" dt="2023-07-27T17:26:27.684" v="34480"/>
        <pc:sldMkLst>
          <pc:docMk/>
          <pc:sldMk cId="2712862946" sldId="830"/>
        </pc:sldMkLst>
        <pc:spChg chg="mod">
          <ac:chgData name="이민재" userId="f97f16f7-28a5-49bd-9e05-fb3ef63d7997" providerId="ADAL" clId="{7BF803D9-3494-41B9-9213-E73D7BF54335}" dt="2023-07-27T17:25:34.108" v="34475" actId="20577"/>
          <ac:spMkLst>
            <pc:docMk/>
            <pc:sldMk cId="2712862946" sldId="830"/>
            <ac:spMk id="2" creationId="{79538F64-5CD1-588E-67EF-F69D616D2F60}"/>
          </ac:spMkLst>
        </pc:spChg>
      </pc:sldChg>
      <pc:sldChg chg="addSp modSp add mod">
        <pc:chgData name="이민재" userId="f97f16f7-28a5-49bd-9e05-fb3ef63d7997" providerId="ADAL" clId="{7BF803D9-3494-41B9-9213-E73D7BF54335}" dt="2023-07-28T09:27:39.348" v="39983" actId="20577"/>
        <pc:sldMkLst>
          <pc:docMk/>
          <pc:sldMk cId="3558174836" sldId="831"/>
        </pc:sldMkLst>
        <pc:spChg chg="mod">
          <ac:chgData name="이민재" userId="f97f16f7-28a5-49bd-9e05-fb3ef63d7997" providerId="ADAL" clId="{7BF803D9-3494-41B9-9213-E73D7BF54335}" dt="2023-07-28T09:27:39.348" v="39983" actId="20577"/>
          <ac:spMkLst>
            <pc:docMk/>
            <pc:sldMk cId="3558174836" sldId="831"/>
            <ac:spMk id="2" creationId="{79538F64-5CD1-588E-67EF-F69D616D2F60}"/>
          </ac:spMkLst>
        </pc:spChg>
        <pc:picChg chg="add mod">
          <ac:chgData name="이민재" userId="f97f16f7-28a5-49bd-9e05-fb3ef63d7997" providerId="ADAL" clId="{7BF803D9-3494-41B9-9213-E73D7BF54335}" dt="2023-07-28T06:52:45.572" v="35647" actId="1076"/>
          <ac:picMkLst>
            <pc:docMk/>
            <pc:sldMk cId="3558174836" sldId="831"/>
            <ac:picMk id="6" creationId="{8C7223DA-47E8-3865-7DCF-28A0AAE084A1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8T08:29:57.039" v="38537" actId="1035"/>
        <pc:sldMkLst>
          <pc:docMk/>
          <pc:sldMk cId="2400723634" sldId="832"/>
        </pc:sldMkLst>
        <pc:spChg chg="mod">
          <ac:chgData name="이민재" userId="f97f16f7-28a5-49bd-9e05-fb3ef63d7997" providerId="ADAL" clId="{7BF803D9-3494-41B9-9213-E73D7BF54335}" dt="2023-07-27T16:23:41.144" v="30824" actId="27636"/>
          <ac:spMkLst>
            <pc:docMk/>
            <pc:sldMk cId="2400723634" sldId="832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8T08:29:57.039" v="38537" actId="1035"/>
          <ac:spMkLst>
            <pc:docMk/>
            <pc:sldMk cId="2400723634" sldId="832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1:59:43.172" v="35506"/>
          <ac:spMkLst>
            <pc:docMk/>
            <pc:sldMk cId="2400723634" sldId="832"/>
            <ac:spMk id="5" creationId="{82493B97-B5FE-D02F-6D75-E3E1C583237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" creationId="{F4AECC9E-3263-3448-D993-3BD405193FF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4" creationId="{3452FA70-93BF-E72B-16AB-F7959BADC3F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5" creationId="{9C49B638-4708-0218-6353-A9D34A657FD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" creationId="{4D44581F-DB25-2033-392C-0F97E41EE95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" creationId="{D908E95A-E590-43DF-B9F6-5A8B1DF7942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2" creationId="{DEE79BF2-A822-7EE6-71E2-63A80D23541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3" creationId="{4D202154-B3BD-2A6E-69E0-A42147A5C5F2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4" creationId="{4434623B-EE46-EC63-5B6E-87AA17392D4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5" creationId="{888BCABA-6A08-F58D-0383-8FBBDE334BF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6" creationId="{DF10A2F6-070C-F712-C71E-5D4A8BC09C3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7" creationId="{D3A16A82-42E8-6833-9B78-FC27BFAE764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8" creationId="{7AB4ECF0-B870-C205-B85F-60929F9CB6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9" creationId="{5802E84F-13C2-5D79-727B-8032226A343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0" creationId="{B0B67808-1C56-C19F-75DA-ED6251F36B4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1" creationId="{A7C26D8A-1876-B5DF-EC93-73F804EEDCC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2" creationId="{952E8B52-FD4A-51F7-1DD9-13C0313DC62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3" creationId="{C6010AB4-1386-AE5B-32D5-C523D3DFD8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4" creationId="{7643260B-0E16-3D16-63FE-864EF9D5FCA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5" creationId="{61B58EBE-3980-EBB7-8387-F0D36E8A2DF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6" creationId="{AAC9B3AC-8DF6-FA59-A67D-23316D91010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7" creationId="{9F2115DE-67AF-2F82-6923-CA0C433B2F7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8" creationId="{26C6DDCB-20BD-72F4-909B-54AEA3E4539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9" creationId="{378D2301-1046-9AAE-BEAC-EFD865EE0CCE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45" creationId="{0E718953-EEE7-D6DE-163D-4F91E8D7294F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53" creationId="{C622C7DC-9A63-6171-40F3-4269545CB3B0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61" creationId="{0C11761E-AAB3-038F-818A-7191987F5858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69" creationId="{56445EA0-5B97-E2F5-C863-AEF87C6AA2FE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77" creationId="{43C942AE-2598-BFB1-DE07-31C5C0A72F31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85" creationId="{1769C3F8-C766-77D7-91C1-A4686193CFE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2" creationId="{7938BA44-749B-1D01-49E5-714566CF0D6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3" creationId="{2755BAA8-86A1-F280-5C13-AE852583672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4" creationId="{7419401E-06E6-BBCA-4250-0AE7AD03320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5" creationId="{0649FD00-684A-3D75-10F9-08430150373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6" creationId="{BB44F12B-B851-5D96-8D4D-69035F91ECE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7" creationId="{EDFDF7BF-44AF-8CA1-B2FD-80526FFDDA0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8" creationId="{AC07B530-CB00-F5EE-89A9-02E04A243B5F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9" creationId="{5E1E0921-FE1A-04C2-55E6-F9BF949AF2B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0" creationId="{DA8EB691-7EAE-05C4-91EE-FE2BE24B89C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1" creationId="{189D1230-DD34-464F-4C94-4C730F8D2CA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2" creationId="{2FBA6E7D-FA31-327A-D2D5-53439378855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3" creationId="{C382BB5D-41D3-E182-A136-27E2BBB3B1D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7" creationId="{F9865A66-78F7-0320-2EBB-5EF0C0FA914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8" creationId="{35CE43EE-299A-EFE9-32A9-D82D3D2A1C0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9" creationId="{4D143A2F-F42F-2261-212C-50EFF49652C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0" creationId="{D6887FD7-4CBB-012C-7D22-B43C3F24CF5F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4" creationId="{444129A8-3F86-A123-0319-6292EE2232D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6" creationId="{58F0C633-1A12-0617-FFFE-46C18AE1182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7" creationId="{AE18DC2C-8330-160E-9766-797CC3DE8D8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8" creationId="{F86C9DD8-55CD-7DEA-E1FF-D33E4E04834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9" creationId="{20F239EF-2935-DF35-191E-6D6FF567DD6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0" creationId="{2218A2D7-77F5-8217-95B6-D08CB8C56AD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1" creationId="{5E5C65D0-1C0C-3AB9-6387-6E4B0E015C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2" creationId="{6CF57A65-0C89-AF17-FCD9-E438FCFF653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5" creationId="{676AD517-D13A-902B-36B0-49BE65BD085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6" creationId="{F2AEF3A3-2C6B-826C-BBB1-44B2E82AD15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7" creationId="{8BFF27B1-CDA4-EAD9-564C-19F4F0994B0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8" creationId="{760BD38D-5CF5-184C-2268-F66B2525B10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9" creationId="{9E0E43CE-B418-F330-9017-F2255AAB5AD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1" creationId="{BF6EB34F-3415-D8F7-4DAE-1555275416A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3" creationId="{DAAABBB4-B303-B625-0A37-B4D66042D27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4" creationId="{98640D11-CB2A-F402-8A0D-03622B892CB1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37" creationId="{2D1ACBA8-3C48-3BA3-A78F-2ED385A232CF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45" creationId="{B1C8FA33-C8F6-C720-7466-29EC77713427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53" creationId="{B13D0977-726E-B9D1-D032-B5940901A6F3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61" creationId="{4082AA70-84CE-4128-0072-97CA1797E25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1" creationId="{47396524-3A8A-C07C-AE63-E25BD653EE6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2" creationId="{B9B10C18-E316-9FA9-DBE5-999EC4A5A5D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4" creationId="{6762A306-BB06-F06B-696B-98460246A00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7" creationId="{33E1ACAA-A150-B44E-1450-2AF92630C63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8" creationId="{92A7EEC0-F744-F0BF-ECB5-4C84C504438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9" creationId="{D0EB029B-9D24-F22D-B0AA-6653A19CE59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0" creationId="{16415737-CEDA-5155-726E-D412FD10589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1" creationId="{FDE9086D-F54D-DF5C-8F80-E2A08719A30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2" creationId="{BFDCC51A-D390-F267-6AD4-93590C47C4B6}"/>
          </ac:spMkLst>
        </pc:spChg>
        <pc:spChg chg="add del mod">
          <ac:chgData name="이민재" userId="f97f16f7-28a5-49bd-9e05-fb3ef63d7997" providerId="ADAL" clId="{7BF803D9-3494-41B9-9213-E73D7BF54335}" dt="2023-07-27T16:47:20" v="32718" actId="478"/>
          <ac:spMkLst>
            <pc:docMk/>
            <pc:sldMk cId="2400723634" sldId="832"/>
            <ac:spMk id="187" creationId="{9F794763-FC6F-91F0-B2BC-5436BDF6929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8" creationId="{5B84B41B-67A0-8E73-0426-FFD3C7131506}"/>
          </ac:spMkLst>
        </pc:spChg>
        <pc:spChg chg="add del mod">
          <ac:chgData name="이민재" userId="f97f16f7-28a5-49bd-9e05-fb3ef63d7997" providerId="ADAL" clId="{7BF803D9-3494-41B9-9213-E73D7BF54335}" dt="2023-07-27T16:47:20" v="32718" actId="478"/>
          <ac:spMkLst>
            <pc:docMk/>
            <pc:sldMk cId="2400723634" sldId="832"/>
            <ac:spMk id="189" creationId="{29AA75DA-B769-2CAE-F1EF-CBE0FA581A2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0" creationId="{E8103A57-9A19-4297-C2D5-8A6ABF8BC8CF}"/>
          </ac:spMkLst>
        </pc:spChg>
        <pc:spChg chg="add del mod">
          <ac:chgData name="이민재" userId="f97f16f7-28a5-49bd-9e05-fb3ef63d7997" providerId="ADAL" clId="{7BF803D9-3494-41B9-9213-E73D7BF54335}" dt="2023-07-27T16:45:54.549" v="32647" actId="478"/>
          <ac:spMkLst>
            <pc:docMk/>
            <pc:sldMk cId="2400723634" sldId="832"/>
            <ac:spMk id="191" creationId="{A999240A-DFCE-6675-7425-386B5EFDCDE1}"/>
          </ac:spMkLst>
        </pc:spChg>
        <pc:spChg chg="add del mod">
          <ac:chgData name="이민재" userId="f97f16f7-28a5-49bd-9e05-fb3ef63d7997" providerId="ADAL" clId="{7BF803D9-3494-41B9-9213-E73D7BF54335}" dt="2023-07-27T16:45:54.549" v="32647" actId="478"/>
          <ac:spMkLst>
            <pc:docMk/>
            <pc:sldMk cId="2400723634" sldId="832"/>
            <ac:spMk id="192" creationId="{55F6D75E-E8E8-65A8-9D53-A93313291C2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5" creationId="{43643EC2-F37C-CCF1-D873-EB5351B2ACF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6" creationId="{91A3C0ED-19D1-B6A9-A9FB-9F9506AFF05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7" creationId="{402C7BCD-C398-99E3-EA24-01F9D09AE8A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8" creationId="{B07EE5CE-1B00-7C5B-7114-AB6A2F333B4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9" creationId="{8D170971-5895-BD19-AB7D-48E5A41B76A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0" creationId="{37828E5C-19DE-8A0D-0A59-CD0E35DE1B8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1" creationId="{7AA3C2C5-201A-51ED-5980-B394BCA6507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2" creationId="{CB4AE931-019C-6188-DE45-17ADB530AA6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3" creationId="{72A199B5-DB6A-481C-B584-CB22E5429817}"/>
          </ac:spMkLst>
        </pc:spChg>
        <pc:spChg chg="add del mod">
          <ac:chgData name="이민재" userId="f97f16f7-28a5-49bd-9e05-fb3ef63d7997" providerId="ADAL" clId="{7BF803D9-3494-41B9-9213-E73D7BF54335}" dt="2023-07-27T16:51:48.699" v="33116" actId="478"/>
          <ac:spMkLst>
            <pc:docMk/>
            <pc:sldMk cId="2400723634" sldId="832"/>
            <ac:spMk id="204" creationId="{1909103E-2787-1AB9-1235-F135CED23B67}"/>
          </ac:spMkLst>
        </pc:spChg>
        <pc:spChg chg="add del mod">
          <ac:chgData name="이민재" userId="f97f16f7-28a5-49bd-9e05-fb3ef63d7997" providerId="ADAL" clId="{7BF803D9-3494-41B9-9213-E73D7BF54335}" dt="2023-07-27T16:51:48.699" v="33116" actId="478"/>
          <ac:spMkLst>
            <pc:docMk/>
            <pc:sldMk cId="2400723634" sldId="832"/>
            <ac:spMk id="205" creationId="{32A4CEA2-98DA-ADC9-A256-10CCBD48FCF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6" creationId="{55D55D87-0B9C-6300-901E-BD956C3A6D6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7" creationId="{5C70A4A2-56FE-9176-1FFF-09B299011AC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8" creationId="{027E0408-398E-1B9B-551C-61816CA063D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9" creationId="{19B619A6-C53A-CFF9-56BA-A17F141FCAD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0" creationId="{52B25144-3520-7B96-B100-8490E2FB7CB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1" creationId="{E5C5F666-049C-26E2-B38A-B62D5D21E14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2" creationId="{8609C8CB-77A9-D84D-CAC2-9E252B8AF65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3" creationId="{42A98125-A4BC-F410-35BA-BD1C715A1C1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4" creationId="{DA501BBA-EF2E-3B67-905A-0CA06A192203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6" creationId="{C13665BE-2C39-B71D-BD32-2C798DD4806C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7" creationId="{C3CD922E-2664-C1AC-C510-439E16C62C9D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8" creationId="{5A61EFFC-2825-E16F-AE6D-9BE91DF9B42E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9" creationId="{8D475788-8C5B-4962-8336-0940CB686D13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27" creationId="{CDD533FC-6495-7C49-B495-0145D0337CD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28" creationId="{FA9C6910-1188-9FA5-FF0A-B44A1ECEDA51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1" creationId="{033866DE-421A-13A1-489C-5CD725948F3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2" creationId="{D8EA9CA6-CE64-7607-F386-EAE6C49BFB04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3" creationId="{64A34530-91E7-AAD8-05DE-AD0A8EBAE957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4" creationId="{D41CD2DB-B025-DFC4-B562-3E8A53A13C5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5" creationId="{32D2FFC5-4009-85F1-A293-2027D760A5F4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6" creationId="{287F1236-2E3C-873F-9FB4-3452CB669939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4" creationId="{8B4924BF-94D2-D475-AC1C-14A5E2B32708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5" creationId="{2EDCCD01-D57C-16D1-B7F6-2698EE0FFEF9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6" creationId="{F4C740FD-F0B4-2326-4B7A-A8CDE200DB33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9" creationId="{D8AB6CF3-90E7-9B07-E4DC-DE9E84947BA1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0" creationId="{F38F970B-A912-1D63-BCA2-0A94F6104C9E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1" creationId="{762DA3DA-3D78-B177-2E9C-A295546BBD60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2" creationId="{5E919059-035F-CFE9-103E-4B36E809500D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3" creationId="{F8208CA0-0486-F0BA-7FEF-E751B05C9537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4" creationId="{68CC5DF1-1FB8-E0ED-6067-1754E0FE6739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1" creationId="{DB6A1E96-CFC7-E642-052A-999018DD44A5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2" creationId="{93B47DCE-5E15-0341-4EA3-2A324224F3FF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3" creationId="{78579A36-11F7-9326-C852-CD2D5C45D0F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6" creationId="{EA8090A2-16A1-A121-A5C0-CB77588E2103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7" creationId="{3A123FFA-42F3-BC4E-353A-3546B5CF014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8" creationId="{B2514132-285C-C686-8526-05379193849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9" creationId="{D3EFFB6C-F69B-53B8-0AD0-A9BE1E80E99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90" creationId="{9B572A0A-2899-85CC-EFB4-1D1AC7D3A9C6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91" creationId="{CA962417-0FAE-0E51-E2CF-321EE5038C90}"/>
          </ac:spMkLst>
        </pc:spChg>
        <pc:spChg chg="add mod">
          <ac:chgData name="이민재" userId="f97f16f7-28a5-49bd-9e05-fb3ef63d7997" providerId="ADAL" clId="{7BF803D9-3494-41B9-9213-E73D7BF54335}" dt="2023-07-27T17:21:33.776" v="34190" actId="1076"/>
          <ac:spMkLst>
            <pc:docMk/>
            <pc:sldMk cId="2400723634" sldId="832"/>
            <ac:spMk id="301" creationId="{A3FA2B69-0469-B68E-5D28-1BAF7969167E}"/>
          </ac:spMkLst>
        </pc:spChg>
        <pc:spChg chg="add del">
          <ac:chgData name="이민재" userId="f97f16f7-28a5-49bd-9e05-fb3ef63d7997" providerId="ADAL" clId="{7BF803D9-3494-41B9-9213-E73D7BF54335}" dt="2023-07-27T16:58:00.771" v="33328" actId="478"/>
          <ac:spMkLst>
            <pc:docMk/>
            <pc:sldMk cId="2400723634" sldId="832"/>
            <ac:spMk id="302" creationId="{844E06C6-3E6E-A9E3-8A88-8D1FE0E6E83F}"/>
          </ac:spMkLst>
        </pc:spChg>
        <pc:spChg chg="add del mod">
          <ac:chgData name="이민재" userId="f97f16f7-28a5-49bd-9e05-fb3ef63d7997" providerId="ADAL" clId="{7BF803D9-3494-41B9-9213-E73D7BF54335}" dt="2023-07-27T17:00:14.292" v="33434" actId="478"/>
          <ac:spMkLst>
            <pc:docMk/>
            <pc:sldMk cId="2400723634" sldId="832"/>
            <ac:spMk id="303" creationId="{F92CA8E9-A560-3BD3-2C45-6D816485A0A4}"/>
          </ac:spMkLst>
        </pc:spChg>
        <pc:spChg chg="add mod">
          <ac:chgData name="이민재" userId="f97f16f7-28a5-49bd-9e05-fb3ef63d7997" providerId="ADAL" clId="{7BF803D9-3494-41B9-9213-E73D7BF54335}" dt="2023-07-27T17:21:26.156" v="34188" actId="1076"/>
          <ac:spMkLst>
            <pc:docMk/>
            <pc:sldMk cId="2400723634" sldId="832"/>
            <ac:spMk id="304" creationId="{B5B473F6-A368-74F8-A74F-D4CE32DD03A1}"/>
          </ac:spMkLst>
        </pc:spChg>
        <pc:spChg chg="add del mod">
          <ac:chgData name="이민재" userId="f97f16f7-28a5-49bd-9e05-fb3ef63d7997" providerId="ADAL" clId="{7BF803D9-3494-41B9-9213-E73D7BF54335}" dt="2023-07-27T17:00:41.639" v="33438" actId="478"/>
          <ac:spMkLst>
            <pc:docMk/>
            <pc:sldMk cId="2400723634" sldId="832"/>
            <ac:spMk id="305" creationId="{7371AA6B-C9A2-0C20-4A8D-8BF96E3159D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6" creationId="{3960BAD7-AF0E-71DB-A624-8B78E666CAA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7" creationId="{D9418764-3379-DE2B-13D9-9FE7F1CEF89E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8" creationId="{A8739404-85AD-8F6B-6777-4B7FAA6CC25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9" creationId="{BEEE1CB1-DB53-F77A-B2ED-8DF03B98E88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0" creationId="{3E492DA8-813E-0932-C6CA-E35EF8DA6A7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1" creationId="{8AAA619A-0E28-9941-8FDB-F75A192EB3FF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2" creationId="{4E185EE5-4532-3373-7531-76E60870091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3" creationId="{4C76D649-0A75-E04E-C596-18C0F8B29A27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4" creationId="{E7BD3A99-766A-703C-7968-9E6071FF329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5" creationId="{A0219478-1CC3-05B0-95B2-56DFE1569BD0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6" creationId="{48740D75-246E-F17A-F5EB-201E5A218B85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7" creationId="{338A351D-4F1B-7381-9725-AC9669847EC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8" creationId="{7E9D57AC-DDB0-E276-93A3-272BD7CAE36C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9" creationId="{A3E439C9-94BD-8BE9-B754-EF073E8A12DA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0" creationId="{5148D69B-F50D-5BA8-D685-B196A4851725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1" creationId="{82DFF0C2-8B7B-F1E5-5311-ECDC042A16ED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2" creationId="{495D545A-109D-9DE5-BD54-65C35D5BEDBF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3" creationId="{9AAF9F00-F056-9699-8502-0BF2A15F4859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4" creationId="{3A78F469-5D36-D6F8-9181-25906AE50B1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5" creationId="{4FCC4FFE-9965-ACA5-A279-4779AF49764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6" creationId="{8E8051DA-6E90-1281-E810-3B4ADC173C7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7" creationId="{42859E2E-FCD1-2DB4-45B1-E498A3FDCCA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8" creationId="{59EE995F-F0C7-5A08-BBA4-84381F02143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9" creationId="{7A05F1F6-D8AF-AAE5-3684-58ACE4C9392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0" creationId="{AA73C410-4C27-6FCB-D114-630318311AF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1" creationId="{57A7DEF8-91AA-F59F-F9F8-DAD49FE4E74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2" creationId="{B97EF00C-767E-6BB7-A52E-238A414A55A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3" creationId="{0B8A25DF-367A-EAB7-8601-98125BFEADFC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4" creationId="{01A9AD8C-2823-1E6A-A75B-1B299A6FB435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5" creationId="{00901A86-27E2-BBF2-BF9C-144FBED9F76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6" creationId="{300223BA-FF86-F26A-4A21-8696704C95D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7" creationId="{F5AA8F11-415C-6D78-EC38-25A3EF7599C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8" creationId="{F8E35F6E-384D-2360-EB88-527EE89538A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9" creationId="{D174F4B0-917A-46E1-8C63-5998348F841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0" creationId="{F3438CF5-D93A-319C-88C4-E48835F524D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1" creationId="{979F3120-C4E8-0F64-A3D5-60CD444532C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2" creationId="{60EAB4D8-AA80-62B8-AD93-07790AF67FF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3" creationId="{650DDB77-087E-6954-B115-AC6FBA7A0B2A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4" creationId="{27C9B06B-81C2-D58C-E68D-D6CE60F795C9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5" creationId="{FD9C3A2C-1BA8-B2EF-34B3-91F79D3A173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6" creationId="{C3ADE5E9-17ED-1F11-E532-CE1D274C3F6C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7" creationId="{3D2968F9-99F8-AA2F-D5B4-3F3D9957A05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49" creationId="{8453EB3D-3985-71D1-8D74-3A7E153A99A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0" creationId="{423C09C7-D6E6-0DAB-44F4-9DB4EC38F50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1" creationId="{B6B8C232-3B28-17DB-BD87-EFFACBC9B2E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2" creationId="{6001CAF5-52A3-B588-9A6C-4A9DA54277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3" creationId="{87A84A82-D165-7DD8-99AD-5A0433F457F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4" creationId="{1303A776-2564-9B3F-84BB-CEB0D36EE04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5" creationId="{20F3A67D-EE76-2D10-ED7B-395C8074718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6" creationId="{DBCE69E9-3099-6C1D-927D-6CA6B3DA489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7" creationId="{54D3E100-093A-1E38-4903-48D77D68811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8" creationId="{E978E40D-3B6C-DA7A-1E32-C0B98CD5071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9" creationId="{E814D6CC-1B9B-2A1B-9339-16CDE4BA93C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0" creationId="{54602ADA-AD96-85A7-A11C-CC0992AEEB7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1" creationId="{86AC3830-1332-5E05-C623-B3614703E6D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2" creationId="{90BB694D-2884-27D6-BA69-D9253DBFD3A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3" creationId="{E0F0B51F-0613-E7D4-D14A-4FF40E261AE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4" creationId="{7B7932BA-74D9-C650-6AE8-83D4FCD48EA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5" creationId="{014C9952-46FB-2F1F-4D83-DEB09CD8F8E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6" creationId="{3EBA4622-E66A-F5B2-3D55-595806E7E9A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7" creationId="{57E3FF59-542C-AC03-5186-BCBB2955508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8" creationId="{E36A244D-2FE0-8596-F32B-2D4B55A253B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9" creationId="{132D4418-0C11-9DEC-9C0A-5CBAADCA1E3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0" creationId="{42249BC8-C28B-CF46-1FB0-A866616B2FE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1" creationId="{36EA7A1C-38FB-7921-A9B1-189916CDE6A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2" creationId="{1421ED52-2729-F931-1D95-C2B5D72A90D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3" creationId="{9DBFE5D0-E4B6-0E79-7DE0-0F5E28A8DD9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4" creationId="{84B4A0B7-5B5A-7268-D5D0-91D9D94D74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5" creationId="{44E6AF4E-328B-00AF-B641-C54AE62638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6" creationId="{265BE5CA-4176-65E8-1569-AF325C96E32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7" creationId="{37597040-A428-91AB-C90F-5F32D187223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8" creationId="{A02E423D-0FE5-C3B2-7A93-C46C4BD0F2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9" creationId="{81C1AA4B-CCF9-1507-B5C8-0E6A71C76A8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0" creationId="{1EA59FBA-4308-737B-AFA7-FB0D9C36CEC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1" creationId="{F9727B0B-464B-041A-CB81-4B8BDCA36F7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2" creationId="{59CF9373-561F-D4BD-9872-54C8E801CB3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3" creationId="{51D052AE-F84D-E246-B4BA-E4DAA39C3A4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4" creationId="{535677C2-0B02-4BB4-6287-749D8DA8782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5" creationId="{FC070B4A-416F-F856-2CBD-B52565F377B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6" creationId="{55014564-3067-3151-F6B8-78733199877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7" creationId="{2A69D5FB-2330-1090-1F94-A299C221E43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8" creationId="{A8F5BB15-6927-25C6-641C-FDA450EBE1A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9" creationId="{7161B01E-3C66-CC8D-8CA7-9C0AD193FF3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0" creationId="{0AE1B0E7-A356-F748-BA1D-ED181BF6143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1" creationId="{4EEC4A05-BF83-0F61-C1EA-AD7ECF9F64F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2" creationId="{5F9999E0-1B5B-C36B-011E-773C2705026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3" creationId="{EE7FFBB9-4B9A-67DB-6407-9AF632F339D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4" creationId="{578B791F-ED12-037E-8DAB-398B91C189D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5" creationId="{F47B1BC3-0D1E-AA8D-6CA6-BCDB08BC6BE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6" creationId="{031FF421-158D-9964-FA7E-EF53F7EBC4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7" creationId="{4166EDB1-6EA3-31E5-F19C-A1FE16A47C7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5" creationId="{6BE9ADE6-545E-9590-FEEA-C57F00280CD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6" creationId="{0C77CDE1-3EDF-604D-F903-20264C17611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7" creationId="{C7F95879-D4B1-8F62-1367-17234E6DDF7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8" creationId="{270B4CD1-B424-843B-450A-B1A7B9A78BB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9" creationId="{FC27B997-CC3C-FF7F-10D4-A37215B62B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0" creationId="{B0AA4C00-AAF8-8E70-6477-0E5EB09E8C9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1" creationId="{F37BDFF0-9734-2E38-4444-C6CD525CD7E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2" creationId="{DF70E7E8-3FEC-BA66-0444-CD93E1B5A1C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3" creationId="{E69A3D1C-84F0-93C8-8F1C-D6B24CBAB4C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4" creationId="{EA8B493B-AE9E-7533-671C-C15F8CB4E84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5" creationId="{C0DDABB3-E6E7-6321-C88E-F46A0884E47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6" creationId="{E127364A-2EF2-24ED-C883-EA4F30BDBB2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7" creationId="{A33AADF4-26D5-2BC3-F27E-4062E494B0A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8" creationId="{E34CA9A5-85FC-ACB6-F9DF-FD5D697AFA2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9" creationId="{FA80E143-7E72-BCBB-D611-F28DA4A9064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0" creationId="{176BE741-D1E3-7C96-5447-BAA31D3EEB5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1" creationId="{C06B9AA2-09A3-81FE-B5DC-09D8AB25F24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2" creationId="{05263BF0-5FBC-7064-9C64-94181106059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3" creationId="{57822672-D5EA-A7AF-4444-38D739D586A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4" creationId="{26E678FB-B273-3425-EEC3-8F6E1852BE0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5" creationId="{06B37B14-5BAD-A894-8E6E-C8376F5451F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6" creationId="{81D8794B-F29F-E168-39BF-C8364C04EB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7" creationId="{E5C0A95C-3E8B-F89E-94A9-9B2CFBEE2D4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8" creationId="{626A678B-0026-E470-0944-73E79963586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9" creationId="{285E40FA-63FB-1603-6607-B1F8ABC642A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4" creationId="{9041E913-2803-1424-28A9-8A57C7406E6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5" creationId="{0081A0A8-EC26-EDEB-C2EF-2AB7D4D71DB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6" creationId="{715CE0E2-73F8-B94A-1464-4DDD2DF0F69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7" creationId="{E275CF40-3A35-0ACD-8859-5DDF08C9B44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8" creationId="{3D3DD938-40CB-BB5B-A9EB-CB5EC79F37F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9" creationId="{59CA45E2-33EA-9394-9220-A9C679C6A92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0" creationId="{BD428450-66AB-8AFF-2D0A-C49A3C71941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1" creationId="{43A9AF16-A042-4270-7519-0EF1124243F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2" creationId="{11E9E4B3-2442-1CD2-2B1E-26257274AE8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9" creationId="{FB363748-4DDB-2B1F-76DC-B57A9FCCB14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0" creationId="{D7A44B9D-B30D-9609-B03A-52EE5B86DA3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1" creationId="{F8709855-0C68-590C-B1F7-B7BA31F0BF6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2" creationId="{FDB45CD4-4639-8A5E-4112-3E732054B52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3" creationId="{147EE907-CC89-61B4-1A61-060665D0D7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4" creationId="{4CA5E4A7-AB8E-5B09-36A7-53DDD80205C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5" creationId="{37E6E31A-9010-F1A9-8E7A-BEE9CBDE86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6" creationId="{F54C0BA5-2441-1F4D-ADB5-D2D7B34EA25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7" creationId="{FD4117C5-A030-2586-C043-98E396F1AB5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4" creationId="{BAA6E591-5FCA-E6D1-A642-56759EC1AD4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5" creationId="{E289827A-DD72-5346-E3A9-478F1D60C5D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6" creationId="{591E9DD6-0313-5F0C-7526-F1ED44DA25A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7" creationId="{DD3F3228-9B6C-D524-B6D0-A9B88C51DC1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8" creationId="{BC83054A-AD47-EF65-C057-D3020E46B53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9" creationId="{8966E028-F2EF-FAE3-AF76-EE6A5CFF1D6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0" creationId="{9767484B-AF57-0310-7DE2-276E217E369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1" creationId="{35C3E593-882C-F281-2870-578EEA5CC15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2" creationId="{6F0FAFDE-5BC5-0995-4B57-109F1FEA67D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9" creationId="{8DC6B68B-ECA4-C6D8-CE5F-76809A3C7B4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0" creationId="{7B6B3B4C-19F1-6B77-CD46-268185EA654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1" creationId="{1FFF4425-C1AB-B636-26A1-ABB94F2C78B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2" creationId="{BFE78919-F32D-56E3-7FFB-DB0F924F99B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3" creationId="{26B23B03-94D9-D82E-77D7-08D0B4BE6DC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4" creationId="{E94C641B-C916-C694-BE31-6827152729B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5" creationId="{74B07E92-E693-4022-3649-9FCB696AE3E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6" creationId="{19DE19B4-0B40-A500-3197-2F0BBD9D04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7" creationId="{97F689F7-46B6-2421-088E-320BF5A8EFA5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4" creationId="{8A1B8E4F-6CD6-A288-E0B6-CC6875C6F9BF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5" creationId="{840FFA6D-7B0A-A834-8AE3-E4318534ED15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6" creationId="{3C86F3F5-ED19-D2A3-EA51-DD573515C683}"/>
          </ac:spMkLst>
        </pc:spChg>
        <pc:spChg chg="add del mod">
          <ac:chgData name="이민재" userId="f97f16f7-28a5-49bd-9e05-fb3ef63d7997" providerId="ADAL" clId="{7BF803D9-3494-41B9-9213-E73D7BF54335}" dt="2023-07-27T17:02:40.707" v="33510" actId="21"/>
          <ac:spMkLst>
            <pc:docMk/>
            <pc:sldMk cId="2400723634" sldId="832"/>
            <ac:spMk id="507" creationId="{8A0ADA8C-EC59-5BA2-274B-102C1D09C089}"/>
          </ac:spMkLst>
        </pc:spChg>
        <pc:spChg chg="add mod">
          <ac:chgData name="이민재" userId="f97f16f7-28a5-49bd-9e05-fb3ef63d7997" providerId="ADAL" clId="{7BF803D9-3494-41B9-9213-E73D7BF54335}" dt="2023-07-27T17:02:43.685" v="33511"/>
          <ac:spMkLst>
            <pc:docMk/>
            <pc:sldMk cId="2400723634" sldId="832"/>
            <ac:spMk id="508" creationId="{B3E44274-94E8-E795-7811-D04262ECA209}"/>
          </ac:spMkLst>
        </pc:spChg>
        <pc:spChg chg="add mod">
          <ac:chgData name="이민재" userId="f97f16f7-28a5-49bd-9e05-fb3ef63d7997" providerId="ADAL" clId="{7BF803D9-3494-41B9-9213-E73D7BF54335}" dt="2023-07-27T17:04:24.356" v="33628" actId="1038"/>
          <ac:spMkLst>
            <pc:docMk/>
            <pc:sldMk cId="2400723634" sldId="832"/>
            <ac:spMk id="509" creationId="{B53DBB0C-8A0E-6CE2-6641-4809EADF22DC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10" creationId="{5BA65020-C0F1-7250-49C1-F5CA43D1954A}"/>
          </ac:spMkLst>
        </pc:spChg>
        <pc:spChg chg="add del mod">
          <ac:chgData name="이민재" userId="f97f16f7-28a5-49bd-9e05-fb3ef63d7997" providerId="ADAL" clId="{7BF803D9-3494-41B9-9213-E73D7BF54335}" dt="2023-07-27T17:20:30.192" v="34127" actId="478"/>
          <ac:spMkLst>
            <pc:docMk/>
            <pc:sldMk cId="2400723634" sldId="832"/>
            <ac:spMk id="511" creationId="{723E46ED-9AB9-5B82-A3B5-AEFD19AA86FE}"/>
          </ac:spMkLst>
        </pc:spChg>
        <pc:spChg chg="add mod">
          <ac:chgData name="이민재" userId="f97f16f7-28a5-49bd-9e05-fb3ef63d7997" providerId="ADAL" clId="{7BF803D9-3494-41B9-9213-E73D7BF54335}" dt="2023-07-27T17:07:53.664" v="33710" actId="692"/>
          <ac:spMkLst>
            <pc:docMk/>
            <pc:sldMk cId="2400723634" sldId="832"/>
            <ac:spMk id="512" creationId="{0FC7E2D4-EBBC-F4D1-53EE-7264775F60E6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13" creationId="{735732D8-011C-251A-F243-45AD1AF18AC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15" creationId="{5FC62156-A09D-868C-CA12-E94BD42073A2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3" creationId="{DC6398FB-B824-A8BD-D515-C11B327A493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4" creationId="{18346D01-210A-BF94-870A-155345F55C32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5" creationId="{A7838F65-1ACE-EDD3-75A5-CE553AA8034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8" creationId="{F19E8931-1D54-63AD-A50C-7E0C8B07E14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9" creationId="{7CDDA891-9D5C-BFA7-92D4-37CE552EBAE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0" creationId="{89B3018C-512F-3958-7C8D-2BC98C7EE20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1" creationId="{ABDF724B-8B3B-8E90-4B6E-DA6466DE0736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2" creationId="{EE446A07-3F1E-B845-B967-8099C7FA448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3" creationId="{1A88DE10-FAFD-D6DC-AD42-0497D45C4C2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43" creationId="{B26A621D-B8F4-4AFB-BA5E-18FC3B55A463}"/>
          </ac:spMkLst>
        </pc:spChg>
        <pc:spChg chg="add mod">
          <ac:chgData name="이민재" userId="f97f16f7-28a5-49bd-9e05-fb3ef63d7997" providerId="ADAL" clId="{7BF803D9-3494-41B9-9213-E73D7BF54335}" dt="2023-07-27T17:12:30.294" v="33780" actId="1076"/>
          <ac:spMkLst>
            <pc:docMk/>
            <pc:sldMk cId="2400723634" sldId="832"/>
            <ac:spMk id="544" creationId="{97549125-DC08-8E4C-6162-60263D774AF7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45" creationId="{6CC3705E-2C9B-6246-CAD2-141E6C39593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46" creationId="{BDC3F110-4596-6B81-78FF-68699E7840F9}"/>
          </ac:spMkLst>
        </pc:spChg>
        <pc:spChg chg="add del mod">
          <ac:chgData name="이민재" userId="f97f16f7-28a5-49bd-9e05-fb3ef63d7997" providerId="ADAL" clId="{7BF803D9-3494-41B9-9213-E73D7BF54335}" dt="2023-07-27T17:20:29.231" v="34126" actId="478"/>
          <ac:spMkLst>
            <pc:docMk/>
            <pc:sldMk cId="2400723634" sldId="832"/>
            <ac:spMk id="547" creationId="{6A28F9CA-B317-D850-3292-653EDFC1268A}"/>
          </ac:spMkLst>
        </pc:spChg>
        <pc:spChg chg="add mod">
          <ac:chgData name="이민재" userId="f97f16f7-28a5-49bd-9e05-fb3ef63d7997" providerId="ADAL" clId="{7BF803D9-3494-41B9-9213-E73D7BF54335}" dt="2023-07-27T17:23:14.558" v="34337" actId="1035"/>
          <ac:spMkLst>
            <pc:docMk/>
            <pc:sldMk cId="2400723634" sldId="832"/>
            <ac:spMk id="548" creationId="{57D5353C-7E10-9033-4CA5-D4F65EC6064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549" creationId="{03005D6A-F682-2883-2FC9-B313F544AEAB}"/>
          </ac:spMkLst>
        </pc:spChg>
        <pc:spChg chg="add del mod">
          <ac:chgData name="이민재" userId="f97f16f7-28a5-49bd-9e05-fb3ef63d7997" providerId="ADAL" clId="{7BF803D9-3494-41B9-9213-E73D7BF54335}" dt="2023-07-27T17:14:33.922" v="33901" actId="478"/>
          <ac:spMkLst>
            <pc:docMk/>
            <pc:sldMk cId="2400723634" sldId="832"/>
            <ac:spMk id="550" creationId="{4D70AF4E-05AD-761C-EB8B-4C95DE7C5E1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551" creationId="{A18E887D-29AA-EE16-02ED-8CD0190EA51B}"/>
          </ac:spMkLst>
        </pc:spChg>
        <pc:spChg chg="add mod">
          <ac:chgData name="이민재" userId="f97f16f7-28a5-49bd-9e05-fb3ef63d7997" providerId="ADAL" clId="{7BF803D9-3494-41B9-9213-E73D7BF54335}" dt="2023-07-27T17:22:16.869" v="34253" actId="1076"/>
          <ac:spMkLst>
            <pc:docMk/>
            <pc:sldMk cId="2400723634" sldId="832"/>
            <ac:spMk id="610" creationId="{AA6B740C-8AA1-2087-97A0-A418023EBFAC}"/>
          </ac:spMkLst>
        </pc:spChg>
        <pc:spChg chg="add mod">
          <ac:chgData name="이민재" userId="f97f16f7-28a5-49bd-9e05-fb3ef63d7997" providerId="ADAL" clId="{7BF803D9-3494-41B9-9213-E73D7BF54335}" dt="2023-07-27T17:22:24.064" v="34255" actId="1076"/>
          <ac:spMkLst>
            <pc:docMk/>
            <pc:sldMk cId="2400723634" sldId="832"/>
            <ac:spMk id="611" creationId="{420B8984-A082-A39F-6DE8-81A7902F39D3}"/>
          </ac:spMkLst>
        </pc:spChg>
        <pc:spChg chg="add mod">
          <ac:chgData name="이민재" userId="f97f16f7-28a5-49bd-9e05-fb3ef63d7997" providerId="ADAL" clId="{7BF803D9-3494-41B9-9213-E73D7BF54335}" dt="2023-07-27T17:23:11.720" v="34334" actId="1076"/>
          <ac:spMkLst>
            <pc:docMk/>
            <pc:sldMk cId="2400723634" sldId="832"/>
            <ac:spMk id="612" creationId="{F181AB28-CC8D-ABFD-689C-A7EC3CBECDC6}"/>
          </ac:spMkLst>
        </pc:s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44" creationId="{4E141EB0-A99C-372F-92CC-A91AC1A7DD78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52" creationId="{A5E55818-0732-7B5F-965D-16E7BA466811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60" creationId="{FE2C7AAB-0191-9725-E60F-BABF7117DC4C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68" creationId="{59067FA4-478C-8AD9-9838-2A67FBAC69E2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76" creationId="{0C485229-A681-1D83-AE7D-D89B12814854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84" creationId="{04ABEDBF-5672-B91D-BCAB-E82FEBB639D5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36" creationId="{03264243-EF68-67AD-36F0-442BDBD3F236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44" creationId="{336066B7-CDFD-1EBF-8ADE-8833C7635272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52" creationId="{9287C966-6B92-B4A9-E5E8-7F2B41363BD3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60" creationId="{B3B92D9B-AF03-AE48-7DA0-E7385ABCA095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348" creationId="{6BDF5D93-A9EA-27E4-1BEE-8764BF1956BB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04" creationId="{3ECC0ECB-EF55-9BA3-A8A0-E5139C4D954B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39" creationId="{DC838438-C536-D0C4-BD9D-D5589B985B83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0" creationId="{CC64CC74-4C23-9E36-0CAD-142BA33DEB8C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1" creationId="{1C90FCB9-FB42-8934-79B9-010ECA0BCEA9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2" creationId="{2398DC01-2A61-F6BF-D982-84A3008D3C63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3" creationId="{3E67D810-D06E-1CDA-97C4-9F6C6CBA23AD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69" creationId="{7BB6BD51-4A0F-C072-D0C4-4B315D439478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70" creationId="{1FA1BE40-745D-9751-2FD3-D61B39EADE67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75" creationId="{D835378E-33CE-F0DC-5AF2-F6026EDFDD5E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80" creationId="{058BE152-29AF-6552-3CC5-EDFAC94BCA34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85" creationId="{F559892D-A97C-5F67-54C5-F35D7A087C12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90" creationId="{2F540840-29DF-BF92-DE5E-B761035FD53A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95" creationId="{E62CC3D2-438D-767B-3D3D-D4916588CE15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600" creationId="{4210D6F2-C1C2-6C88-74D2-28672956B63B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605" creationId="{24C65692-077F-52EC-AD78-ADD40659F2C0}"/>
          </ac:grpSpMkLst>
        </pc:grp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5" creationId="{8313DBD1-E9E9-0E1E-306A-C06BC9B7C2F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6" creationId="{673DB32C-C591-03E6-EB0C-F6C8C14054D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6" creationId="{C06E9573-DC98-09EF-936D-97D867FF530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7" creationId="{B35C3040-9885-7833-BB23-7F0B66D59A8E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7" creationId="{C371D84E-4530-91ED-4BA1-7DE363807EDB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8" creationId="{2CB49238-BC0D-5EA7-CBBB-B35A21F3FF3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8" creationId="{E9250C0D-C7DA-1282-FC4D-61077AEA750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9" creationId="{E3A45076-8898-3CD5-FD57-05C6D828FD3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0" creationId="{7E6C495C-0E98-AC7D-C597-0A5AACFD06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1" creationId="{EE12C24C-8FB1-DD1C-D52F-D971EDF1764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2" creationId="{F453E888-3522-3EAA-9F3B-65B2C45B320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3" creationId="{E73BDEDC-C991-DB3F-A3FA-6D31E88BA41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4" creationId="{94AAFDF3-0B37-40BF-8F10-EE552DE4C5A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5" creationId="{7330DF3B-5490-03A9-3248-57827766825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6" creationId="{A41F267C-3394-DAAE-9007-874B0E8C270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1" creationId="{309DCF04-A87A-8AAE-A2B1-D6F6BF43A87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2" creationId="{8C8F3201-7EAE-E3C9-4084-C49EEFE51DF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3" creationId="{EDD1B6EE-14B9-C67A-6A02-76AA71E8164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5" creationId="{9BE011EF-29E6-39D4-9342-7C018C15486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23" creationId="{3522203F-46EB-0C97-A8B7-8C0BC0F81E7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24" creationId="{9717EF97-2F38-A65B-70DD-A3667FA179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68" creationId="{BB1FE396-DFAA-2B11-2807-FD7F8959D02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69" creationId="{B7595461-DC68-7238-F4C2-160989BA497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0" creationId="{09AA64F2-BA28-F231-F9AB-7CB6CF2CA65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5" creationId="{2D8C77A8-8E9E-07C0-C773-0DE59AC875E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6" creationId="{FBC7B9C3-9D3E-0625-DCC3-C3C8ED3FAC6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3" creationId="{BC74CB13-4FCB-2A6A-9A58-888F625F56D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4" creationId="{F960D433-387F-0098-72D4-C38382074C1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5" creationId="{53B69A00-1AF4-25A4-2857-D561CAB32A1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6" creationId="{0E62D4F7-2CF7-8CAF-1880-454D4733C3C4}"/>
          </ac:graphicFrameMkLst>
        </pc:graphicFrameChg>
        <pc:graphicFrameChg chg="add mod">
          <ac:chgData name="이민재" userId="f97f16f7-28a5-49bd-9e05-fb3ef63d7997" providerId="ADAL" clId="{7BF803D9-3494-41B9-9213-E73D7BF54335}" dt="2023-07-27T17:04:24.356" v="33628" actId="1038"/>
          <ac:graphicFrameMkLst>
            <pc:docMk/>
            <pc:sldMk cId="2400723634" sldId="832"/>
            <ac:graphicFrameMk id="215" creationId="{CD8F3E94-BB98-F010-1857-2E5B34A2644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0" creationId="{06E66B78-4215-8F5F-33E6-B2606343253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1" creationId="{FF26E2EF-ABE5-79C5-B60E-4B834DB71C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2" creationId="{A89BBB94-6C9D-951B-A1A6-0DCCA5B0066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3" creationId="{AA0542B9-3C23-43D2-7764-634FA956EE66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4" creationId="{BA312F43-ADF6-0EB5-6323-DA933963519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5" creationId="{1D954CCA-D8A7-99BC-D28F-3F5F07B8A4AB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6" creationId="{8C195ADF-3DDD-A247-0241-20C6E57F3DE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9" creationId="{43806C26-3E04-9579-AD50-8FDC73FC32C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30" creationId="{84E6DFF9-B9D8-4BCA-27B0-D1AE64D2FEB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0:52.010" v="34149" actId="1037"/>
          <ac:graphicFrameMkLst>
            <pc:docMk/>
            <pc:sldMk cId="2400723634" sldId="832"/>
            <ac:graphicFrameMk id="246" creationId="{5F391F62-EC32-6C2A-75DA-5AFAEF2E18C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7" creationId="{764DE5E1-ED8D-D2DD-FB4C-37DEBD7FFCD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8" creationId="{3F036BB5-7B9A-F7E4-2C8E-6123B1534CF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9" creationId="{C1F80655-7FAE-1373-80B2-D9DD0A6E69F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0" creationId="{069A3626-137C-9AF0-E2EF-B52F8921C89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1" creationId="{4E810A5B-5287-F687-30B2-28B9A01049D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2" creationId="{A58CD044-1851-F03E-1169-53D0344C61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3" creationId="{FFEF5096-4E70-813E-A9F7-DB513899D90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7" creationId="{67783BCD-60EF-1A98-A1F2-5EAE934A881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8" creationId="{75B3CC35-B288-99AD-B6E1-3F4F7D3285D7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4" creationId="{17912B6D-358D-ACF5-58D2-B5302001D828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5" creationId="{B65F651C-B629-8FBE-96EE-934B577806EF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6" creationId="{5D7510BF-E9A5-0AA9-7A85-9167423C74AC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7" creationId="{62B374EB-4CC6-968D-DD2D-442CEB211E30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8" creationId="{3D054B96-106A-0C59-9DCA-7EF3A36E92D9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9" creationId="{5306C9A5-B3BD-0E7D-04F4-53E5B5D6813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0" creationId="{3FBA38F9-14B1-1C28-E6A8-B9BAA015583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4" creationId="{C6ABF36A-EB8E-0AF8-EC4A-A38E809A89C6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5" creationId="{9817804A-7321-4143-1FA5-D3559E6EBEA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7:10:41.021" v="33747" actId="478"/>
          <ac:graphicFrameMkLst>
            <pc:docMk/>
            <pc:sldMk cId="2400723634" sldId="832"/>
            <ac:graphicFrameMk id="514" creationId="{6AC53955-EFDF-AD60-2FFE-3B974A0AB97F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6" creationId="{31F041A2-9D53-5934-01FB-FB4BF65DD33E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7" creationId="{84B38D7B-56C2-3B82-7DC2-C5ED15ACCCE0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8" creationId="{89131E55-CB52-3C4F-2097-1D09B50D6B49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9" creationId="{DC34FF0A-0730-7322-9177-C70E61C5679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0" creationId="{E9032031-90DE-BEBC-3F12-689AEBDFE24B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1" creationId="{2D4473E1-C26D-6A09-5E24-EC35CD6AADFE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2" creationId="{D1CD412D-1E1F-39A8-538B-CF96A8AE61A4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6" creationId="{00E0588C-0345-10A4-64AD-0153409FF6DA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7" creationId="{6B08A0A0-AF17-6883-1755-E31EE4F037C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2" creationId="{AEADD46F-B5CB-036A-D2EE-C75695B6D4EA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7:15:59.389" v="33943" actId="478"/>
          <ac:graphicFrameMkLst>
            <pc:docMk/>
            <pc:sldMk cId="2400723634" sldId="832"/>
            <ac:graphicFrameMk id="553" creationId="{19239DF7-F841-E222-3004-4E120366D977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4" creationId="{9FD3CE8D-C796-4543-BF06-B4BC975D4931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5" creationId="{18759485-D9A5-521E-EF6D-09BC68CE8E18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6" creationId="{422D0B4A-4A7D-B525-0B2F-08617634E87D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7" creationId="{AAF41551-B6DD-F97A-8888-D4F98C0AD0CA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8" creationId="{6D897CC9-E1CB-E429-D45A-7379E524492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9" creationId="{6D01DAAA-6DF9-2A2F-82B9-21535D01474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60" creationId="{46A1D941-4B97-22C1-174F-C044EE20D30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61" creationId="{7C5F4F10-D6E0-F4B0-57D8-4FB002342408}"/>
          </ac:graphicFrameMkLst>
        </pc:graphicFrame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9" creationId="{0CFA6FD9-1D92-68AB-0FBB-47A94CFD92DD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0" creationId="{F96AC160-755C-04AC-BA00-E369D1C01CB4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1" creationId="{1028D3AE-79A5-CEBD-5D02-F3EC5B9571A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2" creationId="{FA7E8CD0-B96B-8337-0A0C-4D50360C56C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6" creationId="{AA3537DD-0898-6CBD-F855-67339A45628E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7" creationId="{C223A981-0862-C82D-2DB1-164A80EFC2E7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8" creationId="{CA5BF9FA-4E41-CAA2-CDB4-499D9038D86A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9" creationId="{5422E8E8-7933-DABE-75AE-C5EEB7281CC9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6" creationId="{0E1335EC-3D88-B510-D062-5C970C29F5D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7" creationId="{C9A1B860-D733-B91C-29DC-B11CCCDFB13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8" creationId="{E4540E8E-4587-69F0-EAD3-A82EC85A3B7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9" creationId="{4F7D889E-194F-4EED-A5F3-C8E9AA50C53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0" creationId="{7D88D32D-8353-5F15-D713-9506DA40802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1" creationId="{7E80D5F7-EA21-D154-9677-A9A0D24D5C2B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4" creationId="{22138619-6EA7-0165-E02C-5C4BDD7686D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5" creationId="{3C1C2F7C-85C0-0D8B-4BD9-DCEFF5A3B44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6" creationId="{C031C26E-34BC-B784-3988-D8920CF3EC4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7" creationId="{9A137EB8-2849-ED12-5A7E-145DF7EDF82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8" creationId="{A21C9DBA-43C2-210D-2A7E-30BAC8C8582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9" creationId="{8E1D8330-0890-468E-7D92-F11B16E22C3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2" creationId="{DDB66A40-F191-6305-7233-11F93E79EC7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3" creationId="{94D2DAB6-B100-9462-509B-3D40950EEB3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4" creationId="{44B4449E-E10C-B9B1-5D68-3FD9622B078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5" creationId="{CB5DA9D7-0045-2055-56FD-583A604F358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6" creationId="{F5256007-8CF0-4EB7-E230-27C86665FA4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7" creationId="{742C77CF-7A17-36C5-2746-8E75D03222A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0" creationId="{6731A9E7-7B2C-861F-370C-1E7170EFB1D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1" creationId="{A820F797-7D25-E5C0-BE0F-767AA746DB5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2" creationId="{A7AD9E5E-8AA1-D8DC-88F8-E35F8ED9B12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3" creationId="{C2119A09-94A3-DFF6-CB9D-CEC4CB44094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4" creationId="{0BE1356E-D7E4-CCD2-59CC-E263A570684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5" creationId="{5EA09F76-226C-8DBF-96A4-DCA25D7BB30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8" creationId="{4EF1E8D1-A91E-F189-4A4E-355D2DB7E52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9" creationId="{3633047F-9FE5-AA85-E59D-0C82110ECAA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0" creationId="{50E70109-487D-0050-2EE9-48BADD9ABFA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1" creationId="{12F3BDA4-5486-A061-3200-6951FF7F63E9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2" creationId="{92116275-A330-7620-68FB-457AB41082E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3" creationId="{A274EA90-33D8-AFAE-8400-5F6701C5645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6" creationId="{3800DC7D-D11D-EC78-75FA-66C3BB0E01D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7" creationId="{82AE6516-D1F4-09B9-D3CE-C79BCFE6E12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8" creationId="{0AE4E808-2388-DA01-3C51-97D35F0F96E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9" creationId="{1D3A038A-E6C8-1AE5-80F8-7381DA34A46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90" creationId="{89BFF313-688F-A209-9D61-3B969F97ED9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91" creationId="{2562F7B0-7B7C-04A2-D319-37057AF13973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0" creationId="{0933D9CB-54CF-95F1-D8F4-2C5BBA6ABCA6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2" creationId="{E2A935EE-CE22-FC32-F035-3233B07B16F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5" creationId="{47B610BE-C65B-68A2-BD6F-C7AE1FFFC48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38" creationId="{238B290B-BDFD-B880-1229-3B98E9785D9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39" creationId="{04E085A9-96F5-57B5-B776-401BEFADA6B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0" creationId="{75BC0FE9-BAB2-EABC-8C1C-BFB5D371202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1" creationId="{82670DB1-579D-1249-02A0-0B4683DBAC9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2" creationId="{BEF568C6-38FB-4F7D-B2BB-439AAEE089AB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3" creationId="{625C04B7-7596-9AAE-9B17-B1FE013B5574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6" creationId="{DC5FC28D-3F63-F260-9EDD-835C47F68B5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7" creationId="{52436471-AE27-A9FF-91C5-CE591E3461B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8" creationId="{8FBF8556-EB6B-9145-ABC2-095728AAB63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9" creationId="{89E678F5-D648-3AE6-7B1A-83BE3C13EB9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0" creationId="{C2A06ED8-7915-4BED-86A3-C5E37933CF4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1" creationId="{0D76DE15-4E44-BC5F-6044-59F52FCB559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4" creationId="{964F5974-CD27-5D2E-2334-C03F470E250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5" creationId="{A098225A-B46F-6001-210C-277A5870F9E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6" creationId="{7D33B505-1077-67E3-9BE6-35AB77D293E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7" creationId="{3B6C223A-8ED2-83B0-0F34-0B93DEBCE7D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8" creationId="{F1249F22-3FC3-A25D-9D81-33A7A26B485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9" creationId="{02344582-338E-7FEF-1D80-9D45FE4DCD1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2" creationId="{CFDADD4D-2D9A-12E5-9042-962A3343EEE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3" creationId="{7CB413D2-A118-400E-A560-071E4FBBAE8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4" creationId="{FAE663AE-13FE-1AA9-432D-BB7C213E148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5" creationId="{860304AE-8E3B-514E-C737-D8CFB33F01E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6" creationId="{39597158-2FDC-403B-FE12-EE6AC4633C9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7" creationId="{1C90E000-E700-9AF1-B880-6D7403C7E95A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73" creationId="{D6BCCF47-64A4-B2D5-39BD-133D646655EF}"/>
          </ac:cxnSpMkLst>
        </pc:cxnChg>
        <pc:cxnChg chg="add del mod">
          <ac:chgData name="이민재" userId="f97f16f7-28a5-49bd-9e05-fb3ef63d7997" providerId="ADAL" clId="{7BF803D9-3494-41B9-9213-E73D7BF54335}" dt="2023-07-27T16:45:54.549" v="32647" actId="478"/>
          <ac:cxnSpMkLst>
            <pc:docMk/>
            <pc:sldMk cId="2400723634" sldId="832"/>
            <ac:cxnSpMk id="193" creationId="{0BA5FC57-2DC7-70CC-ACBB-A015F0653F9B}"/>
          </ac:cxnSpMkLst>
        </pc:cxnChg>
        <pc:cxnChg chg="add del mod">
          <ac:chgData name="이민재" userId="f97f16f7-28a5-49bd-9e05-fb3ef63d7997" providerId="ADAL" clId="{7BF803D9-3494-41B9-9213-E73D7BF54335}" dt="2023-07-27T16:45:54.549" v="32647" actId="478"/>
          <ac:cxnSpMkLst>
            <pc:docMk/>
            <pc:sldMk cId="2400723634" sldId="832"/>
            <ac:cxnSpMk id="194" creationId="{6B6CEF84-697F-E821-B0EA-2E7710892C68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7" creationId="{0FD24ED5-47F1-5667-0D45-2F6A82A5CEA0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8" creationId="{F88973F3-748F-5FE0-CDEC-4909C6BD9EBA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9" creationId="{44879688-E8AA-260A-F24E-2B51DED21434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0" creationId="{61360027-73B1-07E1-A660-D6DD1D9126C6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1" creationId="{75578F45-9862-8C5D-6FFD-2D7D26E0B148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2" creationId="{280DFCEC-5A31-6FEF-ED9A-405C422A8DB3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3" creationId="{FC56CD35-9CC1-A8AE-F11B-C6BCCDEBB67A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4" creationId="{BC17A308-1411-11EF-A344-E2731C77E885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5" creationId="{C9539CEA-28AD-3EE6-7E98-202B502FF9F4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5" creationId="{C18AF5EE-0C4A-85F2-C49E-E823E0448FF7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6" creationId="{22F0624C-4CC9-FC4D-5397-96A95CAF0952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7" creationId="{11433252-A3E6-F215-7FB8-B71CEF21F879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8" creationId="{8C86ACEA-7D8B-8514-9B3C-38F310972047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9" creationId="{3CC717A1-EB1D-1B2D-CB7F-4CAD09644EF3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0" creationId="{093197A0-9E90-8517-24DC-76EEF3CE93CD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1" creationId="{61F5D096-5272-FDDB-49EB-4C75DA48FBAD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2" creationId="{5D3B77DA-7870-4765-31A3-4B9E54819E04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3" creationId="{C4E985D1-F346-8C4D-C424-ED733A769567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2" creationId="{C1C0DC28-47C6-BE96-EDC3-1AD7713C2EEE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3" creationId="{C33E1DAE-26EF-9C61-604F-D9F10F03A55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4" creationId="{E1D2B12A-FBCF-01B5-92BB-5B0FD39A7AAD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5" creationId="{469CDED2-DF5B-6846-105D-BB7C8F94F9C9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6" creationId="{3197C2C3-C683-55B6-33CA-98E0F1D412BC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7" creationId="{C43C3F14-8B9B-0342-D0A3-02E64523CCF8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8" creationId="{6EBCEF5E-4C20-7FA7-B3CF-9681BE514891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9" creationId="{E5B16808-7979-608B-C2E2-6C1D6F3A7817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300" creationId="{8ACD0171-D9B5-B708-E114-7EBFC786DB5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398" creationId="{31CF0206-803B-5DF8-62DF-7FF3444B5BF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399" creationId="{37ABA700-33CF-1C5C-D4E2-04C96D770F3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0" creationId="{DE2FF293-7445-16D8-3C3F-B654340FBB9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1" creationId="{77BBE170-C756-704F-0FE1-64645D1DE1C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2" creationId="{79420913-E1B8-0AAE-C2D6-B3DB2BAD583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3" creationId="{CFAD31D7-0F1A-66E5-B685-F4A186BC29E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0" creationId="{D30A9E12-1EB6-385C-BBCD-450CA3E3424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1" creationId="{7A53A009-5656-5582-E792-307B05EA737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2" creationId="{8280D3FD-F6E6-EF02-3DEC-0FDF14E25758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3" creationId="{BCF8EEEE-20A6-319C-1DFE-E1CEDE9112D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4" creationId="{92361351-C33B-14FC-E1DF-1820ADE55E9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5" creationId="{C115C7B8-8FBA-815C-9D3D-2F1EECB38BE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6" creationId="{109ED932-37C2-886D-7B27-E850AD43393B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7" creationId="{FA5C8027-66BD-2E82-2746-7EE90DE39BE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8" creationId="{A63EA058-EEFC-659B-2EE1-7580183C24A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3" creationId="{93502E86-E7AA-8AAE-984D-12AAE71A646C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4" creationId="{6735D137-4993-4223-E7CF-F17F39EA613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5" creationId="{C8A553FD-B4E0-B494-D097-CA0A4777E4D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6" creationId="{401DB340-8FAF-3DDC-9559-51C6A0B19F4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7" creationId="{D506B260-9E21-26BA-1EC1-FA8ADDBFD229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8" creationId="{846581E3-1F17-FFA8-7854-D58F7577336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68" creationId="{89FDE70A-3C46-C1A2-4E18-6656F7EE290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69" creationId="{7AD56FD6-7A40-FF6A-58C7-C68B0749E13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0" creationId="{8C507DA1-375E-2010-4AE9-5C674A99F829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1" creationId="{A88EFD75-09B1-D558-F51D-03590E90DC8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2" creationId="{F7F04F5A-1648-E253-86AE-F4AD61EE4A0E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3" creationId="{32CD08B9-3B52-0210-3E8A-6DF9610C7BBB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3" creationId="{8EEC9DB3-D618-97A3-B0C1-FAB0321CB04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4" creationId="{8721A379-4AC4-0FEC-626B-E0770AFFFFA1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5" creationId="{0B7DC876-5673-1336-4D13-0E99F94688C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6" creationId="{4017980C-3AB7-1489-50A2-CFFABFAB2CFC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7" creationId="{DDEED6B6-5C38-58D7-2F95-38F463974FC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8" creationId="{EE7C5F7D-DE3B-D5D1-3E70-8C2BC6CDA8C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98" creationId="{7D842A5A-BA82-3291-1BE0-27806046CDA2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99" creationId="{A3EB70EE-B343-7EEC-CB51-9616C6EB07CE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0" creationId="{6C6C3EE2-C7E2-8E91-6A83-0AD6078392A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1" creationId="{5AB7E2AE-6968-6E43-6FB3-8540CCA809EA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2" creationId="{215EDB29-5184-2DF0-7B39-0BB30374B21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3" creationId="{6EB75648-F1B2-F126-1596-541CEBB70EE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4" creationId="{7D0B7359-03DE-1E26-29C5-2687EA60FFB3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5" creationId="{CB7ADC52-97E5-BA65-A117-C099CFC2BE2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6" creationId="{CD472250-9D29-C699-9E3B-19B648130142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7" creationId="{0C80148A-8BEB-4679-3194-480C7F8416E0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8" creationId="{3C2335AA-66B1-A865-7384-F0C40FB37074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9" creationId="{15243CD1-EB57-A402-2CAC-20FB2BD9858C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0" creationId="{D1DF5E96-084B-94BC-94F2-662C08EA3DA1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1" creationId="{9A1F536F-5370-FA06-28EB-9AD1E1B20424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2" creationId="{46ED26DE-A1BB-C765-C156-8FBC7D78668C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3" creationId="{93F14FCF-4C69-FB29-5F4F-3AC51F7B9AA5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4" creationId="{4E7FB7CD-052F-B2E0-EA4F-90263DE4070F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6" creationId="{F44891F7-A781-8DDB-F4BC-546DC54EF458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8" creationId="{24730688-0AE8-4B4F-81C0-082F4598897A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1" creationId="{1F1BF84C-870C-7CFF-6ACC-5D43FD9AE014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2" creationId="{264680A5-7E5F-A8B9-CB92-8470BB7DB4D6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3" creationId="{BD0A6A18-19E4-4D93-D098-3A0889E8D3B2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4" creationId="{F5541BF6-140D-3F3B-4AB3-B646B8A55192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6" creationId="{D66E4E4E-403B-69BC-186C-870980930C1D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7" creationId="{914875C1-C5AC-04DA-6374-52ABBC29040E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8" creationId="{39014BDB-51C0-CC51-272D-3A6F3D1702B2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9" creationId="{A3DEB89D-F4DF-D91C-8773-66E7E5C53FF6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1" creationId="{BE5F4271-CE57-5067-AC13-A6A7AB7D62F6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2" creationId="{F0957AE7-8B67-D56B-1DBF-B74629173525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3" creationId="{BAD92261-AD73-478D-9A6F-8B30B647F403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4" creationId="{4B2DC0DC-A950-3C5B-876C-177399E547BF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6" creationId="{82876016-4B18-F43A-31C7-D907BCA0FC39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7" creationId="{DF3B8356-59B6-5CF4-CA64-FE6332AF3254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8" creationId="{5CC51FEB-C743-C19A-4F45-75207DB121A0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9" creationId="{0BF90C05-48E6-C873-15C4-E02437B5AC39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1" creationId="{9722AB9D-2DAE-B344-8E1D-26D5E964BF8A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2" creationId="{83234895-1D9E-1804-56BC-8BCC7F563C40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3" creationId="{4C2C554D-1641-9822-D7DD-F1FAF37FBC12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4" creationId="{4ADB8D12-133C-1954-8AA4-F8D1A8AFA473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6" creationId="{95771C58-273A-6A16-DD95-CFE0A1DF9E23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7" creationId="{4167D45B-965D-5040-98CA-4522DAFD7198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8" creationId="{2E26D8E5-C7C7-5122-0576-843DD86540DF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9" creationId="{80A582BF-A960-6374-57A2-331A23273570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1" creationId="{4BFA138A-10D9-2B1C-71AB-A1D78F4E3000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2" creationId="{6584FA75-6AC5-C472-9EB1-AFEFD414437C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3" creationId="{6B2D7B47-5E62-DE62-A126-E321FCFE7DC9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4" creationId="{04525275-7930-4E5C-F86C-1C0BBB55024B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6" creationId="{489CE01B-04D5-27ED-6465-8C85CBB7ADD2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7" creationId="{EBA0329B-B075-4E12-6FEE-C4953545642B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8" creationId="{89D93C9D-CB99-0F3E-F496-8B3106E64AEE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9" creationId="{CAEF27E5-218C-83B6-67E3-944892D60F1E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7:34:06.691" v="36982" actId="1076"/>
        <pc:sldMkLst>
          <pc:docMk/>
          <pc:sldMk cId="2253396052" sldId="833"/>
        </pc:sldMkLst>
        <pc:spChg chg="mod">
          <ac:chgData name="이민재" userId="f97f16f7-28a5-49bd-9e05-fb3ef63d7997" providerId="ADAL" clId="{7BF803D9-3494-41B9-9213-E73D7BF54335}" dt="2023-07-28T07:26:55.982" v="36866" actId="1035"/>
          <ac:spMkLst>
            <pc:docMk/>
            <pc:sldMk cId="2253396052" sldId="833"/>
            <ac:spMk id="3" creationId="{73D2A215-B96D-E5C8-2AB0-4FC8C041B46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" creationId="{F4AECC9E-3263-3448-D993-3BD405193FF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4" creationId="{3452FA70-93BF-E72B-16AB-F7959BADC3F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5" creationId="{9C49B638-4708-0218-6353-A9D34A657FD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" creationId="{4D44581F-DB25-2033-392C-0F97E41EE95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" creationId="{D908E95A-E590-43DF-B9F6-5A8B1DF7942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2" creationId="{DEE79BF2-A822-7EE6-71E2-63A80D23541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3" creationId="{4D202154-B3BD-2A6E-69E0-A42147A5C5F2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4" creationId="{4434623B-EE46-EC63-5B6E-87AA17392D4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5" creationId="{888BCABA-6A08-F58D-0383-8FBBDE334BF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6" creationId="{DF10A2F6-070C-F712-C71E-5D4A8BC09C3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7" creationId="{D3A16A82-42E8-6833-9B78-FC27BFAE764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8" creationId="{7AB4ECF0-B870-C205-B85F-60929F9CB6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9" creationId="{5802E84F-13C2-5D79-727B-8032226A343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0" creationId="{B0B67808-1C56-C19F-75DA-ED6251F36B4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1" creationId="{A7C26D8A-1876-B5DF-EC93-73F804EEDCC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2" creationId="{952E8B52-FD4A-51F7-1DD9-13C0313DC62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3" creationId="{C6010AB4-1386-AE5B-32D5-C523D3DFD8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4" creationId="{7643260B-0E16-3D16-63FE-864EF9D5FCA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5" creationId="{61B58EBE-3980-EBB7-8387-F0D36E8A2DF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6" creationId="{AAC9B3AC-8DF6-FA59-A67D-23316D91010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7" creationId="{9F2115DE-67AF-2F82-6923-CA0C433B2F7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8" creationId="{26C6DDCB-20BD-72F4-909B-54AEA3E4539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9" creationId="{378D2301-1046-9AAE-BEAC-EFD865EE0CC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2" creationId="{7938BA44-749B-1D01-49E5-714566CF0D6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3" creationId="{2755BAA8-86A1-F280-5C13-AE852583672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4" creationId="{7419401E-06E6-BBCA-4250-0AE7AD03320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5" creationId="{0649FD00-684A-3D75-10F9-08430150373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6" creationId="{BB44F12B-B851-5D96-8D4D-69035F91ECE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7" creationId="{EDFDF7BF-44AF-8CA1-B2FD-80526FFDDA08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8" creationId="{AC07B530-CB00-F5EE-89A9-02E04A243B5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9" creationId="{5E1E0921-FE1A-04C2-55E6-F9BF949AF2B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0" creationId="{DA8EB691-7EAE-05C4-91EE-FE2BE24B89C8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1" creationId="{189D1230-DD34-464F-4C94-4C730F8D2CA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2" creationId="{2FBA6E7D-FA31-327A-D2D5-53439378855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3" creationId="{C382BB5D-41D3-E182-A136-27E2BBB3B1D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7" creationId="{F9865A66-78F7-0320-2EBB-5EF0C0FA9145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8" creationId="{35CE43EE-299A-EFE9-32A9-D82D3D2A1C0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9" creationId="{4D143A2F-F42F-2261-212C-50EFF49652C5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0" creationId="{D6887FD7-4CBB-012C-7D22-B43C3F24CF5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4" creationId="{444129A8-3F86-A123-0319-6292EE2232D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6" creationId="{58F0C633-1A12-0617-FFFE-46C18AE1182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7" creationId="{AE18DC2C-8330-160E-9766-797CC3DE8D8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8" creationId="{F86C9DD8-55CD-7DEA-E1FF-D33E4E04834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9" creationId="{20F239EF-2935-DF35-191E-6D6FF567DD6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0" creationId="{2218A2D7-77F5-8217-95B6-D08CB8C56AD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1" creationId="{5E5C65D0-1C0C-3AB9-6387-6E4B0E015C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2" creationId="{6CF57A65-0C89-AF17-FCD9-E438FCFF653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5" creationId="{676AD517-D13A-902B-36B0-49BE65BD085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6" creationId="{F2AEF3A3-2C6B-826C-BBB1-44B2E82AD15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7" creationId="{8BFF27B1-CDA4-EAD9-564C-19F4F0994B0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8" creationId="{760BD38D-5CF5-184C-2268-F66B2525B10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9" creationId="{9E0E43CE-B418-F330-9017-F2255AAB5AD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1" creationId="{BF6EB34F-3415-D8F7-4DAE-1555275416A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3" creationId="{DAAABBB4-B303-B625-0A37-B4D66042D27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4" creationId="{98640D11-CB2A-F402-8A0D-03622B892CB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1" creationId="{47396524-3A8A-C07C-AE63-E25BD653EE6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2" creationId="{B9B10C18-E316-9FA9-DBE5-999EC4A5A5D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4" creationId="{6762A306-BB06-F06B-696B-98460246A00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7" creationId="{33E1ACAA-A150-B44E-1450-2AF92630C63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8" creationId="{92A7EEC0-F744-F0BF-ECB5-4C84C504438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9" creationId="{D0EB029B-9D24-F22D-B0AA-6653A19CE59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0" creationId="{16415737-CEDA-5155-726E-D412FD10589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1" creationId="{FDE9086D-F54D-DF5C-8F80-E2A08719A30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2" creationId="{BFDCC51A-D390-F267-6AD4-93590C47C4B6}"/>
          </ac:spMkLst>
        </pc:spChg>
        <pc:spChg chg="add mod">
          <ac:chgData name="이민재" userId="f97f16f7-28a5-49bd-9e05-fb3ef63d7997" providerId="ADAL" clId="{7BF803D9-3494-41B9-9213-E73D7BF54335}" dt="2023-07-28T01:59:52.325" v="35507"/>
          <ac:spMkLst>
            <pc:docMk/>
            <pc:sldMk cId="2253396052" sldId="833"/>
            <ac:spMk id="187" creationId="{19B9D4E0-4CCD-3EBC-05C4-9C91E4953552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8" creationId="{5B84B41B-67A0-8E73-0426-FFD3C713150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0" creationId="{E8103A57-9A19-4297-C2D5-8A6ABF8BC8C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5" creationId="{43643EC2-F37C-CCF1-D873-EB5351B2ACF1}"/>
          </ac:spMkLst>
        </pc:spChg>
        <pc:spChg chg="mod">
          <ac:chgData name="이민재" userId="f97f16f7-28a5-49bd-9e05-fb3ef63d7997" providerId="ADAL" clId="{7BF803D9-3494-41B9-9213-E73D7BF54335}" dt="2023-07-28T07:34:06.691" v="36982" actId="1076"/>
          <ac:spMkLst>
            <pc:docMk/>
            <pc:sldMk cId="2253396052" sldId="833"/>
            <ac:spMk id="196" creationId="{91A3C0ED-19D1-B6A9-A9FB-9F9506AFF05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7" creationId="{402C7BCD-C398-99E3-EA24-01F9D09AE8A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8" creationId="{B07EE5CE-1B00-7C5B-7114-AB6A2F333B4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9" creationId="{8D170971-5895-BD19-AB7D-48E5A41B76A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0" creationId="{37828E5C-19DE-8A0D-0A59-CD0E35DE1B8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1" creationId="{7AA3C2C5-201A-51ED-5980-B394BCA6507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2" creationId="{CB4AE931-019C-6188-DE45-17ADB530AA68}"/>
          </ac:spMkLst>
        </pc:spChg>
        <pc:spChg chg="mod">
          <ac:chgData name="이민재" userId="f97f16f7-28a5-49bd-9e05-fb3ef63d7997" providerId="ADAL" clId="{7BF803D9-3494-41B9-9213-E73D7BF54335}" dt="2023-07-28T07:26:50.127" v="36865" actId="1035"/>
          <ac:spMkLst>
            <pc:docMk/>
            <pc:sldMk cId="2253396052" sldId="833"/>
            <ac:spMk id="203" creationId="{72A199B5-DB6A-481C-B584-CB22E542981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6" creationId="{55D55D87-0B9C-6300-901E-BD956C3A6D6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7" creationId="{5C70A4A2-56FE-9176-1FFF-09B299011AC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8" creationId="{027E0408-398E-1B9B-551C-61816CA063D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9" creationId="{19B619A6-C53A-CFF9-56BA-A17F141FCAD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0" creationId="{52B25144-3520-7B96-B100-8490E2FB7CB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1" creationId="{E5C5F666-049C-26E2-B38A-B62D5D21E14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2" creationId="{8609C8CB-77A9-D84D-CAC2-9E252B8AF65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3" creationId="{42A98125-A4BC-F410-35BA-BD1C715A1C1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4" creationId="{DA501BBA-EF2E-3B67-905A-0CA06A192203}"/>
          </ac:spMkLst>
        </pc:s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44" creationId="{4E141EB0-A99C-372F-92CC-A91AC1A7DD78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52" creationId="{A5E55818-0732-7B5F-965D-16E7BA466811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60" creationId="{FE2C7AAB-0191-9725-E60F-BABF7117DC4C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68" creationId="{59067FA4-478C-8AD9-9838-2A67FBAC69E2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76" creationId="{0C485229-A681-1D83-AE7D-D89B12814854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84" creationId="{04ABEDBF-5672-B91D-BCAB-E82FEBB639D5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36" creationId="{03264243-EF68-67AD-36F0-442BDBD3F236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44" creationId="{336066B7-CDFD-1EBF-8ADE-8833C7635272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52" creationId="{9287C966-6B92-B4A9-E5E8-7F2B41363BD3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60" creationId="{B3B92D9B-AF03-AE48-7DA0-E7385ABCA095}"/>
          </ac:grpSpMkLst>
        </pc:grp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5" creationId="{8313DBD1-E9E9-0E1E-306A-C06BC9B7C2F3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6" creationId="{673DB32C-C591-03E6-EB0C-F6C8C14054DF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7" creationId="{B35C3040-9885-7833-BB23-7F0B66D59A8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8" creationId="{2CB49238-BC0D-5EA7-CBBB-B35A21F3FF3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0" creationId="{7E6C495C-0E98-AC7D-C597-0A5AACFD062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1" creationId="{EE12C24C-8FB1-DD1C-D52F-D971EDF1764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2" creationId="{F453E888-3522-3EAA-9F3B-65B2C45B320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3" creationId="{E73BDEDC-C991-DB3F-A3FA-6D31E88BA414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4" creationId="{94AAFDF3-0B37-40BF-8F10-EE552DE4C5A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5" creationId="{7330DF3B-5490-03A9-3248-57827766825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6" creationId="{A41F267C-3394-DAAE-9007-874B0E8C270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1" creationId="{309DCF04-A87A-8AAE-A2B1-D6F6BF43A87C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2" creationId="{8C8F3201-7EAE-E3C9-4084-C49EEFE51DF2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3" creationId="{EDD1B6EE-14B9-C67A-6A02-76AA71E8164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5" creationId="{9BE011EF-29E6-39D4-9342-7C018C15486D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23" creationId="{3522203F-46EB-0C97-A8B7-8C0BC0F81E7D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24" creationId="{9717EF97-2F38-A65B-70DD-A3667FA1792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68" creationId="{BB1FE396-DFAA-2B11-2807-FD7F8959D020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69" creationId="{B7595461-DC68-7238-F4C2-160989BA497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0" creationId="{09AA64F2-BA28-F231-F9AB-7CB6CF2CA652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5" creationId="{2D8C77A8-8E9E-07C0-C773-0DE59AC875E9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6" creationId="{FBC7B9C3-9D3E-0625-DCC3-C3C8ED3FAC6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3" creationId="{BC74CB13-4FCB-2A6A-9A58-888F625F56D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4" creationId="{F960D433-387F-0098-72D4-C38382074C1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5" creationId="{53B69A00-1AF4-25A4-2857-D561CAB32A13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6" creationId="{0E62D4F7-2CF7-8CAF-1880-454D4733C3C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18.773" v="33245" actId="21"/>
          <ac:graphicFrameMkLst>
            <pc:docMk/>
            <pc:sldMk cId="2253396052" sldId="833"/>
            <ac:graphicFrameMk id="187" creationId="{73F9047C-A1F1-5572-7F88-D83280FE99FE}"/>
          </ac:graphicFrameMkLst>
        </pc:graphicFrame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9" creationId="{0CFA6FD9-1D92-68AB-0FBB-47A94CFD92DD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0" creationId="{F96AC160-755C-04AC-BA00-E369D1C01CB4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1" creationId="{1028D3AE-79A5-CEBD-5D02-F3EC5B9571A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2" creationId="{FA7E8CD0-B96B-8337-0A0C-4D50360C56C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6" creationId="{AA3537DD-0898-6CBD-F855-67339A45628E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7" creationId="{C223A981-0862-C82D-2DB1-164A80EFC2E7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8" creationId="{CA5BF9FA-4E41-CAA2-CDB4-499D9038D86A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9" creationId="{5422E8E8-7933-DABE-75AE-C5EEB7281CC9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0" creationId="{0933D9CB-54CF-95F1-D8F4-2C5BBA6ABCA6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2" creationId="{E2A935EE-CE22-FC32-F035-3233B07B16F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5" creationId="{47B610BE-C65B-68A2-BD6F-C7AE1FFFC480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73" creationId="{D6BCCF47-64A4-B2D5-39BD-133D646655EF}"/>
          </ac:cxnSpMkLst>
        </pc:cxnChg>
      </pc:sldChg>
      <pc:sldChg chg="modSp mod">
        <pc:chgData name="이민재" userId="f97f16f7-28a5-49bd-9e05-fb3ef63d7997" providerId="ADAL" clId="{7BF803D9-3494-41B9-9213-E73D7BF54335}" dt="2023-07-28T07:23:33.622" v="36620" actId="20577"/>
        <pc:sldMkLst>
          <pc:docMk/>
          <pc:sldMk cId="3704339697" sldId="834"/>
        </pc:sldMkLst>
        <pc:spChg chg="mod">
          <ac:chgData name="이민재" userId="f97f16f7-28a5-49bd-9e05-fb3ef63d7997" providerId="ADAL" clId="{7BF803D9-3494-41B9-9213-E73D7BF54335}" dt="2023-07-28T07:23:33.622" v="36620" actId="20577"/>
          <ac:spMkLst>
            <pc:docMk/>
            <pc:sldMk cId="3704339697" sldId="834"/>
            <ac:spMk id="2" creationId="{79538F64-5CD1-588E-67EF-F69D616D2F60}"/>
          </ac:spMkLst>
        </pc:spChg>
      </pc:sldChg>
      <pc:sldChg chg="add">
        <pc:chgData name="이민재" userId="f97f16f7-28a5-49bd-9e05-fb3ef63d7997" providerId="ADAL" clId="{7BF803D9-3494-41B9-9213-E73D7BF54335}" dt="2023-07-28T06:18:27.682" v="35508"/>
        <pc:sldMkLst>
          <pc:docMk/>
          <pc:sldMk cId="2913153678" sldId="835"/>
        </pc:sldMkLst>
      </pc:sldChg>
      <pc:sldChg chg="addSp delSp modSp add mod">
        <pc:chgData name="이민재" userId="f97f16f7-28a5-49bd-9e05-fb3ef63d7997" providerId="ADAL" clId="{7BF803D9-3494-41B9-9213-E73D7BF54335}" dt="2023-07-28T10:33:35.460" v="40618" actId="14100"/>
        <pc:sldMkLst>
          <pc:docMk/>
          <pc:sldMk cId="1987853872" sldId="836"/>
        </pc:sldMkLst>
        <pc:spChg chg="del">
          <ac:chgData name="이민재" userId="f97f16f7-28a5-49bd-9e05-fb3ef63d7997" providerId="ADAL" clId="{7BF803D9-3494-41B9-9213-E73D7BF54335}" dt="2023-07-28T06:56:21.967" v="35765" actId="478"/>
          <ac:spMkLst>
            <pc:docMk/>
            <pc:sldMk cId="1987853872" sldId="836"/>
            <ac:spMk id="2" creationId="{79538F64-5CD1-588E-67EF-F69D616D2F60}"/>
          </ac:spMkLst>
        </pc:spChg>
        <pc:spChg chg="del">
          <ac:chgData name="이민재" userId="f97f16f7-28a5-49bd-9e05-fb3ef63d7997" providerId="ADAL" clId="{7BF803D9-3494-41B9-9213-E73D7BF54335}" dt="2023-07-28T06:56:21.278" v="35764" actId="478"/>
          <ac:spMkLst>
            <pc:docMk/>
            <pc:sldMk cId="1987853872" sldId="836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13" creationId="{674AE999-EDF5-390D-879A-6752C1286841}"/>
          </ac:spMkLst>
        </pc:spChg>
        <pc:spChg chg="add del mod">
          <ac:chgData name="이민재" userId="f97f16f7-28a5-49bd-9e05-fb3ef63d7997" providerId="ADAL" clId="{7BF803D9-3494-41B9-9213-E73D7BF54335}" dt="2023-07-28T06:56:26.792" v="35766" actId="21"/>
          <ac:spMkLst>
            <pc:docMk/>
            <pc:sldMk cId="1987853872" sldId="836"/>
            <ac:spMk id="16" creationId="{8E54CB1C-6310-AFAB-ABA6-D133D0AB13BF}"/>
          </ac:spMkLst>
        </pc:spChg>
        <pc:spChg chg="add del mod">
          <ac:chgData name="이민재" userId="f97f16f7-28a5-49bd-9e05-fb3ef63d7997" providerId="ADAL" clId="{7BF803D9-3494-41B9-9213-E73D7BF54335}" dt="2023-07-28T06:56:26.792" v="35766" actId="21"/>
          <ac:spMkLst>
            <pc:docMk/>
            <pc:sldMk cId="1987853872" sldId="836"/>
            <ac:spMk id="17" creationId="{4E5AD2CC-F781-6642-F5F0-E1B74F6BCC07}"/>
          </ac:spMkLst>
        </pc:spChg>
        <pc:spChg chg="add del mod">
          <ac:chgData name="이민재" userId="f97f16f7-28a5-49bd-9e05-fb3ef63d7997" providerId="ADAL" clId="{7BF803D9-3494-41B9-9213-E73D7BF54335}" dt="2023-07-28T07:40:31.183" v="37162" actId="478"/>
          <ac:spMkLst>
            <pc:docMk/>
            <pc:sldMk cId="1987853872" sldId="836"/>
            <ac:spMk id="24" creationId="{503A65F4-D627-961D-69BE-E2C02173ED61}"/>
          </ac:spMkLst>
        </pc:spChg>
        <pc:spChg chg="add mod">
          <ac:chgData name="이민재" userId="f97f16f7-28a5-49bd-9e05-fb3ef63d7997" providerId="ADAL" clId="{7BF803D9-3494-41B9-9213-E73D7BF54335}" dt="2023-07-28T10:30:18.757" v="40507" actId="1038"/>
          <ac:spMkLst>
            <pc:docMk/>
            <pc:sldMk cId="1987853872" sldId="836"/>
            <ac:spMk id="25" creationId="{588A2217-6F98-8592-65D6-B78FEBF433E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" creationId="{C709C94C-FB36-3F77-20D1-EB701320C97D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38" creationId="{F6B455CD-EBFB-E43C-9145-A1D849881B3E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39" creationId="{DE81BBC6-6092-D94C-90FB-14C9034111A0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0" creationId="{F1D0F692-F8C7-E117-7458-7F89A5C02324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3" creationId="{C9F10A00-8BF2-747F-6683-6BA299AD8089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4" creationId="{797C514F-3899-DE69-0FFC-A67E151B1F45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5" creationId="{D2059085-3D3B-206F-D9B2-1300F88DF27A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6" creationId="{735A48C3-F71D-6A8E-C35A-D14A01319D20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7" creationId="{8169F1CA-29AD-06C4-8EA8-B7B6DD869049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8" creationId="{64D5AA2E-7C1B-9FD3-04CE-B3C9CCF020FB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59" creationId="{6A207B1A-C1E7-5BD3-C399-75D9F993B1F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0" creationId="{8356A9B5-31C2-6BCF-42BE-C99E6684734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1" creationId="{42CBA628-57B3-072A-2A85-131B29A3496E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2" creationId="{50050FE5-32CD-3B26-9592-7E5CCF1924C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3" creationId="{73AE9230-0233-FF7E-3712-88B5F95DA889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4" creationId="{F0864532-1D9B-1863-BB94-F4843FBE859F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5" creationId="{8ABE6C59-9316-1D69-F1AC-ACA61AE3BC9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6" creationId="{F2CE27CD-202B-1C5B-60D7-B327903CC7B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7" creationId="{C08357BA-7CF1-BA6C-3282-F33A31D09596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8" creationId="{85565052-E9CC-16E3-FF4B-8539405226BA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9" creationId="{A40AEA2A-A095-9CA6-AC75-9CC364B7EB0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0" creationId="{B72861B5-AC75-467F-6403-5525541A813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1" creationId="{88F60F4F-43C1-4BA8-3825-3D8CCADC3B7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2" creationId="{AE9CB395-D9A7-10B4-3B65-10642C603F6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3" creationId="{D175B3BF-C360-810C-E41C-AE5C142BAB6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4" creationId="{B1EBFE95-D6E2-3D55-E10F-DE4F4188269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5" creationId="{C6107F43-BC5A-7D68-6F98-967F6D872EC6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6" creationId="{D7E2201B-F52C-E3FB-F9CF-B600B815438B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7" creationId="{0F5BA465-0368-2C65-A694-A12AE02B959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8" creationId="{82721D0C-7AAF-7DE1-CA53-05E4754EBFC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9" creationId="{60486B94-1691-8117-80D1-3D39B84DFF4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0" creationId="{F50F8BA8-321B-A7F0-5708-46BCBDD9144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1" creationId="{8506CA81-D753-856E-D03F-DD861C89C57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2" creationId="{99F8DF0B-5840-AF5F-004E-36837623961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3" creationId="{691ABF3A-6DEA-B62A-88C7-9FE9F847F8CE}"/>
          </ac:spMkLst>
        </pc:spChg>
        <pc:spChg chg="add mod">
          <ac:chgData name="이민재" userId="f97f16f7-28a5-49bd-9e05-fb3ef63d7997" providerId="ADAL" clId="{7BF803D9-3494-41B9-9213-E73D7BF54335}" dt="2023-07-28T09:54:51.336" v="40132" actId="1035"/>
          <ac:spMkLst>
            <pc:docMk/>
            <pc:sldMk cId="1987853872" sldId="836"/>
            <ac:spMk id="96" creationId="{BF4AD167-4831-877E-8771-E72C38597924}"/>
          </ac:spMkLst>
        </pc:spChg>
        <pc:spChg chg="add mod">
          <ac:chgData name="이민재" userId="f97f16f7-28a5-49bd-9e05-fb3ef63d7997" providerId="ADAL" clId="{7BF803D9-3494-41B9-9213-E73D7BF54335}" dt="2023-07-28T09:23:00.591" v="39932" actId="20577"/>
          <ac:spMkLst>
            <pc:docMk/>
            <pc:sldMk cId="1987853872" sldId="836"/>
            <ac:spMk id="97" creationId="{1F264D85-D222-BA47-A8B0-AD7AD9D912A6}"/>
          </ac:spMkLst>
        </pc:spChg>
        <pc:spChg chg="add mod">
          <ac:chgData name="이민재" userId="f97f16f7-28a5-49bd-9e05-fb3ef63d7997" providerId="ADAL" clId="{7BF803D9-3494-41B9-9213-E73D7BF54335}" dt="2023-07-28T09:22:54.990" v="39930" actId="20577"/>
          <ac:spMkLst>
            <pc:docMk/>
            <pc:sldMk cId="1987853872" sldId="836"/>
            <ac:spMk id="98" creationId="{DF9A7240-227C-DD20-98BB-F0FACC7BCF0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0" creationId="{B6D237BF-A47D-CB9C-14EA-6E939D7F61A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1" creationId="{B46647DC-560E-C8DE-D98D-D1838DAD7EA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2" creationId="{D39FB331-5A85-A441-DCAB-295ED2AA505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3" creationId="{59146ED3-7048-5E76-AEE5-8CE8A87C204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4" creationId="{41D09033-0971-F768-C7F1-303F8A000E2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5" creationId="{FE1DD190-FA87-9274-838B-8E665CBFAC1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6" creationId="{F1FB42F0-F2F8-5E6C-52FC-E289E953FA1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7" creationId="{40CBF236-339D-BA24-337D-DA859B4D69F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8" creationId="{688C0FCB-5270-B1F5-7D64-6470312DEBE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9" creationId="{3697170F-7566-982C-DC3F-0C5FB09ACCD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0" creationId="{85CE6711-862C-C599-0B62-2273EF3BA3E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1" creationId="{62C4DC43-3141-D502-AA74-D1B611D62BC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2" creationId="{BA04B596-4A13-0570-9F1E-97A2ACF23F6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3" creationId="{3FE8C6E1-ED7B-3C91-8007-958C011F6EB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4" creationId="{2C3E0831-A1AE-A582-AC1F-C8F9C780D0D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5" creationId="{17CA1D51-DDE7-24A6-9165-411A10FEF2C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6" creationId="{A5E64CB7-E4FF-6BA5-5663-BFFF439339E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7" creationId="{EA03FCFE-0D72-74A6-9D81-FF7BB096ACB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8" creationId="{4BDBE721-100E-7D19-1B91-76E5C400A7B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9" creationId="{05EF41D7-8942-577E-1971-08CE1CA3A8D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0" creationId="{EED2D79B-9FF1-EDFD-72F2-00C25551952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1" creationId="{FDF826F3-52C2-610C-4B8C-317FCB7FA54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2" creationId="{D4DC0C1D-6197-ACA1-4FE4-54AE323CB1F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3" creationId="{8E1914AB-A439-73D5-D177-3E56DE40195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4" creationId="{191205A4-5C2A-8173-5313-FAEC90BE483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5" creationId="{6CDD7B12-3DEC-9476-EA08-83BC60523B4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6" creationId="{E2B30998-42E1-A442-CB84-D047006E233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7" creationId="{E49927C0-33F9-1524-46A7-A9A85B00C90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8" creationId="{E8FFC2D0-C2C0-7EBD-9242-0B2D210C560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9" creationId="{3040030E-1B60-D44B-2839-89429EB260B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0" creationId="{8110BE4E-363E-DF8D-57B7-27DB886205C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1" creationId="{5D434B66-68BD-E446-81CA-30192885379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2" creationId="{43CE68C1-EC69-42F6-AC3C-B65C1E73D67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3" creationId="{C93C390A-1E7B-6CD2-8579-DF67A08BEC8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4" creationId="{1ECB2B53-6762-0E58-DBE8-811B850B11F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5" creationId="{40A32049-4AA2-0CC4-095D-5C44E46C694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6" creationId="{6BCB5C9E-5FD7-5B21-008A-9FEB62CA87F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7" creationId="{DC347387-B384-50E6-2855-CC57BC9981A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8" creationId="{59A5691E-943D-3C7E-AC5F-6F807939C65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9" creationId="{704F1FFD-06C7-D965-BF97-54C04DF90F1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0" creationId="{F4A00542-121B-CE93-B8EB-48186EC7C6E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1" creationId="{BAF04828-89B9-2419-D234-46C2F35E3E2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2" creationId="{ADF29A31-B543-5875-654C-A11EFCA3254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3" creationId="{7AAC0D94-A1AE-7D05-BB8A-A46FA9A6889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4" creationId="{A772B967-8DB1-2139-78DA-0E58293FBF7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5" creationId="{C9E809A0-E1F5-02F0-943D-2E537790DCF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6" creationId="{E769E13A-9E0D-A662-2990-8B0476DDD3B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7" creationId="{105D2506-3E19-8FE9-6461-A4E1321C00C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8" creationId="{5AAF6B4C-4DE9-8B84-DC63-2CCA23C1B52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6" creationId="{25B19481-50C5-C028-700C-2D7BAB8B9CB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7" creationId="{21A4417F-8FF2-494B-6B19-C00D654CD6D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8" creationId="{7F544077-D136-2126-F6F4-A1CA6296AFE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9" creationId="{E1265797-6DDA-44D6-9F57-1913AECAE28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0" creationId="{3B8CE225-22D2-C964-CB74-4AA0B3FFDF0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1" creationId="{F058C1C3-659E-51A3-D6DA-726BABE7545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2" creationId="{8858C834-0321-5695-4D37-6EB1F2E10C2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3" creationId="{B0974D13-B079-8369-2601-424AEBD109D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4" creationId="{C37A4652-DCE0-4EBA-3023-DD812E66FFF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5" creationId="{88846672-AAA2-6D62-C159-AD884201331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6" creationId="{33735571-3386-4752-0E86-267EDCAB73F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7" creationId="{C232757E-5F8C-DA5A-2746-56A0E4E5959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8" creationId="{3C94D2A7-55F2-B7D5-B4A5-CFD2C1F15AD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9" creationId="{80E214D1-6125-6AA9-10F4-9794DB85E74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0" creationId="{AA9EB78D-59B3-FDFE-E6BB-0B51C431E70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1" creationId="{81A97518-D6A4-3FC1-1B8B-9AA2C3EB2E4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2" creationId="{271AA869-05EF-D2CC-8E30-87C4D6CC7A8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3" creationId="{6F3376FE-1520-0992-8A7D-3BE6BF19433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4" creationId="{0919E74E-7248-05C8-590D-D1EDAD39665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5" creationId="{4FA09DE8-4A3E-4D3D-8124-41685B2A513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6" creationId="{D139B213-CEB2-93B7-88DD-BF8BA761961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7" creationId="{CAA36CE5-AE0B-B05F-A737-505CCF8F66F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8" creationId="{F757ACAF-599C-9482-600A-C873768EA0B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9" creationId="{7CBE9F69-C8B2-7A0D-4E6E-BBF2DFF2D2A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80" creationId="{6099C7C5-4A5B-71F5-4B0A-BE279C1D447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5" creationId="{AE49147B-F85E-F12D-23FA-8A155D08BAB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6" creationId="{4EAC2B95-DA80-7F4C-D3D8-8B525792607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7" creationId="{33E9EB12-209B-BAA8-08CE-8C28C9754DA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8" creationId="{A9DDED02-0DBF-F56C-5A0B-6009E3DE121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9" creationId="{2F8C89D0-DEE7-FD8B-E976-36D8D078E9E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0" creationId="{79AA529C-4BD1-C202-4835-00A3E95CDBB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1" creationId="{B98AC360-A026-4182-AF7F-E4F1D5BD443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2" creationId="{85874197-8684-127D-875D-3B2BCB677CA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3" creationId="{BB6E24AE-2E52-C2CC-37D4-80B22FED327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0" creationId="{C45C4940-303E-E9C8-24A9-C735A5AF8E3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1" creationId="{ADA3FA8D-B9AF-BB73-BCB8-EA811AFF71E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2" creationId="{D91F28D0-59BA-AEAC-C00A-68B57DB626E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3" creationId="{62DB1AD1-89D4-AF62-A746-BA053FC2D47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4" creationId="{585997E5-80AA-B1BC-8221-78605E2EF69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5" creationId="{FCEA29CF-AE38-ECC1-7B2B-9F84BC131D5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6" creationId="{872D7ABE-DB98-3523-75AC-C8FE990BAF9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7" creationId="{E232B61E-5AE1-BD46-E5C5-EFB4E0DF4C4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8" creationId="{07344745-0E42-370C-6E16-06D83E725CC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5" creationId="{9407BF2B-435A-7089-FEF7-03A951F4A60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6" creationId="{C09585F6-47A8-55CA-EE6C-8E78721091A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7" creationId="{A15E363F-2306-2406-BB91-4780B19B6BA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8" creationId="{62C699CF-454A-B2E2-3B01-B5BBDFE744D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9" creationId="{9E88CC40-C74D-5494-F44D-3BF9E474B13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0" creationId="{4FC429DB-88B5-1EC9-2A90-197484228C1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1" creationId="{646481D8-F107-8034-8031-F636A6FD299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2" creationId="{63BBE75A-FB9F-7208-9A45-6A45F9C2319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3" creationId="{973ABA9E-EC35-5245-68CF-57E7E36495A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0" creationId="{6A6A75D7-8BDE-87F3-4333-DF29E160865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1" creationId="{9C21AF51-3D0C-39E2-2220-36855A74189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2" creationId="{E54D5ECF-987D-40D4-1464-885736361A5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3" creationId="{00C7F475-A10A-F96E-E690-93C4E3AE6B4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4" creationId="{5CC29F44-D6BA-F02F-B827-7C09FA84BB2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5" creationId="{62B418A0-0D48-4A91-BCD4-FA9018CB858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6" creationId="{C0EDF37F-CE6A-3670-2386-40D2A6F1B6D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7" creationId="{231A4BC1-A3AB-FEBD-05BE-C944BB175C9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8" creationId="{6654A9C1-B4C6-F612-7C8E-E621D0DC5A4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5" creationId="{E0DDB9AE-5F75-86DC-212D-FB410FF77FD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6" creationId="{ECB491C5-9905-0D6F-0405-5316C701B28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7" creationId="{C42AD1D4-F808-397D-EB54-5171EED8238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9" creationId="{6E5061A0-22DE-D880-199E-C92AB4200C9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0" creationId="{C4E372EB-6E53-28C9-8BB8-089BDAD00372}"/>
          </ac:spMkLst>
        </pc:spChg>
        <pc:spChg chg="add mod">
          <ac:chgData name="이민재" userId="f97f16f7-28a5-49bd-9e05-fb3ef63d7997" providerId="ADAL" clId="{7BF803D9-3494-41B9-9213-E73D7BF54335}" dt="2023-07-28T10:30:31.480" v="40510" actId="20577"/>
          <ac:spMkLst>
            <pc:docMk/>
            <pc:sldMk cId="1987853872" sldId="836"/>
            <ac:spMk id="266" creationId="{8C77C290-9078-657D-42B7-FDC3B584213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7" creationId="{E99C47FD-49F0-9E7D-70A7-78C8CC4C2BC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8" creationId="{42884033-DDD8-1A38-A3BE-350FCC43A76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8" creationId="{32BBF6DC-EB01-03FD-FFE6-57243541C154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9" creationId="{BAD1227D-DD50-2A6A-4995-34264FA0AA9A}"/>
          </ac:spMkLst>
        </pc:spChg>
        <pc:spChg chg="add mod">
          <ac:chgData name="이민재" userId="f97f16f7-28a5-49bd-9e05-fb3ef63d7997" providerId="ADAL" clId="{7BF803D9-3494-41B9-9213-E73D7BF54335}" dt="2023-07-28T09:55:01.040" v="40134" actId="1076"/>
          <ac:spMkLst>
            <pc:docMk/>
            <pc:sldMk cId="1987853872" sldId="836"/>
            <ac:spMk id="280" creationId="{62EE62E8-58CF-281A-7E74-C10CF645E91E}"/>
          </ac:spMkLst>
        </pc:spChg>
        <pc:spChg chg="add del mod">
          <ac:chgData name="이민재" userId="f97f16f7-28a5-49bd-9e05-fb3ef63d7997" providerId="ADAL" clId="{7BF803D9-3494-41B9-9213-E73D7BF54335}" dt="2023-07-28T07:39:32.828" v="37107" actId="21"/>
          <ac:spMkLst>
            <pc:docMk/>
            <pc:sldMk cId="1987853872" sldId="836"/>
            <ac:spMk id="281" creationId="{4B7075FA-C79E-FD3E-6FBB-56ABB61D310B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5" creationId="{F073BFCF-F70A-206D-C467-3DE0A7953AD6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6" creationId="{7F1F4253-8DDC-A249-8EAA-AF98BA4B3544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7" creationId="{4A97088D-D1D8-8C79-647B-FBEC6E2C72FF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8" creationId="{437194BC-62C5-CD30-C2DF-080157BD804B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9" creationId="{DB664BE1-6A85-1DF4-DC6C-F922EDC1D16A}"/>
          </ac:spMkLst>
        </pc:spChg>
        <pc:spChg chg="add del mod">
          <ac:chgData name="이민재" userId="f97f16f7-28a5-49bd-9e05-fb3ef63d7997" providerId="ADAL" clId="{7BF803D9-3494-41B9-9213-E73D7BF54335}" dt="2023-07-28T07:27:34.542" v="36870" actId="478"/>
          <ac:spMkLst>
            <pc:docMk/>
            <pc:sldMk cId="1987853872" sldId="836"/>
            <ac:spMk id="290" creationId="{AE43A3E3-CB86-8ED9-337D-DA1C3C7E43E6}"/>
          </ac:spMkLst>
        </pc:spChg>
        <pc:spChg chg="add del mod">
          <ac:chgData name="이민재" userId="f97f16f7-28a5-49bd-9e05-fb3ef63d7997" providerId="ADAL" clId="{7BF803D9-3494-41B9-9213-E73D7BF54335}" dt="2023-07-28T07:33:33.463" v="36980" actId="478"/>
          <ac:spMkLst>
            <pc:docMk/>
            <pc:sldMk cId="1987853872" sldId="836"/>
            <ac:spMk id="292" creationId="{BF2C0B5C-9F16-E8A8-ECF8-C57FD31B078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1" creationId="{441DE52D-1C31-3BEF-CB7D-55C8D3AD820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2" creationId="{2173BA0E-100B-4E84-646F-AF3B29E12C1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3" creationId="{0A2BAEA6-6D1F-19E9-1BC4-AB0B43CD971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8" creationId="{8AC9D8ED-4490-900A-C260-EBBFF02B7F5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9" creationId="{D7625AED-6A12-0FBF-5E13-1CD955F645B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0" creationId="{25B00D6F-2CDE-BAEE-9621-F1D3090BFF5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1" creationId="{AC5510FD-1AE7-C855-C785-ADC3027C7CD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2" creationId="{D0877F07-17AF-B7DA-0CF6-D7A1756D376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3" creationId="{CC0CF1BC-FF38-6889-5488-752DEEC955C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4" creationId="{A2B893D9-2574-3F77-29BE-6DE681DF601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5" creationId="{EA133109-311F-2200-6AC5-9CD838DC7C0A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6" creationId="{CFC1AD00-3F33-ED87-AD01-04E2099951C4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7" creationId="{4C711A1E-F9C6-4674-C396-130E083ABB6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8" creationId="{16F307D2-12F4-514F-92AE-7815F5BBD12D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9" creationId="{65582233-D4B7-CA41-399D-0118ABB701E4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0" creationId="{3D6E2541-A7FD-E84E-7D20-5A0E5DB1D299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1" creationId="{4BBBA489-1311-4195-46B5-8FA700A58BC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2" creationId="{B483457E-AB6B-DCC9-E659-42BE6977795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3" creationId="{B4F8920D-C450-A055-0D7E-3E277B6BAA1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4" creationId="{B85DB0EC-6574-9635-AB92-0F1A186C7D1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5" creationId="{E8FD6EA0-5B4E-E250-8BEF-170E2508B4E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6" creationId="{C6751F2A-89EC-F4AC-1806-59ADD5373FA7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32" creationId="{42A016DC-C1DE-6BA7-E454-DC93A5E3A5C2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40" creationId="{CC41C921-8A19-6E3B-6122-1B2362372905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48" creationId="{83378797-9C7D-18DC-FDC3-7F0E8CCEB1B0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56" creationId="{25B96B75-917E-9AD9-F67C-11D9DE847DF5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64" creationId="{8AF31104-09F9-7B75-A42E-76F32949E4E2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72" creationId="{05B5707D-D2AC-567E-967E-2263FC33E6F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79" creationId="{7038D21D-F894-01A1-E731-90B2AA268C3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0" creationId="{33DC4B01-DFD3-C25C-D46D-4AFEBF0A4BD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1" creationId="{EC06AAD7-73B1-7019-A377-F68B89A129C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2" creationId="{284303E4-9DEB-75D5-64AC-9243A3E71F6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3" creationId="{745F1474-6932-7AB1-4C14-8848AB44CEB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4" creationId="{44078098-739C-AFDD-16E5-D6CA45D888D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5" creationId="{DF7FB998-CED8-3CD4-612D-4D6CAD597D15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6" creationId="{FFCAB4D7-20BF-FA6E-C20B-87CD98D0F57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7" creationId="{949FB263-2366-B7A8-A924-A9FFEDFBC97C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8" creationId="{E46A569F-8698-2FE0-7938-9A8E16E1EA93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9" creationId="{E78DC952-8EAF-EC6F-6098-151D07596E93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0" creationId="{F6174FB7-E834-B6DA-C379-78D076C88845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2" creationId="{38B3B1CC-EE49-F098-040E-230E76A2155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4" creationId="{26347B62-2F2B-D1F3-BAE5-C4B5FC3FAD4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5" creationId="{97444D55-649C-FCC2-7B9F-CC85887A40A1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98" creationId="{56B9776B-2C9B-F21F-2606-2296BD7410A1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06" creationId="{E5A07043-DB31-3E36-DE5F-76FB54219B9F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14" creationId="{4B82A828-7E0D-13B6-3F27-CCC1DBB37480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22" creationId="{89019478-1E00-800D-803F-109BB28CA766}"/>
          </ac:spMkLst>
        </pc:spChg>
        <pc:spChg chg="add del mod">
          <ac:chgData name="이민재" userId="f97f16f7-28a5-49bd-9e05-fb3ef63d7997" providerId="ADAL" clId="{7BF803D9-3494-41B9-9213-E73D7BF54335}" dt="2023-07-28T07:37:53.866" v="37080" actId="478"/>
          <ac:spMkLst>
            <pc:docMk/>
            <pc:sldMk cId="1987853872" sldId="836"/>
            <ac:spMk id="429" creationId="{080E4654-DCB2-3E72-46E2-117C612E6AFA}"/>
          </ac:spMkLst>
        </pc:spChg>
        <pc:spChg chg="add del mod">
          <ac:chgData name="이민재" userId="f97f16f7-28a5-49bd-9e05-fb3ef63d7997" providerId="ADAL" clId="{7BF803D9-3494-41B9-9213-E73D7BF54335}" dt="2023-07-28T07:37:49.193" v="37078" actId="478"/>
          <ac:spMkLst>
            <pc:docMk/>
            <pc:sldMk cId="1987853872" sldId="836"/>
            <ac:spMk id="431" creationId="{EF9633E5-327E-9E33-C94E-F3A2640A75C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432" creationId="{536D62B6-795B-DA2F-1355-94B71529A009}"/>
          </ac:spMkLst>
        </pc:spChg>
        <pc:spChg chg="add del mod">
          <ac:chgData name="이민재" userId="f97f16f7-28a5-49bd-9e05-fb3ef63d7997" providerId="ADAL" clId="{7BF803D9-3494-41B9-9213-E73D7BF54335}" dt="2023-07-28T07:39:34.114" v="37109" actId="478"/>
          <ac:spMkLst>
            <pc:docMk/>
            <pc:sldMk cId="1987853872" sldId="836"/>
            <ac:spMk id="438" creationId="{BEC403A1-EBAC-94FF-8E57-2320AD1A17D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39" creationId="{12CD22EC-4326-AF85-0F13-4B979D70C60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6" creationId="{B2DF32B0-2983-823B-E4CC-AFE77919D75F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7" creationId="{D14F1724-62E6-4370-3C2C-7209B8CB8912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8" creationId="{F394702E-80BD-6D2D-413E-73669225BCF9}"/>
          </ac:spMkLst>
        </pc:spChg>
        <pc:spChg chg="add mod">
          <ac:chgData name="이민재" userId="f97f16f7-28a5-49bd-9e05-fb3ef63d7997" providerId="ADAL" clId="{7BF803D9-3494-41B9-9213-E73D7BF54335}" dt="2023-07-28T10:13:37.975" v="40421" actId="1035"/>
          <ac:spMkLst>
            <pc:docMk/>
            <pc:sldMk cId="1987853872" sldId="836"/>
            <ac:spMk id="449" creationId="{71531470-2E74-274D-7F1B-41553DD08C71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58" creationId="{967B79C8-D1A7-E055-7FED-3AAACE48176F}"/>
          </ac:spMkLst>
        </pc:spChg>
        <pc:spChg chg="add mod">
          <ac:chgData name="이민재" userId="f97f16f7-28a5-49bd-9e05-fb3ef63d7997" providerId="ADAL" clId="{7BF803D9-3494-41B9-9213-E73D7BF54335}" dt="2023-07-28T10:31:56.487" v="40558" actId="20577"/>
          <ac:spMkLst>
            <pc:docMk/>
            <pc:sldMk cId="1987853872" sldId="836"/>
            <ac:spMk id="459" creationId="{9B419EAF-4BD6-61B3-439B-1279CB85882F}"/>
          </ac:spMkLst>
        </pc:spChg>
        <pc:spChg chg="add mod">
          <ac:chgData name="이민재" userId="f97f16f7-28a5-49bd-9e05-fb3ef63d7997" providerId="ADAL" clId="{7BF803D9-3494-41B9-9213-E73D7BF54335}" dt="2023-07-28T10:31:38.541" v="40553" actId="1036"/>
          <ac:spMkLst>
            <pc:docMk/>
            <pc:sldMk cId="1987853872" sldId="836"/>
            <ac:spMk id="460" creationId="{3E8C8521-CA55-7F3E-53EB-7D7E22AB0002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5" creationId="{2B1CFCB5-B2A4-093D-170C-4C87ACD696C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6" creationId="{11D9EC64-14EC-DCAE-B564-FEDA92874C4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7" creationId="{D6826CF2-C1EC-0E53-18B5-46C6946F428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8" creationId="{2113B3EB-5A78-E823-F696-2531F0831704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9" creationId="{7481D40C-B76B-2582-30B1-A73C15706C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0" creationId="{BFBD119D-B147-A3C9-3094-0E42B27AA9A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1" creationId="{3F3427BE-948E-D708-2441-46E7056C02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2" creationId="{635BBAB2-7E2C-FD98-B6D5-B944287D553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3" creationId="{30DDB789-25B2-8C7F-DC1C-228E7796839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4" creationId="{5193AAF8-C030-238B-B664-4B4141BB25B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5" creationId="{6659E71D-B17A-3761-DD72-C91E6703650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6" creationId="{1E3BA907-74D6-0CBC-BE1B-4B28B8AE369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7" creationId="{AE495E8D-1714-94E8-4514-CD3119A315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8" creationId="{BC4C8179-ACD0-86AF-3ECB-C32A4003F85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9" creationId="{4646EFFF-C499-C707-E59F-223B4B3D9B8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0" creationId="{9EE8C28C-3AF8-917D-D5FC-D720AFD5F63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1" creationId="{9B35F442-88F2-F0C4-E787-9F8F897BA37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2" creationId="{3B450892-5234-9E91-E48C-602C8511EF7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3" creationId="{ECB22E78-0AC1-FBB1-2AEC-CE227E740F77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489" creationId="{AF42153C-D467-AD4B-097C-1D4C96586326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497" creationId="{5DD418CE-17BE-CEE9-8DEB-12EF7E9812DC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05" creationId="{C76D48EC-D85C-86D6-2D20-1EEE16B79469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13" creationId="{9AA9B2A6-DBA8-BD56-D7AC-7DDC14266094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21" creationId="{C4FAECD6-1252-EE68-3879-BD9D4BCAAE9C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29" creationId="{E9255619-CA6D-7A9C-6B63-3DCD8A651ED9}"/>
          </ac:spMkLst>
        </pc:spChg>
        <pc:spChg chg="add mod">
          <ac:chgData name="이민재" userId="f97f16f7-28a5-49bd-9e05-fb3ef63d7997" providerId="ADAL" clId="{7BF803D9-3494-41B9-9213-E73D7BF54335}" dt="2023-07-28T10:31:38.541" v="40553" actId="1036"/>
          <ac:spMkLst>
            <pc:docMk/>
            <pc:sldMk cId="1987853872" sldId="836"/>
            <ac:spMk id="536" creationId="{95ACDAF2-BDCC-2C6B-75C2-88F98941D9F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7" creationId="{2E272C6A-443B-3B21-FBFC-F02A8907444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8" creationId="{AC10E2CD-7667-4BBB-E9B2-A1AE4C4128A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9" creationId="{1A8EE6E3-2619-8BB6-85D1-3A03D8EC214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0" creationId="{0C98F984-E63A-1B54-608B-2B8AD060890B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1" creationId="{9CF23BFF-29A9-B3DA-69BE-401B98D2175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2" creationId="{A9DF0E39-D07C-8BB0-8C93-B3E18F02297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3" creationId="{420B8D6B-C2AF-B2E5-7D73-61E1BCBD1AE6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4" creationId="{4A613A65-92AB-BE50-18FA-AF3E3369F04F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5" creationId="{01E6287F-E315-6696-8D1B-79CD0EE807E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6" creationId="{6AC0C019-FADA-ECF2-1996-940BBF6DC4AB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7" creationId="{D2062100-0E87-3F4A-E6DB-ED4FCC0F134B}"/>
          </ac:spMkLst>
        </pc:spChg>
        <pc:spChg chg="add mod">
          <ac:chgData name="이민재" userId="f97f16f7-28a5-49bd-9e05-fb3ef63d7997" providerId="ADAL" clId="{7BF803D9-3494-41B9-9213-E73D7BF54335}" dt="2023-07-28T10:32:21.710" v="40577" actId="1035"/>
          <ac:spMkLst>
            <pc:docMk/>
            <pc:sldMk cId="1987853872" sldId="836"/>
            <ac:spMk id="549" creationId="{3D647F10-3E38-2392-A6E2-A235225BAAF1}"/>
          </ac:spMkLst>
        </pc:spChg>
        <pc:spChg chg="add mod">
          <ac:chgData name="이민재" userId="f97f16f7-28a5-49bd-9e05-fb3ef63d7997" providerId="ADAL" clId="{7BF803D9-3494-41B9-9213-E73D7BF54335}" dt="2023-07-28T10:32:08.804" v="40564" actId="20577"/>
          <ac:spMkLst>
            <pc:docMk/>
            <pc:sldMk cId="1987853872" sldId="836"/>
            <ac:spMk id="551" creationId="{5C17C290-5908-EBE5-76F5-755E5F8671A6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53" creationId="{91050579-4DA4-FEB0-61E1-3EDF5E16ECD5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61" creationId="{BCFB482B-993D-15C0-3314-F77C765183B8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69" creationId="{765C558E-81DA-27AD-3480-68CA6F3141C2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77" creationId="{0F5460EB-B31A-0700-7A63-AE3092C7C7D9}"/>
          </ac:spMkLst>
        </pc:spChg>
        <pc:spChg chg="add mod">
          <ac:chgData name="이민재" userId="f97f16f7-28a5-49bd-9e05-fb3ef63d7997" providerId="ADAL" clId="{7BF803D9-3494-41B9-9213-E73D7BF54335}" dt="2023-07-28T10:31:47.032" v="40554" actId="1035"/>
          <ac:spMkLst>
            <pc:docMk/>
            <pc:sldMk cId="1987853872" sldId="836"/>
            <ac:spMk id="584" creationId="{19BCFFB9-14D8-2930-5846-84B566B59109}"/>
          </ac:spMkLst>
        </pc:spChg>
        <pc:spChg chg="add del mod">
          <ac:chgData name="이민재" userId="f97f16f7-28a5-49bd-9e05-fb3ef63d7997" providerId="ADAL" clId="{7BF803D9-3494-41B9-9213-E73D7BF54335}" dt="2023-07-28T08:13:26.229" v="38088" actId="478"/>
          <ac:spMkLst>
            <pc:docMk/>
            <pc:sldMk cId="1987853872" sldId="836"/>
            <ac:spMk id="586" creationId="{35B06865-903E-3D30-8F8A-0084279A4B7D}"/>
          </ac:spMkLst>
        </pc:spChg>
        <pc:spChg chg="add del mod">
          <ac:chgData name="이민재" userId="f97f16f7-28a5-49bd-9e05-fb3ef63d7997" providerId="ADAL" clId="{7BF803D9-3494-41B9-9213-E73D7BF54335}" dt="2023-07-28T08:01:54.889" v="37763" actId="478"/>
          <ac:spMkLst>
            <pc:docMk/>
            <pc:sldMk cId="1987853872" sldId="836"/>
            <ac:spMk id="598" creationId="{87BCC134-A7F2-5D0E-6A5B-EB088A7DF47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00" creationId="{FF49F5E6-107A-DDD9-4DD7-B2A87C9265AD}"/>
          </ac:spMkLst>
        </pc:spChg>
        <pc:spChg chg="add mod">
          <ac:chgData name="이민재" userId="f97f16f7-28a5-49bd-9e05-fb3ef63d7997" providerId="ADAL" clId="{7BF803D9-3494-41B9-9213-E73D7BF54335}" dt="2023-07-28T09:29:06.592" v="40040" actId="1076"/>
          <ac:spMkLst>
            <pc:docMk/>
            <pc:sldMk cId="1987853872" sldId="836"/>
            <ac:spMk id="601" creationId="{38810EA1-E11A-0892-AAC1-FADC6845DE8B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2" creationId="{840DE152-C548-1930-E741-1198F03B9DCA}"/>
          </ac:spMkLst>
        </pc:spChg>
        <pc:spChg chg="add del mod">
          <ac:chgData name="이민재" userId="f97f16f7-28a5-49bd-9e05-fb3ef63d7997" providerId="ADAL" clId="{7BF803D9-3494-41B9-9213-E73D7BF54335}" dt="2023-07-28T08:04:22.234" v="37813" actId="478"/>
          <ac:spMkLst>
            <pc:docMk/>
            <pc:sldMk cId="1987853872" sldId="836"/>
            <ac:spMk id="603" creationId="{A84E76F6-DD5E-CAB6-3710-51CFB4FF4FD7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4" creationId="{E52AD677-F340-2593-C2CF-820BDF55B63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5" creationId="{244B134F-0CC2-DD46-9CF3-9690E3B6BD0B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6" creationId="{B2098D90-C7F4-C15C-48DB-A988B5BB4B32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7" creationId="{FA97D195-3D53-B576-0003-7BA15D12A257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8" creationId="{714C7A40-B589-70E4-697C-4750935ADA59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9" creationId="{D90E4F51-34E1-5E10-AF38-07D52FADDB4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0" creationId="{D61CF684-FCB1-9606-7F4E-77DBB1A7242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1" creationId="{497C977E-7947-50FE-B3A2-3534EA680610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2" creationId="{389BB525-A431-9508-6263-C1992ACCD8CA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3" creationId="{7C203022-C695-4F2B-1301-8A7EA6A92CF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4" creationId="{59E31DB7-4D75-A731-A678-E50FC99007D2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5" creationId="{B1550857-98F0-C934-1A91-38A331E7B4C9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6" creationId="{13B8737E-63F4-BD6E-BD2B-539B232101A0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7" creationId="{A1251E89-A3AA-E2C1-0F07-83C455C2826C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8" creationId="{3AF9B0A4-3185-50A9-5D2F-05682A499881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9" creationId="{DD362481-1B0B-3414-76E0-6DCD0E08605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1" creationId="{F08CAB0B-4AE3-EB78-A884-DE8477E14A2A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2" creationId="{B6206303-47AD-9D04-38BE-F645D5AF198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3" creationId="{5EE4C735-A3A8-D6DA-2C64-F661F175B1DC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4" creationId="{9AA0495F-EF20-D16C-46DE-1621A4C797D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25" creationId="{9D19C0D7-4E63-CE38-C6ED-06BFB8B1BC67}"/>
          </ac:spMkLst>
        </pc:spChg>
        <pc:spChg chg="add del mod">
          <ac:chgData name="이민재" userId="f97f16f7-28a5-49bd-9e05-fb3ef63d7997" providerId="ADAL" clId="{7BF803D9-3494-41B9-9213-E73D7BF54335}" dt="2023-07-28T08:06:29.366" v="37893" actId="478"/>
          <ac:spMkLst>
            <pc:docMk/>
            <pc:sldMk cId="1987853872" sldId="836"/>
            <ac:spMk id="626" creationId="{F1EC42D1-5F7E-3A30-D935-E2FEBF07F35A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4" creationId="{936C785E-ABB6-2155-616B-DDF658360D9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5" creationId="{F570AA65-DD42-E041-A1EB-7277F964D31C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6" creationId="{CE708B4E-9CF7-1673-5F31-7E086506F57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9" creationId="{5336B54B-82A7-ED5B-D9F2-ED1896EA2250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0" creationId="{665F05B0-C493-D777-76F0-DD9F6B87CCC4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1" creationId="{3D96A6EA-5F6D-0E86-A045-2F47092D549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2" creationId="{BF6ABEAA-4BC0-07B3-A9A5-C0DFAE399FAB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3" creationId="{543A4179-0790-D7B7-D145-7BAC88708B39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4" creationId="{5EBC5679-C283-495C-30F0-D49858E984E0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54" creationId="{2DE5E8A1-06EA-93F5-EBE9-3BAB9E1424F6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5" creationId="{11DFC199-939A-4C24-C080-979864980F5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6" creationId="{52C356DB-808A-28D6-9284-90C6D03F54E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8" creationId="{B01A25E5-471E-71D2-4F81-2542FE29B9BB}"/>
          </ac:spMkLst>
        </pc:spChg>
        <pc:spChg chg="add mod">
          <ac:chgData name="이민재" userId="f97f16f7-28a5-49bd-9e05-fb3ef63d7997" providerId="ADAL" clId="{7BF803D9-3494-41B9-9213-E73D7BF54335}" dt="2023-07-28T10:13:42.451" v="40427" actId="1035"/>
          <ac:spMkLst>
            <pc:docMk/>
            <pc:sldMk cId="1987853872" sldId="836"/>
            <ac:spMk id="659" creationId="{2C27AF2C-A817-6E0B-200C-677BDFC57D92}"/>
          </ac:spMkLst>
        </pc:spChg>
        <pc:spChg chg="add del mod">
          <ac:chgData name="이민재" userId="f97f16f7-28a5-49bd-9e05-fb3ef63d7997" providerId="ADAL" clId="{7BF803D9-3494-41B9-9213-E73D7BF54335}" dt="2023-07-28T08:23:49.415" v="38387" actId="478"/>
          <ac:spMkLst>
            <pc:docMk/>
            <pc:sldMk cId="1987853872" sldId="836"/>
            <ac:spMk id="669" creationId="{833C47BB-7931-9B18-9963-4D3812144C7E}"/>
          </ac:spMkLst>
        </pc:spChg>
        <pc:spChg chg="add del mod">
          <ac:chgData name="이민재" userId="f97f16f7-28a5-49bd-9e05-fb3ef63d7997" providerId="ADAL" clId="{7BF803D9-3494-41B9-9213-E73D7BF54335}" dt="2023-07-28T08:23:44.764" v="38383" actId="478"/>
          <ac:spMkLst>
            <pc:docMk/>
            <pc:sldMk cId="1987853872" sldId="836"/>
            <ac:spMk id="670" creationId="{A69D468D-5B7B-54DA-ABBE-966F93E1E08C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1" creationId="{3938E825-1BDF-2E11-5B86-A286A8F56733}"/>
          </ac:spMkLst>
        </pc:spChg>
        <pc:spChg chg="add del mod">
          <ac:chgData name="이민재" userId="f97f16f7-28a5-49bd-9e05-fb3ef63d7997" providerId="ADAL" clId="{7BF803D9-3494-41B9-9213-E73D7BF54335}" dt="2023-07-28T08:23:34.894" v="38377" actId="478"/>
          <ac:spMkLst>
            <pc:docMk/>
            <pc:sldMk cId="1987853872" sldId="836"/>
            <ac:spMk id="674" creationId="{2867557B-106F-61E1-E2A7-C23967B2507D}"/>
          </ac:spMkLst>
        </pc:spChg>
        <pc:spChg chg="add del mod">
          <ac:chgData name="이민재" userId="f97f16f7-28a5-49bd-9e05-fb3ef63d7997" providerId="ADAL" clId="{7BF803D9-3494-41B9-9213-E73D7BF54335}" dt="2023-07-28T08:23:31.869" v="38373" actId="478"/>
          <ac:spMkLst>
            <pc:docMk/>
            <pc:sldMk cId="1987853872" sldId="836"/>
            <ac:spMk id="675" creationId="{6A16FDDB-2C59-0B88-451A-07C3C459894C}"/>
          </ac:spMkLst>
        </pc:spChg>
        <pc:spChg chg="add del mod">
          <ac:chgData name="이민재" userId="f97f16f7-28a5-49bd-9e05-fb3ef63d7997" providerId="ADAL" clId="{7BF803D9-3494-41B9-9213-E73D7BF54335}" dt="2023-07-28T08:23:31.101" v="38372" actId="478"/>
          <ac:spMkLst>
            <pc:docMk/>
            <pc:sldMk cId="1987853872" sldId="836"/>
            <ac:spMk id="676" creationId="{691FF54B-53A1-2C82-F9C8-463F31633CFA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7" creationId="{2538D635-85B9-E253-4160-6ABC7570E891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8" creationId="{5770D9D6-EC37-3D11-0084-9AA00FCD774E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9" creationId="{95EBFC8F-E877-D47F-21A4-8B5777084529}"/>
          </ac:spMkLst>
        </pc:spChg>
        <pc:spChg chg="add del mod">
          <ac:chgData name="이민재" userId="f97f16f7-28a5-49bd-9e05-fb3ef63d7997" providerId="ADAL" clId="{7BF803D9-3494-41B9-9213-E73D7BF54335}" dt="2023-07-28T08:36:48.190" v="38771" actId="478"/>
          <ac:spMkLst>
            <pc:docMk/>
            <pc:sldMk cId="1987853872" sldId="836"/>
            <ac:spMk id="689" creationId="{F52DEE6C-4048-3F32-6F84-E00AE71D2166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90" creationId="{9C09BBEB-DD32-5034-78E0-E5555A74FA0B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99" creationId="{2D2AF970-3187-A82E-DCD0-FA8410A86B7B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0" creationId="{90E7E273-283B-D2C6-0164-4FAEB33F06F6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1" creationId="{E4C5327F-6685-7D2B-1869-F9AE95642AD0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2" creationId="{7855AE21-D19A-9F0E-0959-7D72C74E0769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6" creationId="{3DD4F04E-4679-7706-A9AC-724F579098AB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7" creationId="{1CE5EF97-8BCA-1D2B-4346-43893664D22F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8" creationId="{F83188EA-C5C1-0C28-8EE1-B93DD14D18E5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9" creationId="{0CB428A2-D971-6713-E9E5-F585B61D9C27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21" creationId="{A34CB41A-B410-27C3-8F04-819B4D6F81CF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3" creationId="{F8AA7C46-E605-912A-FFF3-7C91987B1BCC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4" creationId="{DC60EAD2-5202-3381-94FC-EF57B98D47A7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5" creationId="{D1C2B1E7-584D-1F68-94B0-2C1554E0129D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6" creationId="{56F87A22-BF2E-F385-ABFB-1738537227A9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7" creationId="{29DE9FF3-43D7-CE0F-8722-846BAD928066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8" creationId="{5BA6A802-DD0B-5E77-7A4D-EE5A78EC0AC0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9" creationId="{61C74624-3244-E98F-4319-E9719F39C4F5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0" creationId="{0D98B7B5-799A-352B-3FB5-24618D88A56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1" creationId="{6377ADB4-4E55-7999-138C-877439AE1C22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2" creationId="{06CBD197-AB4A-70E6-E3B7-48763431E6A4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3" creationId="{B78D1F5F-B191-40AC-E24A-CF6E5739561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4" creationId="{08C50FDC-F4E2-1EC3-0F05-60C2B419A56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5" creationId="{1345C70A-56C6-B979-6CB4-396B38D68F7F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6" creationId="{A0E6BCBC-B10D-67F7-4576-2B07664E05CC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7" creationId="{D3C5B0D7-1184-E59C-6F66-83206ACCC95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8" creationId="{8FFD9931-BCD9-72AB-0EC9-4C8E19D6618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9" creationId="{9DE8B500-334C-2974-B20B-ABEBDCA087A7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0" creationId="{A00CA5F9-C88C-0A03-B570-49E5558EDD68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1" creationId="{4CBB5F36-C19E-9EF3-F669-171F7B0FAFFA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2" creationId="{0778076D-95B0-1FCF-64C0-D899DCB09FC9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3" creationId="{E46E3B0C-D0E9-310E-62CF-FC505FA76FA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68" creationId="{898DCF35-6880-32EE-F354-57FA35B21BC1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69" creationId="{38DBE95C-DB1C-A47E-9809-C077651F9F9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70" creationId="{8B529ABA-0615-8808-D686-886810A9B4B8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71" creationId="{684DD002-76E7-302F-C2FD-5D43ACB9DB11}"/>
          </ac:spMkLst>
        </pc:spChg>
        <pc:spChg chg="add mod">
          <ac:chgData name="이민재" userId="f97f16f7-28a5-49bd-9e05-fb3ef63d7997" providerId="ADAL" clId="{7BF803D9-3494-41B9-9213-E73D7BF54335}" dt="2023-07-28T09:17:48.996" v="39776" actId="1076"/>
          <ac:spMkLst>
            <pc:docMk/>
            <pc:sldMk cId="1987853872" sldId="836"/>
            <ac:spMk id="776" creationId="{46733AE2-E2E1-36C3-B101-F90ACECB4EC6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1" creationId="{4FE7054B-9490-9812-5334-D759EDFB735A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2" creationId="{0C4D6172-CE7D-4130-EC3A-40EBC111AD71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3" creationId="{4B98E47D-F8D7-413C-5A27-C1CDDB38CD7C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4" creationId="{081D487C-E8A9-E008-1BBD-130C8E0D5F0E}"/>
          </ac:spMkLst>
        </pc:spChg>
        <pc:spChg chg="add del mod">
          <ac:chgData name="이민재" userId="f97f16f7-28a5-49bd-9e05-fb3ef63d7997" providerId="ADAL" clId="{7BF803D9-3494-41B9-9213-E73D7BF54335}" dt="2023-07-28T08:36:47.286" v="38770" actId="478"/>
          <ac:spMkLst>
            <pc:docMk/>
            <pc:sldMk cId="1987853872" sldId="836"/>
            <ac:spMk id="789" creationId="{D451D1D2-895B-12EB-3696-34287130568D}"/>
          </ac:spMkLst>
        </pc:spChg>
        <pc:spChg chg="add del mod">
          <ac:chgData name="이민재" userId="f97f16f7-28a5-49bd-9e05-fb3ef63d7997" providerId="ADAL" clId="{7BF803D9-3494-41B9-9213-E73D7BF54335}" dt="2023-07-28T08:37:06.034" v="38784" actId="478"/>
          <ac:spMkLst>
            <pc:docMk/>
            <pc:sldMk cId="1987853872" sldId="836"/>
            <ac:spMk id="790" creationId="{2B36C99D-5478-9D51-40C4-D248FD596CFD}"/>
          </ac:spMkLst>
        </pc:spChg>
        <pc:spChg chg="add del mod">
          <ac:chgData name="이민재" userId="f97f16f7-28a5-49bd-9e05-fb3ef63d7997" providerId="ADAL" clId="{7BF803D9-3494-41B9-9213-E73D7BF54335}" dt="2023-07-28T08:37:04.863" v="38783" actId="478"/>
          <ac:spMkLst>
            <pc:docMk/>
            <pc:sldMk cId="1987853872" sldId="836"/>
            <ac:spMk id="791" creationId="{53510402-C6DD-69C1-3483-653DCEF3630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2" creationId="{92728C00-927B-5135-D92C-14FA32D85552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3" creationId="{FBB1ABDB-7861-014D-3E25-B36939AAF897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4" creationId="{6FC98E96-D117-D866-81F5-CA96A07BCF1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5" creationId="{DDD268AD-D355-548D-3B58-082DB726158D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6" creationId="{ADA3F8AA-C1A9-22FD-579E-4CA28CADC5AB}"/>
          </ac:spMkLst>
        </pc:spChg>
        <pc:spChg chg="add del mod">
          <ac:chgData name="이민재" userId="f97f16f7-28a5-49bd-9e05-fb3ef63d7997" providerId="ADAL" clId="{7BF803D9-3494-41B9-9213-E73D7BF54335}" dt="2023-07-28T08:39:05.523" v="38891" actId="478"/>
          <ac:spMkLst>
            <pc:docMk/>
            <pc:sldMk cId="1987853872" sldId="836"/>
            <ac:spMk id="797" creationId="{6118BD90-F082-9209-E792-B3AC995E2493}"/>
          </ac:spMkLst>
        </pc:spChg>
        <pc:spChg chg="add del mod">
          <ac:chgData name="이민재" userId="f97f16f7-28a5-49bd-9e05-fb3ef63d7997" providerId="ADAL" clId="{7BF803D9-3494-41B9-9213-E73D7BF54335}" dt="2023-07-28T08:39:34.043" v="38902" actId="478"/>
          <ac:spMkLst>
            <pc:docMk/>
            <pc:sldMk cId="1987853872" sldId="836"/>
            <ac:spMk id="798" creationId="{D7904B04-28B0-70D8-0375-86EE8E53FCD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799" creationId="{CD37BD4F-5412-4343-019F-015E77E0F33E}"/>
          </ac:spMkLst>
        </pc:spChg>
        <pc:spChg chg="add mod">
          <ac:chgData name="이민재" userId="f97f16f7-28a5-49bd-9e05-fb3ef63d7997" providerId="ADAL" clId="{7BF803D9-3494-41B9-9213-E73D7BF54335}" dt="2023-07-28T09:54:51.336" v="40132" actId="1035"/>
          <ac:spMkLst>
            <pc:docMk/>
            <pc:sldMk cId="1987853872" sldId="836"/>
            <ac:spMk id="800" creationId="{B4A0305B-BE29-5E5E-7F40-45FE6C5B6B2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801" creationId="{C34F5658-001E-02C1-DBC1-7A43077A69E9}"/>
          </ac:spMkLst>
        </pc:spChg>
        <pc:spChg chg="add del mod">
          <ac:chgData name="이민재" userId="f97f16f7-28a5-49bd-9e05-fb3ef63d7997" providerId="ADAL" clId="{7BF803D9-3494-41B9-9213-E73D7BF54335}" dt="2023-07-28T08:53:01.238" v="39300" actId="478"/>
          <ac:spMkLst>
            <pc:docMk/>
            <pc:sldMk cId="1987853872" sldId="836"/>
            <ac:spMk id="808" creationId="{656747CC-B4F0-3554-749D-E4B9C0D9FCFC}"/>
          </ac:spMkLst>
        </pc:spChg>
        <pc:spChg chg="add del mod">
          <ac:chgData name="이민재" userId="f97f16f7-28a5-49bd-9e05-fb3ef63d7997" providerId="ADAL" clId="{7BF803D9-3494-41B9-9213-E73D7BF54335}" dt="2023-07-28T08:53:06.214" v="39302" actId="478"/>
          <ac:spMkLst>
            <pc:docMk/>
            <pc:sldMk cId="1987853872" sldId="836"/>
            <ac:spMk id="809" creationId="{28553ACB-B058-F72A-CFA0-792C2FA9E01F}"/>
          </ac:spMkLst>
        </pc:spChg>
        <pc:spChg chg="add mod">
          <ac:chgData name="이민재" userId="f97f16f7-28a5-49bd-9e05-fb3ef63d7997" providerId="ADAL" clId="{7BF803D9-3494-41B9-9213-E73D7BF54335}" dt="2023-07-28T10:30:52.700" v="40511" actId="1076"/>
          <ac:spMkLst>
            <pc:docMk/>
            <pc:sldMk cId="1987853872" sldId="836"/>
            <ac:spMk id="810" creationId="{04013101-B8C5-53C7-9325-77391EBB473D}"/>
          </ac:spMkLst>
        </pc:spChg>
        <pc:spChg chg="add mod">
          <ac:chgData name="이민재" userId="f97f16f7-28a5-49bd-9e05-fb3ef63d7997" providerId="ADAL" clId="{7BF803D9-3494-41B9-9213-E73D7BF54335}" dt="2023-07-28T10:30:52.700" v="40511" actId="1076"/>
          <ac:spMkLst>
            <pc:docMk/>
            <pc:sldMk cId="1987853872" sldId="836"/>
            <ac:spMk id="811" creationId="{2FEE4DD4-D6CD-F04B-D072-42AADEA21566}"/>
          </ac:spMkLst>
        </pc:spChg>
        <pc:spChg chg="add mod">
          <ac:chgData name="이민재" userId="f97f16f7-28a5-49bd-9e05-fb3ef63d7997" providerId="ADAL" clId="{7BF803D9-3494-41B9-9213-E73D7BF54335}" dt="2023-07-28T09:27:52.566" v="39994" actId="20577"/>
          <ac:spMkLst>
            <pc:docMk/>
            <pc:sldMk cId="1987853872" sldId="836"/>
            <ac:spMk id="814" creationId="{BE1D4F7E-3635-5464-8F80-F1B77B1912C1}"/>
          </ac:spMkLst>
        </pc:spChg>
        <pc:spChg chg="mod">
          <ac:chgData name="이민재" userId="f97f16f7-28a5-49bd-9e05-fb3ef63d7997" providerId="ADAL" clId="{7BF803D9-3494-41B9-9213-E73D7BF54335}" dt="2023-07-28T09:08:03.519" v="39390"/>
          <ac:spMkLst>
            <pc:docMk/>
            <pc:sldMk cId="1987853872" sldId="836"/>
            <ac:spMk id="816" creationId="{5BC25501-5AAA-D9D6-3EBD-504C5A0C47EB}"/>
          </ac:spMkLst>
        </pc:spChg>
        <pc:spChg chg="add mod">
          <ac:chgData name="이민재" userId="f97f16f7-28a5-49bd-9e05-fb3ef63d7997" providerId="ADAL" clId="{7BF803D9-3494-41B9-9213-E73D7BF54335}" dt="2023-07-28T10:32:03.324" v="40561" actId="20577"/>
          <ac:spMkLst>
            <pc:docMk/>
            <pc:sldMk cId="1987853872" sldId="836"/>
            <ac:spMk id="824" creationId="{EBC050DB-E275-2EFB-2F72-B3A8F6BB6DE5}"/>
          </ac:spMkLst>
        </pc:spChg>
        <pc:spChg chg="add mod">
          <ac:chgData name="이민재" userId="f97f16f7-28a5-49bd-9e05-fb3ef63d7997" providerId="ADAL" clId="{7BF803D9-3494-41B9-9213-E73D7BF54335}" dt="2023-07-28T09:15:24.188" v="39569" actId="1076"/>
          <ac:spMkLst>
            <pc:docMk/>
            <pc:sldMk cId="1987853872" sldId="836"/>
            <ac:spMk id="837" creationId="{8FF4072A-380B-1259-BDA7-F4A13B49DD80}"/>
          </ac:spMkLst>
        </pc:spChg>
        <pc:spChg chg="add mod">
          <ac:chgData name="이민재" userId="f97f16f7-28a5-49bd-9e05-fb3ef63d7997" providerId="ADAL" clId="{7BF803D9-3494-41B9-9213-E73D7BF54335}" dt="2023-07-28T09:21:36.330" v="39878" actId="1037"/>
          <ac:spMkLst>
            <pc:docMk/>
            <pc:sldMk cId="1987853872" sldId="836"/>
            <ac:spMk id="845" creationId="{79653C5B-FE18-EDAE-1991-D676B07D1E9A}"/>
          </ac:spMkLst>
        </pc:spChg>
        <pc:spChg chg="add mod">
          <ac:chgData name="이민재" userId="f97f16f7-28a5-49bd-9e05-fb3ef63d7997" providerId="ADAL" clId="{7BF803D9-3494-41B9-9213-E73D7BF54335}" dt="2023-07-28T09:23:11.568" v="39938" actId="1035"/>
          <ac:spMkLst>
            <pc:docMk/>
            <pc:sldMk cId="1987853872" sldId="836"/>
            <ac:spMk id="847" creationId="{429D91CA-BA93-1112-628F-BA599246AA1E}"/>
          </ac:spMkLst>
        </pc:spChg>
        <pc:spChg chg="add del mod">
          <ac:chgData name="이민재" userId="f97f16f7-28a5-49bd-9e05-fb3ef63d7997" providerId="ADAL" clId="{7BF803D9-3494-41B9-9213-E73D7BF54335}" dt="2023-07-28T10:13:53.576" v="40428" actId="478"/>
          <ac:spMkLst>
            <pc:docMk/>
            <pc:sldMk cId="1987853872" sldId="836"/>
            <ac:spMk id="851" creationId="{C25522AE-545E-97E8-0104-A796976CD62A}"/>
          </ac:spMkLst>
        </pc:spChg>
        <pc:spChg chg="mod">
          <ac:chgData name="이민재" userId="f97f16f7-28a5-49bd-9e05-fb3ef63d7997" providerId="ADAL" clId="{7BF803D9-3494-41B9-9213-E73D7BF54335}" dt="2023-07-28T09:29:03.981" v="40038"/>
          <ac:spMkLst>
            <pc:docMk/>
            <pc:sldMk cId="1987853872" sldId="836"/>
            <ac:spMk id="853" creationId="{0031024B-731F-0179-7CE2-C2BFA64F222D}"/>
          </ac:spMkLst>
        </pc:spChg>
        <pc:spChg chg="mod topLvl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1" creationId="{7EB54890-3246-A34B-61D9-0342C421CA2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8" creationId="{5E558150-360B-1B23-7149-3B3D12B92DD6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9" creationId="{FD2DE156-9922-ED28-5BB3-C46AF8EDBDF3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0" creationId="{9A9E8570-52DB-792D-80D5-D8DFF0720B18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1" creationId="{64A3D8CC-E7E5-04C2-9F8F-D72E98ADD9B6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2" creationId="{AFB93C10-58EC-D80D-CA77-02844D58CF84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3" creationId="{63DCA8E4-E0DB-3A00-F711-04C3BA09DEE7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4" creationId="{83CDD144-4CB0-3F4B-7575-D91A1C400B61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5" creationId="{C44EF408-AEC9-9488-3F20-4A193785DA29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6" creationId="{E8D44750-6248-B40B-6E86-70DE8E8C18B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7" creationId="{9797BE66-FD2B-88CE-4763-79B220F41793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8" creationId="{2BE32FA9-747A-3374-D103-0C5B17F1276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9" creationId="{6A99C7F1-24FF-C767-08A8-9D257AECC530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0" creationId="{FD41C862-B4EF-D59C-A96C-06B869F9834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1" creationId="{70DEBD53-B585-353E-4478-75C1ED60E9D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2" creationId="{73DEA5D9-CBD3-EF62-9E2B-963A26F17E1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3" creationId="{BEF96F2B-62B9-486B-EACC-13C28CB47CC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4" creationId="{C639C59A-936D-4B4A-FDBD-DD42BBB185EC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5" creationId="{FFF34265-41A7-E727-3720-C08C9156414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6" creationId="{2E87189E-44FD-90EE-F640-C5D1E04D4889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7" creationId="{B3CD1AE2-192D-2558-2AE4-268D7505DA8B}"/>
          </ac:spMkLst>
        </pc:spChg>
        <pc:spChg chg="add mod">
          <ac:chgData name="이민재" userId="f97f16f7-28a5-49bd-9e05-fb3ef63d7997" providerId="ADAL" clId="{7BF803D9-3494-41B9-9213-E73D7BF54335}" dt="2023-07-28T10:31:50.286" v="40555" actId="1035"/>
          <ac:spMkLst>
            <pc:docMk/>
            <pc:sldMk cId="1987853872" sldId="836"/>
            <ac:spMk id="888" creationId="{98DCFD86-0614-0A69-EBBB-C193FAD8EDB4}"/>
          </ac:spMkLst>
        </pc:spChg>
        <pc:spChg chg="add del mod">
          <ac:chgData name="이민재" userId="f97f16f7-28a5-49bd-9e05-fb3ef63d7997" providerId="ADAL" clId="{7BF803D9-3494-41B9-9213-E73D7BF54335}" dt="2023-07-28T10:01:36.639" v="40293" actId="478"/>
          <ac:spMkLst>
            <pc:docMk/>
            <pc:sldMk cId="1987853872" sldId="836"/>
            <ac:spMk id="889" creationId="{5F7F2AAB-6EF4-77E0-AB76-714E3DF6BC92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0" creationId="{11EC0DA2-FFF6-96EE-DB32-95CE1CBDD481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1" creationId="{07555C38-2F04-E99A-80A4-E3C9A037F1C9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2" creationId="{7C549D2F-AFFA-A0FE-F356-DB289193B366}"/>
          </ac:spMkLst>
        </pc:spChg>
        <pc:spChg chg="add mod">
          <ac:chgData name="이민재" userId="f97f16f7-28a5-49bd-9e05-fb3ef63d7997" providerId="ADAL" clId="{7BF803D9-3494-41B9-9213-E73D7BF54335}" dt="2023-07-28T10:31:01.996" v="40514" actId="20577"/>
          <ac:spMkLst>
            <pc:docMk/>
            <pc:sldMk cId="1987853872" sldId="836"/>
            <ac:spMk id="893" creationId="{348FB1FC-80F4-1F01-64FB-E71B2D18AF42}"/>
          </ac:spMkLst>
        </pc:spChg>
        <pc:spChg chg="add mod">
          <ac:chgData name="이민재" userId="f97f16f7-28a5-49bd-9e05-fb3ef63d7997" providerId="ADAL" clId="{7BF803D9-3494-41B9-9213-E73D7BF54335}" dt="2023-07-28T10:03:12.363" v="40396" actId="1036"/>
          <ac:spMkLst>
            <pc:docMk/>
            <pc:sldMk cId="1987853872" sldId="836"/>
            <ac:spMk id="895" creationId="{4EDE67E1-0A7A-ACDB-2E1C-83F4E3697415}"/>
          </ac:spMkLst>
        </pc:spChg>
        <pc:spChg chg="add mod">
          <ac:chgData name="이민재" userId="f97f16f7-28a5-49bd-9e05-fb3ef63d7997" providerId="ADAL" clId="{7BF803D9-3494-41B9-9213-E73D7BF54335}" dt="2023-07-28T10:03:03.240" v="40380" actId="1036"/>
          <ac:spMkLst>
            <pc:docMk/>
            <pc:sldMk cId="1987853872" sldId="836"/>
            <ac:spMk id="896" creationId="{2BE01B88-BE2D-CC46-39BE-464B85FFBFC1}"/>
          </ac:spMkLst>
        </pc:spChg>
        <pc:spChg chg="add mod">
          <ac:chgData name="이민재" userId="f97f16f7-28a5-49bd-9e05-fb3ef63d7997" providerId="ADAL" clId="{7BF803D9-3494-41B9-9213-E73D7BF54335}" dt="2023-07-28T10:29:19.795" v="40471" actId="1076"/>
          <ac:spMkLst>
            <pc:docMk/>
            <pc:sldMk cId="1987853872" sldId="836"/>
            <ac:spMk id="898" creationId="{3D2488FD-A5B0-0E15-166D-908AD731D370}"/>
          </ac:spMkLst>
        </pc:spChg>
        <pc:spChg chg="add mod">
          <ac:chgData name="이민재" userId="f97f16f7-28a5-49bd-9e05-fb3ef63d7997" providerId="ADAL" clId="{7BF803D9-3494-41B9-9213-E73D7BF54335}" dt="2023-07-28T10:33:22.837" v="40615" actId="1037"/>
          <ac:spMkLst>
            <pc:docMk/>
            <pc:sldMk cId="1987853872" sldId="836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7BF803D9-3494-41B9-9213-E73D7BF54335}" dt="2023-07-28T07:14:25.510" v="36241" actId="478"/>
          <ac:grpSpMkLst>
            <pc:docMk/>
            <pc:sldMk cId="1987853872" sldId="836"/>
            <ac:grpSpMk id="58" creationId="{8DB5D42A-67D7-11C7-6668-6FD61D7D802E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99" creationId="{B201FCB5-3CA8-D434-3252-9ADB82EA800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155" creationId="{19BB9929-9171-A49C-EDEA-ABC057B79A6E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190" creationId="{FBCFCDB9-2831-DA8E-3630-8C1BDBEEFB5E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1" creationId="{E9CEC755-0632-9990-062D-8F85EFC8A8E9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2" creationId="{4620904B-F61C-CDB2-BFF8-EBC988350ECC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3" creationId="{D032E3DB-AE15-D641-7526-609364D9E321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4" creationId="{EBC98689-45B3-4350-5D66-720044239DD3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31" creationId="{AF6EF7A7-1A64-A21B-753E-F2A7D6807EB2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39" creationId="{92243A4C-50ED-1AFF-6EBF-A09F48DDA09C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47" creationId="{FA43E9D2-34CA-B870-B8A2-93695E7B7877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55" creationId="{4FCFAAAB-0374-B60E-1089-C3A60B00A1CE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63" creationId="{4CB5FCA9-2F56-0E6C-7B03-2EE1A4962EE8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71" creationId="{15C05BC5-AFAB-B21B-AE2C-5BCADE690A44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97" creationId="{79102188-504C-9C7C-5125-26C2C41B20BA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05" creationId="{075A7377-55B2-A0D2-A404-0FFDB2FBB0BE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13" creationId="{11D3E299-5603-12F6-087A-4702540B26EF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21" creationId="{E3D44C51-14C3-0305-669A-84455307D6F1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488" creationId="{0BB71D51-62F8-B8FF-6E38-1C8C8A21A608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496" creationId="{C259BF02-B6D4-55E6-7BF6-118504E4D97A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04" creationId="{1F98A941-BDAE-B7B0-100B-6F72D497E03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12" creationId="{FA5EBD2B-F58A-AF24-6018-528C3FB1F8D9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20" creationId="{B386658C-C33B-1193-24A7-38283D532076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28" creationId="{9BF19388-B16F-0C99-8F3A-6965D38AD84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52" creationId="{454D5CFF-031D-3C87-A3E4-A994C409C204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60" creationId="{7FE35D76-BDC3-2281-CEB3-11E82D5584D7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68" creationId="{90C3F5FF-5B1D-EF51-FAAF-3AC0E252E030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76" creationId="{687002DD-B0EF-FE3D-A874-56F4A36B90D4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27" creationId="{854E9D9F-8B09-80D3-3DC7-B9449B9009E8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28" creationId="{3CF73B55-60B3-6AF6-D176-C2E4B0FEE874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33" creationId="{FFE675AA-6AEC-F86E-736F-644FB558F2B6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38" creationId="{0E567781-CDC6-39D4-CB6B-694ECE255F7D}"/>
          </ac:grpSpMkLst>
        </pc:grpChg>
        <pc:grpChg chg="add del mod">
          <ac:chgData name="이민재" userId="f97f16f7-28a5-49bd-9e05-fb3ef63d7997" providerId="ADAL" clId="{7BF803D9-3494-41B9-9213-E73D7BF54335}" dt="2023-07-28T09:08:09.051" v="39392" actId="478"/>
          <ac:grpSpMkLst>
            <pc:docMk/>
            <pc:sldMk cId="1987853872" sldId="836"/>
            <ac:grpSpMk id="815" creationId="{2DD42CE5-B45B-3E52-A8C4-EFBCD219A1F0}"/>
          </ac:grpSpMkLst>
        </pc:grpChg>
        <pc:grpChg chg="add del mod">
          <ac:chgData name="이민재" userId="f97f16f7-28a5-49bd-9e05-fb3ef63d7997" providerId="ADAL" clId="{7BF803D9-3494-41B9-9213-E73D7BF54335}" dt="2023-07-28T09:30:08.495" v="40060" actId="478"/>
          <ac:grpSpMkLst>
            <pc:docMk/>
            <pc:sldMk cId="1987853872" sldId="836"/>
            <ac:grpSpMk id="852" creationId="{AE2D6B14-CC60-6EB0-671A-FE48D7F410E5}"/>
          </ac:grpSpMkLst>
        </pc:grpChg>
        <pc:grpChg chg="add del mod">
          <ac:chgData name="이민재" userId="f97f16f7-28a5-49bd-9e05-fb3ef63d7997" providerId="ADAL" clId="{7BF803D9-3494-41B9-9213-E73D7BF54335}" dt="2023-07-28T09:29:27.061" v="40046" actId="165"/>
          <ac:grpSpMkLst>
            <pc:docMk/>
            <pc:sldMk cId="1987853872" sldId="836"/>
            <ac:grpSpMk id="860" creationId="{C97326D0-0216-F945-8F92-F6A3629E6147}"/>
          </ac:grpSpMkLst>
        </pc:grp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5" creationId="{B4288486-A17C-3086-E14B-C73BFBA3F54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7" creationId="{E13313FE-64DD-1EFB-FAE9-8FCF096E4E2F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8" creationId="{5E7BEFC7-F9F0-F9C9-72AA-7B1A2DE69AA0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9" creationId="{BCE98377-3E61-F23D-E453-ED26CD92674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0" creationId="{8594AAD0-1FCB-6379-5CEE-85E9FF0DB62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1" creationId="{DFEFCD2E-07FA-51A4-4DD7-95E38481B05C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2" creationId="{34A5FFF7-3DDD-87AA-FFEF-BB9363C369D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18" creationId="{CD948504-1BD5-B3FF-C7DA-55B42EAFB8E8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19" creationId="{B2D9E58C-CDF2-C1B2-FA5A-DDDC53E7DF0E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0" creationId="{A27D299C-E00D-E034-6AD2-391C036F17DB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1" creationId="{9A9A2DC1-9262-EAD7-4F0B-C1BE3F4208B7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2" creationId="{0AE0D71E-8E82-935A-8FBB-A5615C92B91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8" creationId="{559496BD-EB4E-DF87-7F2A-2FB1C551F47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9:00.181" v="35859" actId="478"/>
          <ac:graphicFrameMkLst>
            <pc:docMk/>
            <pc:sldMk cId="1987853872" sldId="836"/>
            <ac:graphicFrameMk id="29" creationId="{9B702188-8AAC-9EAA-349E-8C2080B4605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2:42.095" v="39926" actId="1037"/>
          <ac:graphicFrameMkLst>
            <pc:docMk/>
            <pc:sldMk cId="1987853872" sldId="836"/>
            <ac:graphicFrameMk id="30" creationId="{ECA9A7D1-CCC9-3E38-C69F-1309BF2E981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1" creationId="{A8899007-171E-7731-3B42-C67AA2F9524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2" creationId="{C915EE87-482B-796C-FD78-3815853D473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3" creationId="{93F9F6CF-AF6B-DB5B-B50F-D67BD653CB8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4" creationId="{C1E584B9-F6A7-8470-8C03-D53B8BEC3C1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5" creationId="{1DDDC660-8CBA-4698-27FE-22A6DE0849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6" creationId="{AF1A85B5-AB01-7090-0EBB-31D05D84C90F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7" creationId="{A01EECB8-84EB-BC97-395D-0260A6AA5D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41" creationId="{CC32C484-BFC2-4217-E564-7A0A6476FFE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42" creationId="{D2D323E5-3265-7735-1477-16EEFCE0CE80}"/>
          </ac:graphicFrameMkLst>
        </pc:graphicFrameChg>
        <pc:graphicFrameChg chg="add del">
          <ac:chgData name="이민재" userId="f97f16f7-28a5-49bd-9e05-fb3ef63d7997" providerId="ADAL" clId="{7BF803D9-3494-41B9-9213-E73D7BF54335}" dt="2023-07-28T07:07:05.303" v="36000"/>
          <ac:graphicFrameMkLst>
            <pc:docMk/>
            <pc:sldMk cId="1987853872" sldId="836"/>
            <ac:graphicFrameMk id="93" creationId="{6AB9294C-84BA-EFBC-2A59-2F5B7CA98D11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28.018" v="36043" actId="478"/>
          <ac:graphicFrameMkLst>
            <pc:docMk/>
            <pc:sldMk cId="1987853872" sldId="836"/>
            <ac:graphicFrameMk id="94" creationId="{1A5366AD-4B64-77FA-3A7D-BEC489E2B5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95" creationId="{8EC8C7E6-47D7-7BB5-BBBA-08191996315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58" creationId="{349BF357-8ACE-415F-EDA4-7E90D37CB8D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2" creationId="{5CB5DF81-9678-25A1-6B33-7B4590D792B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3" creationId="{C1FC7212-91D1-EF0A-3FF1-D637451B0DB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4" creationId="{FABAA1E4-8D23-9A75-3581-97BA96FA01CB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27:31.758" v="36869" actId="478"/>
          <ac:graphicFrameMkLst>
            <pc:docMk/>
            <pc:sldMk cId="1987853872" sldId="836"/>
            <ac:graphicFrameMk id="291" creationId="{74E7241F-C72C-FB72-AE81-29E3BFE619A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3" creationId="{5F55DFC0-3757-4ECE-5EB9-36E8A5E31DA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4" creationId="{4E131DBA-614F-6D57-792F-83AAA5A5297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5" creationId="{4E8DFA29-7706-A56C-28AC-8087055A99A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6" creationId="{3D22AA98-B371-CC80-F455-4CE9B8BE85D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7" creationId="{1B79E83B-F29E-A59F-76B8-6F14C2D8A4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8" creationId="{8670623C-C1B5-B064-3435-DC176C4A53C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9" creationId="{E199F821-F228-4A6A-D9EB-681CDE68BF5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30" creationId="{81C483C2-9600-44EA-25C9-FD23E5162DF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43:13.436" v="37251" actId="478"/>
          <ac:graphicFrameMkLst>
            <pc:docMk/>
            <pc:sldMk cId="1987853872" sldId="836"/>
            <ac:graphicFrameMk id="440" creationId="{A9D295E3-BE4E-9E01-0CEF-6502444C244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43:38.503" v="37254" actId="478"/>
          <ac:graphicFrameMkLst>
            <pc:docMk/>
            <pc:sldMk cId="1987853872" sldId="836"/>
            <ac:graphicFrameMk id="441" creationId="{BB76F86A-4606-B2EC-F4F5-BAECCDBB59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53:49.945" v="37536" actId="478"/>
          <ac:graphicFrameMkLst>
            <pc:docMk/>
            <pc:sldMk cId="1987853872" sldId="836"/>
            <ac:graphicFrameMk id="442" creationId="{C9D797D3-AF9B-299B-9ABE-A203E7F05AD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6:30.813" v="39957" actId="21"/>
          <ac:graphicFrameMkLst>
            <pc:docMk/>
            <pc:sldMk cId="1987853872" sldId="836"/>
            <ac:graphicFrameMk id="443" creationId="{FB15BC91-A643-79CB-8F99-B823895AC1F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0" creationId="{8F41662F-1A18-C5FC-6D0B-E8F91F196D6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1" creationId="{7E73CF13-5A65-14B4-91FC-11FCF8322D44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2" creationId="{6504B3A3-B5ED-218B-187A-1777BF970FB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3" creationId="{7E6AA9CE-821A-5B33-CD97-8AA8120B13E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4" creationId="{81204265-10CC-A06C-6C4F-F86FD43CFA0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5" creationId="{FDE725D8-255B-B7C2-D6B9-3B7794C3797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6" creationId="{C6988CC1-5039-1252-8906-E0125FC2C4D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01:53.162" v="37762" actId="478"/>
          <ac:graphicFrameMkLst>
            <pc:docMk/>
            <pc:sldMk cId="1987853872" sldId="836"/>
            <ac:graphicFrameMk id="599" creationId="{88710147-280D-06D9-8CEF-F157BB43680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620" creationId="{D398A501-9F60-A835-AA2D-DAB3B48FF17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7" creationId="{462300CE-56BA-2E4F-9800-E827CD846350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8" creationId="{371C216A-C81E-C6DB-4074-694776C8B0C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9" creationId="{4CAF5A7B-4CDF-3899-3D3E-531C4666781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0" creationId="{F5E49D19-3DBE-8B6D-9478-616663F970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1" creationId="{7D6CE48E-1AB6-B42E-9511-87AB7B7995F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2" creationId="{E5239699-C513-BB8B-6877-F159F9D5452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3" creationId="{72E4332D-FE5A-3CED-F9BD-E6470FDC582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7" creationId="{4A5942A7-2D31-35D9-C2B5-935F408F59C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8" creationId="{DC056E31-1517-A7D2-9902-FD6495068939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2" creationId="{5024F8C6-F411-A9AB-8D72-7EF40646CBD9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3" creationId="{E0F1DDAD-8E6D-F19B-B85F-A50C33F717A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4" creationId="{5E21B169-441A-B6E2-D85B-6C815CAA835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5" creationId="{02D29B0F-7643-5664-41BD-5609BC732D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42.406" v="38381" actId="478"/>
          <ac:graphicFrameMkLst>
            <pc:docMk/>
            <pc:sldMk cId="1987853872" sldId="836"/>
            <ac:graphicFrameMk id="666" creationId="{FEFFFCBA-AF54-480A-06F5-0F3A82B56F9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7.670" v="38380" actId="478"/>
          <ac:graphicFrameMkLst>
            <pc:docMk/>
            <pc:sldMk cId="1987853872" sldId="836"/>
            <ac:graphicFrameMk id="667" creationId="{1A8CC4AB-4BA5-EF84-0598-9658768732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6.702" v="38379" actId="478"/>
          <ac:graphicFrameMkLst>
            <pc:docMk/>
            <pc:sldMk cId="1987853872" sldId="836"/>
            <ac:graphicFrameMk id="668" creationId="{48C7354C-CB1B-16EB-8E0B-5AA8739B528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6.057" v="38378" actId="478"/>
          <ac:graphicFrameMkLst>
            <pc:docMk/>
            <pc:sldMk cId="1987853872" sldId="836"/>
            <ac:graphicFrameMk id="672" creationId="{D2ECA1BD-78BF-17D9-6517-518AE319F2E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29.176" v="38370" actId="478"/>
          <ac:graphicFrameMkLst>
            <pc:docMk/>
            <pc:sldMk cId="1987853872" sldId="836"/>
            <ac:graphicFrameMk id="673" creationId="{BADD62A1-EE2C-E4A8-B18D-E71CC49606B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5" creationId="{FB555166-469E-F023-7C1A-AF5A965662EA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6" creationId="{AB879145-5497-8E45-A00F-00B5C98615D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7" creationId="{CF9F30C1-F34B-7F86-71E9-03E5E97E61D0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8" creationId="{B52CFE5E-6072-AD49-E51D-8C69813FB7A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2" creationId="{4820CDA1-9E1E-0E62-37D3-939FF66DD4B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3" creationId="{4F082231-C5BD-55DD-4500-DA69DC3E9C7E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4" creationId="{4A579283-BF2D-8895-20E9-093A3E98F32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5" creationId="{21BAAB44-FDE4-EEC7-AFE3-B36A5FEDCF16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4" creationId="{BE807466-F25E-9564-26DE-A131F8E79190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5" creationId="{F92A9BB2-C4E7-F96D-F1E5-2FD94D4145E1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6" creationId="{4A6DA1D3-1D37-C38E-5A48-0EFB181D7D1E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7" creationId="{F8E56DA8-ECF6-99DA-229D-9A3AE96A5B29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7" creationId="{31DA4B37-C6DC-41CA-EF86-5F114AB52759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8" creationId="{C3660B4D-A5EF-E7D4-4993-957D65D0A4B7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9" creationId="{2D79302F-7898-2B1C-36CB-B01FF2FC2C73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80" creationId="{395C7978-7536-A3C1-6F9F-5956823DC1B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5" creationId="{7E18979C-B5B7-F7D9-9D4C-19C1F6464C4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6" creationId="{06EE937E-43EA-F642-2596-F4478DC2BE8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7" creationId="{C2ED08DF-3571-453A-F8B3-BF653C217578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8" creationId="{A21F9C5B-7C01-F5ED-8CE5-30DEDDE7C74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9:11:15.820" v="39405" actId="478"/>
          <ac:graphicFrameMkLst>
            <pc:docMk/>
            <pc:sldMk cId="1987853872" sldId="836"/>
            <ac:graphicFrameMk id="829" creationId="{F206566A-7A81-1935-E7C3-AD7C32C3981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4" creationId="{345A722D-77B7-EC5B-CBD8-C11CE2F89E2C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5" creationId="{D79F7856-3D04-5378-3957-EC25504E6E0B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6" creationId="{5ED5B44D-7679-3563-9C9C-B7CCC58F2FE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0:20.418" v="39807" actId="1076"/>
          <ac:graphicFrameMkLst>
            <pc:docMk/>
            <pc:sldMk cId="1987853872" sldId="836"/>
            <ac:graphicFrameMk id="844" creationId="{F5FE81B8-1FF4-D6BC-3777-3154CAC8069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10:13:19.604" v="40404" actId="478"/>
          <ac:graphicFrameMkLst>
            <pc:docMk/>
            <pc:sldMk cId="1987853872" sldId="836"/>
            <ac:graphicFrameMk id="897" creationId="{C3C74FCA-77D0-DF3D-2DEC-3FB3117FCE5E}"/>
          </ac:graphicFrameMkLst>
        </pc:graphicFrameChg>
        <pc:picChg chg="del">
          <ac:chgData name="이민재" userId="f97f16f7-28a5-49bd-9e05-fb3ef63d7997" providerId="ADAL" clId="{7BF803D9-3494-41B9-9213-E73D7BF54335}" dt="2023-07-28T06:52:48.072" v="35649" actId="478"/>
          <ac:picMkLst>
            <pc:docMk/>
            <pc:sldMk cId="1987853872" sldId="836"/>
            <ac:picMk id="6" creationId="{8C7223DA-47E8-3865-7DCF-28A0AAE084A1}"/>
          </ac:picMkLst>
        </pc:picChg>
        <pc:picChg chg="add del mod">
          <ac:chgData name="이민재" userId="f97f16f7-28a5-49bd-9e05-fb3ef63d7997" providerId="ADAL" clId="{7BF803D9-3494-41B9-9213-E73D7BF54335}" dt="2023-07-28T07:49:46.863" v="37397" actId="478"/>
          <ac:picMkLst>
            <pc:docMk/>
            <pc:sldMk cId="1987853872" sldId="836"/>
            <ac:picMk id="437" creationId="{F0918D4D-A7C5-A408-D413-1DEC4A409905}"/>
          </ac:picMkLst>
        </pc:picChg>
        <pc:picChg chg="add del mod">
          <ac:chgData name="이민재" userId="f97f16f7-28a5-49bd-9e05-fb3ef63d7997" providerId="ADAL" clId="{7BF803D9-3494-41B9-9213-E73D7BF54335}" dt="2023-07-28T07:59:45.319" v="37725" actId="478"/>
          <ac:picMkLst>
            <pc:docMk/>
            <pc:sldMk cId="1987853872" sldId="836"/>
            <ac:picMk id="445" creationId="{BC858096-2373-22B5-9371-3789076D71AC}"/>
          </ac:picMkLst>
        </pc:picChg>
        <pc:cxnChg chg="add del mod">
          <ac:chgData name="이민재" userId="f97f16f7-28a5-49bd-9e05-fb3ef63d7997" providerId="ADAL" clId="{7BF803D9-3494-41B9-9213-E73D7BF54335}" dt="2023-07-28T06:56:26.792" v="35766" actId="21"/>
          <ac:cxnSpMkLst>
            <pc:docMk/>
            <pc:sldMk cId="1987853872" sldId="836"/>
            <ac:cxnSpMk id="15" creationId="{29B6E8BA-2A7B-82B4-5980-7183E353B259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23" creationId="{48650BEC-0B18-13BB-FDC7-1FADF265F1CB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49" creationId="{985F3E8D-76F3-B3DC-3749-67263F0AD1C0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0" creationId="{E52732CA-1142-91F7-3262-188112BE2D66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1" creationId="{C67780B9-4B89-F108-3F4E-C1D9F72513D8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2" creationId="{163AB8FA-854E-BA56-65E0-323690C4D876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3" creationId="{0E93E542-E4D9-9EE8-9A88-467615E5FE7A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4" creationId="{50B728CF-C59E-8711-9709-367EC649F4C4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5" creationId="{8376690E-29F3-C9AD-73EA-831288730ECC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6" creationId="{759A3879-56DE-990F-D92E-8805434529F5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7" creationId="{7B336F8D-EA88-8130-932F-33581DBD3153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4" creationId="{AFA8D4E2-B31D-DFCF-92F7-4139EAABD524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5" creationId="{C3F42C6F-27BF-9BEE-FA91-FEC24A353107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6" creationId="{D5F3C95C-9552-7EE7-AE2F-41F5E592A10C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7" creationId="{E5FB64BF-A6C2-6C15-AC95-A19EDA111024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8" creationId="{F3E878A4-64D3-4437-F7F6-6135EFE2FC0E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9" creationId="{2CC80316-363F-EF55-D2E4-0D5CE1E95500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0" creationId="{31D04979-D1C4-51FB-E2DB-662119975F43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1" creationId="{42703020-95B9-FBA7-54C9-6BDB3F334152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2" creationId="{B72F9740-5DC1-A5F5-C514-809360D99C7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49" creationId="{374970B7-507C-CDBE-A43D-A6D32941CE2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0" creationId="{CF38E953-5C15-032E-17C6-FB0382BCB1C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1" creationId="{9993A9B0-9554-337E-937F-06DB7F4E4B7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2" creationId="{2F8DDCBD-ED0D-BCED-915C-0AC252A8BC72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3" creationId="{1198D6C8-C1C4-1642-102D-0C4F0C2A42C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4" creationId="{19BA9606-60B8-E514-F091-A3DA3B2D518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1" creationId="{A5B2D49F-5DA5-816B-0341-FC55D74CC41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2" creationId="{F5DB3980-A5F6-7B84-9580-B289926BBFC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3" creationId="{71186DEA-A908-33CB-6472-29C636F931B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4" creationId="{829569FE-D1CA-55D4-0650-9BECCE2CDE6D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5" creationId="{BBB5E56A-D053-B5CD-62AD-B0A271ED255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6" creationId="{F2A9E41A-671A-70A1-41FE-9AC11B01A56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7" creationId="{589E698E-58C8-FE52-4582-4C321C2D689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8" creationId="{80E3747C-97C0-BC13-647E-EC16C0D9FC8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9" creationId="{E65B6D54-A5D5-F7AB-253A-B70914DD2F2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4" creationId="{C2445A46-BE3F-92BA-CE14-971269FD72AD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5" creationId="{B5173730-5885-8193-DE32-36652819EC75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6" creationId="{D1A3D849-CE8B-AFE1-D521-6E7D4EE9DF6B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7" creationId="{474DB192-A842-B525-52CD-71B9BA399ED0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8" creationId="{32EF8B15-CC5F-40A4-C11E-D6D95A3B8BA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9" creationId="{0343B771-FFE2-8F95-8D37-A98873EB1D5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19" creationId="{18098890-752E-3663-E132-44CDA79E81E2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0" creationId="{A7E8C624-8EEA-9479-2295-EB77B13FBAA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1" creationId="{AAE5EA30-A8E8-42F3-9F4B-FE447634CFF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2" creationId="{16370C06-0F4E-3841-C147-C5BF49421F5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3" creationId="{A44A3F04-7024-DD50-EDF3-7169140DDD6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4" creationId="{E30B6DC3-F9B4-A620-2153-7B2D7F029CC3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4" creationId="{44B370C9-061D-638C-92F9-43731F9549C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5" creationId="{742CC074-2045-0693-A129-9BE69BB89050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6" creationId="{F56BE590-6050-1C55-CFDF-BB616C92702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7" creationId="{8689B67F-2CF4-73EF-5676-1AE25F69085F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8" creationId="{0D36A12D-AF65-E904-274C-831FB96B266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9" creationId="{48095836-0F29-A333-FF72-6E33BD5B9B4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49" creationId="{0F26EF96-B429-197E-E54D-F2B8AEBA09A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0" creationId="{627EA083-7AA3-5FB7-4708-6BD5FEC2D62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1" creationId="{2A562BDA-7D21-3D4A-64B3-0BA9D524408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2" creationId="{328DBC8E-7FAF-ABC0-3723-428C621D2AAF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3" creationId="{4EEDE222-2519-BDC5-D012-8DC54ED6DC5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4" creationId="{6685AE01-73C4-EE57-D770-E2E5BEAA3581}"/>
          </ac:cxnSpMkLst>
        </pc:cxnChg>
        <pc:cxnChg chg="add del mod">
          <ac:chgData name="이민재" userId="f97f16f7-28a5-49bd-9e05-fb3ef63d7997" providerId="ADAL" clId="{7BF803D9-3494-41B9-9213-E73D7BF54335}" dt="2023-07-28T07:18:40.920" v="36348" actId="478"/>
          <ac:cxnSpMkLst>
            <pc:docMk/>
            <pc:sldMk cId="1987853872" sldId="836"/>
            <ac:cxnSpMk id="261" creationId="{1B2CB83C-6289-337C-DC1E-0EF31573BAFB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264" creationId="{3423F14C-F326-ABD8-E21A-BC112E825086}"/>
          </ac:cxnSpMkLst>
        </pc:cxnChg>
        <pc:cxnChg chg="add del mod">
          <ac:chgData name="이민재" userId="f97f16f7-28a5-49bd-9e05-fb3ef63d7997" providerId="ADAL" clId="{7BF803D9-3494-41B9-9213-E73D7BF54335}" dt="2023-07-28T07:40:30.237" v="37161" actId="478"/>
          <ac:cxnSpMkLst>
            <pc:docMk/>
            <pc:sldMk cId="1987853872" sldId="836"/>
            <ac:cxnSpMk id="270" creationId="{28C022AA-AD23-40F1-20E6-9201FA34B25F}"/>
          </ac:cxnSpMkLst>
        </pc:cxnChg>
        <pc:cxnChg chg="add del mod">
          <ac:chgData name="이민재" userId="f97f16f7-28a5-49bd-9e05-fb3ef63d7997" providerId="ADAL" clId="{7BF803D9-3494-41B9-9213-E73D7BF54335}" dt="2023-07-28T07:39:54.873" v="37112" actId="478"/>
          <ac:cxnSpMkLst>
            <pc:docMk/>
            <pc:sldMk cId="1987853872" sldId="836"/>
            <ac:cxnSpMk id="272" creationId="{C3797902-D997-50A5-641A-3E09FBB88A8E}"/>
          </ac:cxnSpMkLst>
        </pc:cxnChg>
        <pc:cxnChg chg="add del mod">
          <ac:chgData name="이민재" userId="f97f16f7-28a5-49bd-9e05-fb3ef63d7997" providerId="ADAL" clId="{7BF803D9-3494-41B9-9213-E73D7BF54335}" dt="2023-07-28T08:00:15.571" v="37730" actId="478"/>
          <ac:cxnSpMkLst>
            <pc:docMk/>
            <pc:sldMk cId="1987853872" sldId="836"/>
            <ac:cxnSpMk id="277" creationId="{4AFF63F0-0F6E-FC20-EC96-7015B763EC2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7" creationId="{22F13B4A-9A54-77A4-9868-101822502B67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8" creationId="{0A8D099A-F4F2-00C7-D4C2-AF389334E0C7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9" creationId="{708F9192-1B6D-B6AC-3E10-038771222AB8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0" creationId="{4169D9A3-2B89-0425-15A0-0450627B6E6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4" creationId="{C3CCD2F8-7A88-3716-C279-FEC49C28F28D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5" creationId="{7534735A-E621-C32B-6033-50E0ABB653C1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6" creationId="{8E46A5F9-AD97-3F69-9A27-C72EDB24CC5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7" creationId="{78A911C1-5601-DB96-1C2C-10646906C9F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3" creationId="{3A321CFE-8A83-6A84-F31D-0246952622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4" creationId="{B22A62C4-0012-DF13-BA49-29999DCB048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5" creationId="{46F9C587-B62C-789F-CE17-71EB112BD826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6" creationId="{E1D298F3-5F7A-0065-CF25-277E1B1F1E2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7" creationId="{F6554AC3-2707-0370-4C6E-EE86F6592E7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8" creationId="{DF430EF4-FB98-38AB-D2BB-C2B03A0D59B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1" creationId="{DDF2B81E-1EE5-D36D-3DEF-4B669DACBB4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2" creationId="{D2B2B7F5-3FFB-0226-B7A9-63038786474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3" creationId="{BF7197EE-D095-9146-B9BD-8F87C4EB4F5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4" creationId="{D3949E1D-8B87-D6F4-242C-E473899A44F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5" creationId="{E33DF15A-ABBA-7BCA-73B2-401861DAA1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6" creationId="{9F5B6798-AF53-E87E-BFA0-BEC99ACEEEE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9" creationId="{FC5482F8-575B-5CDA-D0C6-13A7B6F91C3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0" creationId="{8939F0BD-B786-CBE8-73FA-2E6A20FD6B7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1" creationId="{C58F04AC-2D4E-782C-5C1B-47D63D11937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2" creationId="{CDB9D949-C4B1-7D23-5DEF-B323E7E604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3" creationId="{FEC70FB5-906F-CF69-7E98-ACFA4400E03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4" creationId="{F85971D3-55EA-BF1D-F75F-097604FABAA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7" creationId="{EEC1D6E4-4370-4827-D4A0-10CE1E84E92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8" creationId="{07714FEE-4174-ED96-665F-24EB64C55F1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9" creationId="{87DA3586-6137-7495-F295-C738F281D12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0" creationId="{353696AD-CD48-1458-B3AD-F7E86BA0DFA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1" creationId="{1D505BCB-7132-57A3-071F-B7E97DEDFA4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2" creationId="{DE5AEC9C-D214-EC74-B0B6-6A25526AB70E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5" creationId="{7C4E1ADE-3B5C-57B4-E5CE-68936443805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6" creationId="{85DE7DA5-9E2C-E0C6-DF3E-79358B96E8C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7" creationId="{A5EF0B7A-66DC-4883-0943-3BE4EFC674A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8" creationId="{4CCE6B7E-45F9-CA3F-4591-A92EAE97DC3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9" creationId="{50286046-5418-7BDA-C188-4CE0185F143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0" creationId="{68F78563-13AB-6914-4E76-6FC0E41F2333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3" creationId="{8C4C24EC-0664-8BFA-B435-1330E17CD3E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4" creationId="{EC4D3E6C-E9A4-C7ED-15C3-F82A72F0DA8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5" creationId="{CAE1F53B-FCA3-936B-9D17-3CDF1B790C3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6" creationId="{73704524-A955-88B8-41B8-72B5BE05B51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7" creationId="{52C04088-6418-2F21-8E0B-DE8499E251C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8" creationId="{712E1672-61D4-4462-ADB5-820CF1241B6A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1" creationId="{CDF5BAC5-0299-3664-C111-45675DF9DD0D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3" creationId="{C00C3D89-C6E2-F133-0019-2D1B52B46C18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6" creationId="{BB971768-5706-384E-8637-A5A2C3290C5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99" creationId="{80255D24-DD08-441F-4AF7-64D67C6554C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0" creationId="{232C49DA-485C-3BFE-8772-4FE07F11BAF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1" creationId="{FBE45916-771E-1D51-3607-D7B7760FA86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2" creationId="{2C15E169-AACB-95C4-1896-D1D80811425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3" creationId="{99D70677-EF3B-0116-D4F5-4229494EAD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4" creationId="{CEDC70CA-3484-05E1-9C2F-511C260B6AE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7" creationId="{CC584BBA-2022-0B68-11C3-EE72DA4E79F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8" creationId="{39CE2670-9D46-054F-4954-F7D14E64F60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9" creationId="{F258261F-3F58-C0AD-6356-A6F0DD12639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0" creationId="{0C4EC418-0951-A122-6908-45B474FBB13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1" creationId="{0994EF67-C697-0E63-4672-95664F458FE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2" creationId="{ED9C15F1-1677-42E1-1AA3-47A51F7D8AB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5" creationId="{F5B35FEC-C59E-2EFD-1E2D-2C15C6E5ED0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6" creationId="{F8C3AFC1-A599-01C9-9362-7A141E929EA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7" creationId="{C8BA7009-C5A5-0E3A-F00B-981661CC48F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8" creationId="{428B4CC8-40BA-7460-32F3-A2BA1C3A7C0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9" creationId="{99AD16C4-20DD-D9DB-6E1A-6D3470882E06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0" creationId="{EA0732AB-A8FE-CBA0-FBD1-0B012831DE6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3" creationId="{F6EC1109-38DC-3405-7558-943A22E5D47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4" creationId="{D1D72BB6-DBC2-2A4C-CDF6-AEC6F838D92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5" creationId="{C8FAFD68-A6D9-49B6-6142-3877A098A52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6" creationId="{3998ADA5-B775-6B50-10F6-9B0BDA353EF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7" creationId="{ADFE998A-9B32-511F-CA51-DD87AC76466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8" creationId="{AF787507-F72C-7067-CDF5-91E102B5B14B}"/>
          </ac:cxnSpMkLst>
        </pc:cxnChg>
        <pc:cxnChg chg="add del mod">
          <ac:chgData name="이민재" userId="f97f16f7-28a5-49bd-9e05-fb3ef63d7997" providerId="ADAL" clId="{7BF803D9-3494-41B9-9213-E73D7BF54335}" dt="2023-07-28T07:37:49.855" v="37079" actId="478"/>
          <ac:cxnSpMkLst>
            <pc:docMk/>
            <pc:sldMk cId="1987853872" sldId="836"/>
            <ac:cxnSpMk id="430" creationId="{F63293E2-2A73-2E1C-5221-B57A39E991D1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4" creationId="{0997575C-F6D5-946E-AC99-30301D021CEF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5" creationId="{77250E89-28BB-4134-D5BF-A7D9C301BB36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6" creationId="{8A06D2B7-8393-FF4A-78E5-FE46B033D393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7" creationId="{F0BB3677-3DA1-B8CD-F490-F2086AFC668F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1" creationId="{03A756BB-C56C-AE76-A5ED-4B493AAB8A3E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2" creationId="{121AE3F3-33CE-5107-165F-3601D95271ED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3" creationId="{5CD8B68E-543B-7008-DC51-CC23E0665F60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4" creationId="{3C98A062-3370-3C2A-02CB-5E9033B1D922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0" creationId="{25CAAB90-4033-1A8C-4F95-A3D49FDB1EB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1" creationId="{6A8BCCBB-AB32-4B3C-A550-4D39153C3A8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2" creationId="{AFCB44F2-6A7B-6600-D909-C2242E03739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3" creationId="{4CB47DB7-8A71-FC95-EAB7-394DFE27CA2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4" creationId="{889BCECF-66FD-9A98-0606-70459A1802F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5" creationId="{BD7EAF69-A1A3-5215-51A1-C96DE9497B8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8" creationId="{9110D725-04A1-670B-6025-76A6D83995E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9" creationId="{4905EB71-E0F6-EC0D-7DD3-9FD841DEB5F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0" creationId="{27DEEC30-F2E6-705D-BBD8-96F41236AC0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1" creationId="{638309C9-18C6-A7C0-F2AD-6A0D5F1EC25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2" creationId="{377F16F4-35EC-E9B7-0624-5826AD2A5F9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3" creationId="{287F3CCC-3E8C-E348-482C-1945CD04616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6" creationId="{18325D66-2038-47EF-FAA9-1F02B915806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7" creationId="{80E984D6-94F9-C210-F760-D7B26992C1F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8" creationId="{FDC8CFC1-5B1A-40CA-0830-3DAE12356992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9" creationId="{1530D525-E36F-5637-9F31-B8EA48B1879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0" creationId="{93FC3801-5B48-BE5B-4010-5B743980B0C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1" creationId="{C8005DFB-80F1-90CB-0AAB-EDCCF2FF360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4" creationId="{F585F07D-457D-C3F9-7631-D8550F8F9AF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5" creationId="{8ED148F1-C7C2-4CB2-0BA1-166CDE00CBD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6" creationId="{53856593-B731-54DA-3BF5-60DDF67205C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7" creationId="{9C701735-EA0B-00FA-7F45-D32B929742D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8" creationId="{7A713DC1-69B9-B07F-DE64-FF2ED1DB07E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9" creationId="{05C56B9F-B49A-6070-7683-0EBD2DB772F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2" creationId="{54502086-8951-4B2E-AFF5-B29DBE49EC4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3" creationId="{3FA3F264-84B7-2337-B797-DA599102A43B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4" creationId="{D9634992-C0EB-222B-7DEA-D102F7D5A16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5" creationId="{CB244F4A-FEC5-AB0C-877C-3C99977F5FBA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6" creationId="{4CBED49D-7BB8-9CC3-F3B2-D8C5A797B84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7" creationId="{C4BDEE47-32EE-BC59-636C-04E36DD2926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0" creationId="{D24DC2CA-372C-00BD-921B-6218CF508F0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1" creationId="{3331DAF0-7994-F11E-7FAD-595793E1C5D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2" creationId="{A70F2A5D-A724-AF19-1B74-EF14C43B6E5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3" creationId="{7A727F0A-2B65-7C6F-E36E-FE0B2963347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4" creationId="{14CF762C-FB10-0852-1158-37FE841384A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5" creationId="{C5A2461B-17F9-DBE7-6ABD-45190E7ED3E5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48" creationId="{8D403008-67FB-11AA-E872-26C11EA6A905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50" creationId="{069E3863-ED7C-F9C8-7C51-DE076BAF657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4" creationId="{DBDBEC93-6EB0-B340-32DE-5AF4B31C6EC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5" creationId="{DC5E9BEA-BEB4-1053-302F-C61FEF250E4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6" creationId="{58147764-3F20-118E-B051-C64A60F8AAB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7" creationId="{12BDCEB1-7C36-5EC3-C1D1-16179EE3CED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8" creationId="{7D1FB4A8-A3DE-A173-AD46-205D87B0837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9" creationId="{1A865869-1D74-2272-236D-37E83C09829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2" creationId="{767B0D63-6594-10BB-59FA-9C131676997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3" creationId="{9E0DB7B5-634B-3514-8EB9-A203277CD9C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4" creationId="{3699D44A-A4EF-A729-702A-677B4D90016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5" creationId="{57B4F4E4-9C0B-B538-E3D7-5D7A1241D32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6" creationId="{BEE7A48E-A716-1963-E2A4-67568C4ED00B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7" creationId="{67EA483E-70C5-0847-C5C5-DA6094EB9F8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0" creationId="{07E063EE-8FDB-ED03-674A-5872830EA86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1" creationId="{ECE80C83-EA19-3DA5-C729-C324CFD78A2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2" creationId="{7C255DEB-4038-B099-6D21-0328B055D73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3" creationId="{686445F5-647D-7DFB-7909-059B77D33A0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4" creationId="{71BF443F-77FA-BB9B-4F32-145349B5BE9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5" creationId="{23CB0B83-E1FC-DB60-AE5B-0E0470D3090F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8" creationId="{B8E0F560-B4A6-C158-093D-1F80B5A6A25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9" creationId="{06C3FA9A-93BB-D2AB-9A03-C6D14940F4B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0" creationId="{98FCEB77-33D4-8890-3122-1A5F051064B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1" creationId="{F3F94CE7-183D-4545-5E9B-7890F1F684B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2" creationId="{3FA6A086-877A-7D70-1958-5F43F8CDB67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3" creationId="{64711E9C-5232-1D5C-5DAB-672EDF0D958D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85" creationId="{EF740147-80D8-AA0D-60A5-5B2811767D30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5" creationId="{063C3318-0165-76EF-3320-35FB08399AA7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6" creationId="{05C17153-9F4B-1909-C4FD-F8460D68E9AC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7" creationId="{676A51D1-51A7-4807-98A8-AB2017BF4C7E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8" creationId="{64C583BB-B827-E1F2-6934-93E7752A9DBB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9" creationId="{58A66F9D-89AA-3B63-87E9-6CDD82842F5A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0" creationId="{AB559B0E-E7A6-879F-5552-962313BEFF64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1" creationId="{ABE119BE-F380-0F3F-5998-DE6CD9081399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2" creationId="{A9539DAD-32FA-B72B-BA44-7522C2F29C30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3" creationId="{7FA61085-ABF2-86F8-08B5-3320D8220BE3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661" creationId="{15211DAE-E0E5-BFA1-9C66-4504BFC19D0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0" creationId="{D90DC683-CFA9-D19A-5C94-59DE6525B576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1" creationId="{BF32E6DB-9D78-8BE6-8AF3-C6A71FFD10FB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2" creationId="{74FE0066-D379-93B6-76B6-4732D88B1BF0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3" creationId="{C95C34BC-3090-9BD2-BA40-F1B851F68493}"/>
          </ac:cxnSpMkLst>
        </pc:cxnChg>
        <pc:cxnChg chg="add del mod">
          <ac:chgData name="이민재" userId="f97f16f7-28a5-49bd-9e05-fb3ef63d7997" providerId="ADAL" clId="{7BF803D9-3494-41B9-9213-E73D7BF54335}" dt="2023-07-28T08:23:33.793" v="38376" actId="478"/>
          <ac:cxnSpMkLst>
            <pc:docMk/>
            <pc:sldMk cId="1987853872" sldId="836"/>
            <ac:cxnSpMk id="684" creationId="{94781C27-62D7-43DF-06B6-240DDC693B7E}"/>
          </ac:cxnSpMkLst>
        </pc:cxnChg>
        <pc:cxnChg chg="add del mod">
          <ac:chgData name="이민재" userId="f97f16f7-28a5-49bd-9e05-fb3ef63d7997" providerId="ADAL" clId="{7BF803D9-3494-41B9-9213-E73D7BF54335}" dt="2023-07-28T08:23:33.259" v="38375" actId="478"/>
          <ac:cxnSpMkLst>
            <pc:docMk/>
            <pc:sldMk cId="1987853872" sldId="836"/>
            <ac:cxnSpMk id="685" creationId="{A21D4A55-0B5C-E67D-DB2D-D4FF0E605B31}"/>
          </ac:cxnSpMkLst>
        </pc:cxnChg>
        <pc:cxnChg chg="add del mod">
          <ac:chgData name="이민재" userId="f97f16f7-28a5-49bd-9e05-fb3ef63d7997" providerId="ADAL" clId="{7BF803D9-3494-41B9-9213-E73D7BF54335}" dt="2023-07-28T08:23:32.881" v="38374" actId="478"/>
          <ac:cxnSpMkLst>
            <pc:docMk/>
            <pc:sldMk cId="1987853872" sldId="836"/>
            <ac:cxnSpMk id="686" creationId="{EB77F590-0CEE-D76A-ADD1-245D546505AB}"/>
          </ac:cxnSpMkLst>
        </pc:cxnChg>
        <pc:cxnChg chg="add del mod">
          <ac:chgData name="이민재" userId="f97f16f7-28a5-49bd-9e05-fb3ef63d7997" providerId="ADAL" clId="{7BF803D9-3494-41B9-9213-E73D7BF54335}" dt="2023-07-28T08:23:48.343" v="38386" actId="478"/>
          <ac:cxnSpMkLst>
            <pc:docMk/>
            <pc:sldMk cId="1987853872" sldId="836"/>
            <ac:cxnSpMk id="687" creationId="{6158148A-BCA9-7CFE-BE3E-411407EED93D}"/>
          </ac:cxnSpMkLst>
        </pc:cxnChg>
        <pc:cxnChg chg="add del mod">
          <ac:chgData name="이민재" userId="f97f16f7-28a5-49bd-9e05-fb3ef63d7997" providerId="ADAL" clId="{7BF803D9-3494-41B9-9213-E73D7BF54335}" dt="2023-07-28T08:23:44.077" v="38382" actId="478"/>
          <ac:cxnSpMkLst>
            <pc:docMk/>
            <pc:sldMk cId="1987853872" sldId="836"/>
            <ac:cxnSpMk id="688" creationId="{583D3D7B-AD1A-DE65-CEED-8C4D7C46D917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691" creationId="{613A6D24-BD98-C186-185E-3C853281DDE2}"/>
          </ac:cxnSpMkLst>
        </pc:cxnChg>
        <pc:cxnChg chg="add del mod">
          <ac:chgData name="이민재" userId="f97f16f7-28a5-49bd-9e05-fb3ef63d7997" providerId="ADAL" clId="{7BF803D9-3494-41B9-9213-E73D7BF54335}" dt="2023-07-28T08:32:09.627" v="38567" actId="478"/>
          <ac:cxnSpMkLst>
            <pc:docMk/>
            <pc:sldMk cId="1987853872" sldId="836"/>
            <ac:cxnSpMk id="692" creationId="{8E5D8C40-08B7-C18D-76EB-D1285DF38680}"/>
          </ac:cxnSpMkLst>
        </pc:cxnChg>
        <pc:cxnChg chg="add del mod">
          <ac:chgData name="이민재" userId="f97f16f7-28a5-49bd-9e05-fb3ef63d7997" providerId="ADAL" clId="{7BF803D9-3494-41B9-9213-E73D7BF54335}" dt="2023-07-28T08:32:07.537" v="38565" actId="478"/>
          <ac:cxnSpMkLst>
            <pc:docMk/>
            <pc:sldMk cId="1987853872" sldId="836"/>
            <ac:cxnSpMk id="693" creationId="{89B36858-15CB-8BD3-7CCC-E4595057AF7F}"/>
          </ac:cxnSpMkLst>
        </pc:cxnChg>
        <pc:cxnChg chg="add del mod">
          <ac:chgData name="이민재" userId="f97f16f7-28a5-49bd-9e05-fb3ef63d7997" providerId="ADAL" clId="{7BF803D9-3494-41B9-9213-E73D7BF54335}" dt="2023-07-28T08:32:08.242" v="38566" actId="478"/>
          <ac:cxnSpMkLst>
            <pc:docMk/>
            <pc:sldMk cId="1987853872" sldId="836"/>
            <ac:cxnSpMk id="694" creationId="{D8A95B15-0EE5-DD47-2783-B42D325DFBA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3" creationId="{12EFA5D6-E2B3-487F-352C-265AEA0D0D56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4" creationId="{9E96AF35-05EF-8306-DFC2-57BED553F3D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5" creationId="{8D8146E3-FF8F-1F40-6601-A63B75B70C60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6" creationId="{65AFA45B-642E-F6D9-297D-EB84FDBA7C38}"/>
          </ac:cxnSpMkLst>
        </pc:cxnChg>
        <pc:cxnChg chg="add del mod">
          <ac:chgData name="이민재" userId="f97f16f7-28a5-49bd-9e05-fb3ef63d7997" providerId="ADAL" clId="{7BF803D9-3494-41B9-9213-E73D7BF54335}" dt="2023-07-28T08:36:00.092" v="38760" actId="478"/>
          <ac:cxnSpMkLst>
            <pc:docMk/>
            <pc:sldMk cId="1987853872" sldId="836"/>
            <ac:cxnSpMk id="720" creationId="{0303546E-2599-A218-9495-46565F742FC4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2" creationId="{C57EE331-80A2-1F97-8127-9000B4EADBF0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3" creationId="{E2DB095F-85A7-9890-B430-21F23CA34EEE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4" creationId="{F31C771F-F0A4-F679-7453-68F48C71E4CD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9" creationId="{28F4349A-63FB-3D69-B5E7-0A148FA0370A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0" creationId="{30F32F35-EADF-7BAD-4481-9F9828C23D7B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1" creationId="{620A86FB-19DE-4D33-5352-B794E9A6D7DD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2" creationId="{553720F5-90B4-8F68-0675-9A314752C926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4" creationId="{F753076E-5DEB-C7E4-82BA-FD38BC109BBF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5" creationId="{71434A33-F52F-0408-E132-4635E332B518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6" creationId="{C76C0DBA-5298-7C8E-2C40-A4AD53EDBF96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7" creationId="{739FFE1B-BB51-7A34-EB36-BF83774856E2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9" creationId="{C0C4DD21-6AA6-B54C-6CE6-BDD27F97B4F8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0" creationId="{EF411B22-4D7B-715D-80B4-B6A8373E1911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1" creationId="{5B7C7123-A5A8-F8E1-50F9-D0BCA7B9B9BF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2" creationId="{20F81576-81B7-6EB6-AC59-56A4F508583A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2" creationId="{CF24A4EB-6A6A-DB3F-F2D6-72B248992DC4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3" creationId="{9D98C860-7E55-C129-4C10-2DC6CDB5D9D3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4" creationId="{1B649805-97FC-40A7-4339-988FA8E34C10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5" creationId="{24B27362-FB28-47CB-E149-9533A0997BB7}"/>
          </ac:cxnSpMkLst>
        </pc:cxnChg>
        <pc:cxnChg chg="add mod">
          <ac:chgData name="이민재" userId="f97f16f7-28a5-49bd-9e05-fb3ef63d7997" providerId="ADAL" clId="{7BF803D9-3494-41B9-9213-E73D7BF54335}" dt="2023-07-28T09:16:42.470" v="39663" actId="14100"/>
          <ac:cxnSpMkLst>
            <pc:docMk/>
            <pc:sldMk cId="1987853872" sldId="836"/>
            <ac:cxnSpMk id="785" creationId="{A3E7F8C3-559B-860C-2E40-36ED0FF7E420}"/>
          </ac:cxnSpMkLst>
        </pc:cxnChg>
        <pc:cxnChg chg="add mod">
          <ac:chgData name="이민재" userId="f97f16f7-28a5-49bd-9e05-fb3ef63d7997" providerId="ADAL" clId="{7BF803D9-3494-41B9-9213-E73D7BF54335}" dt="2023-07-28T09:17:37.769" v="39775" actId="1035"/>
          <ac:cxnSpMkLst>
            <pc:docMk/>
            <pc:sldMk cId="1987853872" sldId="836"/>
            <ac:cxnSpMk id="786" creationId="{A2093399-A897-56F8-E522-A0A0FFB60577}"/>
          </ac:cxnSpMkLst>
        </pc:cxnChg>
        <pc:cxnChg chg="add mod">
          <ac:chgData name="이민재" userId="f97f16f7-28a5-49bd-9e05-fb3ef63d7997" providerId="ADAL" clId="{7BF803D9-3494-41B9-9213-E73D7BF54335}" dt="2023-07-28T09:17:19.474" v="39740" actId="14100"/>
          <ac:cxnSpMkLst>
            <pc:docMk/>
            <pc:sldMk cId="1987853872" sldId="836"/>
            <ac:cxnSpMk id="787" creationId="{C16DA65E-0C9F-1DB8-4878-87D4BDF64AD6}"/>
          </ac:cxnSpMkLst>
        </pc:cxnChg>
        <pc:cxnChg chg="add mod">
          <ac:chgData name="이민재" userId="f97f16f7-28a5-49bd-9e05-fb3ef63d7997" providerId="ADAL" clId="{7BF803D9-3494-41B9-9213-E73D7BF54335}" dt="2023-07-28T09:17:10.014" v="39715" actId="1037"/>
          <ac:cxnSpMkLst>
            <pc:docMk/>
            <pc:sldMk cId="1987853872" sldId="836"/>
            <ac:cxnSpMk id="788" creationId="{81E416AA-1C8F-FB8C-AB5C-8D45CDFF26D6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4" creationId="{34E43A51-93C4-DA4F-B167-4CCD0D44D2A2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5" creationId="{A0E2C015-6EDB-67DA-B7CB-75FEEC06E9FB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6" creationId="{F26258C0-40E1-2FEF-1E1C-8D3AA61414C6}"/>
          </ac:cxnSpMkLst>
        </pc:cxnChg>
        <pc:cxnChg chg="add mod">
          <ac:chgData name="이민재" userId="f97f16f7-28a5-49bd-9e05-fb3ef63d7997" providerId="ADAL" clId="{7BF803D9-3494-41B9-9213-E73D7BF54335}" dt="2023-07-28T10:14:11.189" v="40434" actId="1038"/>
          <ac:cxnSpMkLst>
            <pc:docMk/>
            <pc:sldMk cId="1987853872" sldId="836"/>
            <ac:cxnSpMk id="807" creationId="{AA467B89-F0E4-FC47-7B00-7CD769960B2A}"/>
          </ac:cxnSpMkLst>
        </pc:cxnChg>
        <pc:cxnChg chg="add mod">
          <ac:chgData name="이민재" userId="f97f16f7-28a5-49bd-9e05-fb3ef63d7997" providerId="ADAL" clId="{7BF803D9-3494-41B9-9213-E73D7BF54335}" dt="2023-07-28T09:26:57.213" v="39975" actId="14100"/>
          <ac:cxnSpMkLst>
            <pc:docMk/>
            <pc:sldMk cId="1987853872" sldId="836"/>
            <ac:cxnSpMk id="813" creationId="{FD01E89B-64A2-FF74-BBF9-DB07177EB66E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7" creationId="{DC97741F-E9A8-17AA-A103-C524EA224C86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8" creationId="{E9DF1E0B-2211-CEA2-68FF-C147A4805625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9" creationId="{6D77F16F-AC2A-22B8-144B-29D1868ABA4C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0" creationId="{1FC89FB7-48C7-0608-46C3-7C3401050912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1" creationId="{7988DBC8-F4E4-9120-0EFB-5AA34A907B58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2" creationId="{D4182657-2A45-D777-9AF3-40ECD7F973C7}"/>
          </ac:cxnSpMkLst>
        </pc:cxnChg>
        <pc:cxnChg chg="add mod">
          <ac:chgData name="이민재" userId="f97f16f7-28a5-49bd-9e05-fb3ef63d7997" providerId="ADAL" clId="{7BF803D9-3494-41B9-9213-E73D7BF54335}" dt="2023-07-28T09:08:39.341" v="39397" actId="1036"/>
          <ac:cxnSpMkLst>
            <pc:docMk/>
            <pc:sldMk cId="1987853872" sldId="836"/>
            <ac:cxnSpMk id="823" creationId="{8FA19ADA-D793-7088-6D39-1183305F4E1B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0" creationId="{6295A7FF-5437-44A1-BABD-9C0F5730156F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1" creationId="{428A1E52-B379-7BF2-112C-8218432CE190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2" creationId="{46EFA3EE-787D-B490-8EE0-D41021BFDE94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3" creationId="{ABFC016F-D818-2347-02C1-76F9A76E71A5}"/>
          </ac:cxnSpMkLst>
        </pc:cxnChg>
        <pc:cxnChg chg="add mod">
          <ac:chgData name="이민재" userId="f97f16f7-28a5-49bd-9e05-fb3ef63d7997" providerId="ADAL" clId="{7BF803D9-3494-41B9-9213-E73D7BF54335}" dt="2023-07-28T09:15:28.770" v="39570" actId="14100"/>
          <ac:cxnSpMkLst>
            <pc:docMk/>
            <pc:sldMk cId="1987853872" sldId="836"/>
            <ac:cxnSpMk id="838" creationId="{7F84B252-4620-045A-1B11-4CCB4B32A8B1}"/>
          </ac:cxnSpMkLst>
        </pc:cxnChg>
        <pc:cxnChg chg="add mod">
          <ac:chgData name="이민재" userId="f97f16f7-28a5-49bd-9e05-fb3ef63d7997" providerId="ADAL" clId="{7BF803D9-3494-41B9-9213-E73D7BF54335}" dt="2023-07-28T09:21:42.705" v="39879" actId="692"/>
          <ac:cxnSpMkLst>
            <pc:docMk/>
            <pc:sldMk cId="1987853872" sldId="836"/>
            <ac:cxnSpMk id="846" creationId="{835AE349-5A64-0F06-300C-A1A3A7C2B9EE}"/>
          </ac:cxnSpMkLst>
        </pc:cxnChg>
        <pc:cxnChg chg="add mod">
          <ac:chgData name="이민재" userId="f97f16f7-28a5-49bd-9e05-fb3ef63d7997" providerId="ADAL" clId="{7BF803D9-3494-41B9-9213-E73D7BF54335}" dt="2023-07-28T09:23:13.922" v="39940" actId="1036"/>
          <ac:cxnSpMkLst>
            <pc:docMk/>
            <pc:sldMk cId="1987853872" sldId="836"/>
            <ac:cxnSpMk id="848" creationId="{AA6D872E-162B-EEFD-DFAF-42FC2BCCE643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4" creationId="{F88A849E-DC42-E79E-D03F-46199C1D364F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5" creationId="{5C51F83E-76DE-E4FD-0245-24AF07952A99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6" creationId="{1E62A170-EA9C-64B8-C831-E39B45C898D6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7" creationId="{8BB0E710-AF2B-03C1-4012-6B8A3B64FFD3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8" creationId="{7D051701-5501-E558-F382-E391ECC6E3E8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9" creationId="{B1E7910C-382E-2C9C-E225-073FE6E0D369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2" creationId="{0D2A1CD2-770C-DA06-F99D-6B5C559E13A3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3" creationId="{EFCCB572-B799-0437-8935-D1287CFCA775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4" creationId="{002F8A43-A265-CF48-F178-916576208F07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5" creationId="{4B4F41D9-3C35-18C8-D535-A2F96DC205D6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6" creationId="{C0D4509B-E400-1594-4D55-31FBC685BB0B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7" creationId="{6F1D5D23-4DFF-AB25-996E-19A5C1D6DA95}"/>
          </ac:cxnSpMkLst>
        </pc:cxnChg>
        <pc:cxnChg chg="add mod">
          <ac:chgData name="이민재" userId="f97f16f7-28a5-49bd-9e05-fb3ef63d7997" providerId="ADAL" clId="{7BF803D9-3494-41B9-9213-E73D7BF54335}" dt="2023-07-28T10:02:23.448" v="40342" actId="1037"/>
          <ac:cxnSpMkLst>
            <pc:docMk/>
            <pc:sldMk cId="1987853872" sldId="836"/>
            <ac:cxnSpMk id="894" creationId="{D245ED8D-C483-EC09-93F9-D46EAE7095D9}"/>
          </ac:cxnSpMkLst>
        </pc:cxnChg>
        <pc:cxnChg chg="add mod">
          <ac:chgData name="이민재" userId="f97f16f7-28a5-49bd-9e05-fb3ef63d7997" providerId="ADAL" clId="{7BF803D9-3494-41B9-9213-E73D7BF54335}" dt="2023-07-28T10:33:35.460" v="40618" actId="14100"/>
          <ac:cxnSpMkLst>
            <pc:docMk/>
            <pc:sldMk cId="1987853872" sldId="836"/>
            <ac:cxnSpMk id="900" creationId="{16920AA6-186B-534F-79BE-DD9C88350627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7:59:36.427" v="37724" actId="1038"/>
        <pc:sldMkLst>
          <pc:docMk/>
          <pc:sldMk cId="2198792650" sldId="837"/>
        </pc:sldMkLst>
        <pc:spChg chg="del">
          <ac:chgData name="이민재" userId="f97f16f7-28a5-49bd-9e05-fb3ef63d7997" providerId="ADAL" clId="{7BF803D9-3494-41B9-9213-E73D7BF54335}" dt="2023-07-28T07:58:29.638" v="37713" actId="478"/>
          <ac:spMkLst>
            <pc:docMk/>
            <pc:sldMk cId="2198792650" sldId="837"/>
            <ac:spMk id="2" creationId="{79538F64-5CD1-588E-67EF-F69D616D2F60}"/>
          </ac:spMkLst>
        </pc:spChg>
        <pc:spChg chg="del">
          <ac:chgData name="이민재" userId="f97f16f7-28a5-49bd-9e05-fb3ef63d7997" providerId="ADAL" clId="{7BF803D9-3494-41B9-9213-E73D7BF54335}" dt="2023-07-28T07:58:28.510" v="37712" actId="478"/>
          <ac:spMkLst>
            <pc:docMk/>
            <pc:sldMk cId="2198792650" sldId="837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3" creationId="{09737A0C-C676-32C7-DF76-7B543D9DBBB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4" creationId="{B4B8D127-C6A2-5E50-C95C-646F826376A0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5" creationId="{FA5364CC-B833-CCEE-0F70-C9D8CA12A7F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0" creationId="{A4CD19C5-96BF-B0A9-C6B3-B85ABF7254D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1" creationId="{95F8FDEC-9434-E578-41B3-AAF0F296960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2" creationId="{F88FD8A4-14B3-0763-8D12-7A82F96E8E0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3" creationId="{D31084FE-4445-5970-4E88-9DD8DD327604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4" creationId="{9E2D6E44-435C-9F6D-76AA-19278FF70E3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5" creationId="{57F3AAE0-C8A3-DFBD-76C7-2F49EEFEA849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6" creationId="{B4B349E8-D961-D58A-A135-F7D2661C8D6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7" creationId="{1751E91C-A676-50E7-8E00-740D7F1C1EF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8" creationId="{58F793EC-7854-7CE3-E031-ACEECDB9E15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9" creationId="{C8445326-2B4E-C30A-059B-A11B08DE3E1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0" creationId="{553B52FC-8F34-BE9A-07B7-1F62DCE2DD6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1" creationId="{8431E9E5-48A3-0889-3DA4-2C7F4870C71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2" creationId="{DA271A64-9025-8200-434C-6FBE53573B4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3" creationId="{506CB5FD-5CF2-8B0E-F59B-0A935830A08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4" creationId="{8ED5FAEA-2AB9-6567-76F1-8D54C6E47981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5" creationId="{04155116-80BA-8346-BD78-10C3D38AE9B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6" creationId="{8CB605D3-8D66-DA08-0ECD-26F40545F313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7" creationId="{3154F0D4-0D33-AFAE-7842-BB35DB0B437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8" creationId="{24462218-2D22-5365-5B86-A9BD28675302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44" creationId="{C9B33FFF-0CA7-84B8-D4B6-B91244DCD3FA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52" creationId="{282BF139-2323-935C-7877-320F269C7E14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60" creationId="{048E4F9D-2050-1F75-5C61-2FAB91C65540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68" creationId="{8568C09B-FD9B-DD95-A016-DE60BE15E508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76" creationId="{7B878459-F0A7-CDAC-E640-E2C7701AB1F1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84" creationId="{1980BBD2-B19A-3687-5479-534D0E9CAAB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1" creationId="{AE1CEC9B-793F-E063-43EC-5710B22ABBA6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2" creationId="{A988DA8A-7CCF-D2CD-3D36-8C4749842B0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3" creationId="{0B690519-6D39-6F85-A305-CBBC48566D5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4" creationId="{940FBB16-2943-4ED0-461A-C99A47DB33C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5" creationId="{190A386F-D43F-5D8E-F26F-E27A88B3AF74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6" creationId="{E4E8A764-9F6D-12FD-BD09-785FEB408E29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7" creationId="{715844D5-4180-D75F-5DF0-896491E80D5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8" creationId="{7C5F551E-BAE7-FD71-D073-73B807F1E43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9" creationId="{4C15BF33-B63E-4263-1EB0-9AF2F2457DF1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0" creationId="{3C904953-1164-3155-FA7E-5D39BFB342C6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1" creationId="{7D8C6D8B-0BB9-CEF8-379D-9045904ADC1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2" creationId="{A0624254-2C27-3B43-C6FC-ADA74F8F10A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4" creationId="{73B36E18-CD4D-9697-371D-2C2FB9D0064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6" creationId="{C1D03578-7B33-6FE0-9484-82EC84A5F65C}"/>
          </ac:spMkLst>
        </pc:spChg>
        <pc:spChg chg="add del mod">
          <ac:chgData name="이민재" userId="f97f16f7-28a5-49bd-9e05-fb3ef63d7997" providerId="ADAL" clId="{7BF803D9-3494-41B9-9213-E73D7BF54335}" dt="2023-07-28T07:38:35.943" v="37089" actId="478"/>
          <ac:spMkLst>
            <pc:docMk/>
            <pc:sldMk cId="2198792650" sldId="837"/>
            <ac:spMk id="107" creationId="{F57D2394-5CE1-F6B3-4CB7-6A5C87F260E7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10" creationId="{AD083751-A48C-036B-6B86-89965A1E745F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18" creationId="{47D699C6-34C8-D395-2FCE-CBD2CD46B166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26" creationId="{999432CB-11DE-BB87-9E9E-C0C35A09DBAC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34" creationId="{032B0F4D-34A9-C507-2B6A-8848B304791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41" creationId="{4011748D-5368-E6DE-4852-EF204788D12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2" creationId="{EE542173-865D-3E55-0672-A540DC19000D}"/>
          </ac:spMkLst>
        </pc:spChg>
        <pc:spChg chg="add mod">
          <ac:chgData name="이민재" userId="f97f16f7-28a5-49bd-9e05-fb3ef63d7997" providerId="ADAL" clId="{7BF803D9-3494-41B9-9213-E73D7BF54335}" dt="2023-07-28T07:58:42.782" v="37716" actId="1076"/>
          <ac:spMkLst>
            <pc:docMk/>
            <pc:sldMk cId="2198792650" sldId="837"/>
            <ac:spMk id="153" creationId="{0AF12BE4-3CC6-9F8F-73D0-F93500FA793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4" creationId="{7FE8D363-AC7F-5B5C-7DBD-4755FD8E12F3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9" creationId="{92363CA4-733E-91C6-A358-0D6A5F1F101A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0" creationId="{06BE9611-2E39-51F4-4D16-E0B41B0A417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1" creationId="{2D353BB1-8E3F-29DD-7951-23984E3C3FC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2" creationId="{3B690068-613E-35BC-FC4E-CB1CC627B2B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3" creationId="{95F210BA-173C-DBD8-0C7F-CCA68590FC1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4" creationId="{638DA7CF-5823-3054-CA2C-55A3DEC298A0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5" creationId="{28F9B3BA-F889-03DE-1655-FFC45340ABA3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6" creationId="{874E9CEE-39BA-A3D5-85AE-0C9046E24E8C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7" creationId="{58C1A019-1FFF-FA1F-1907-236DE473702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8" creationId="{8EB160F8-3E2E-C923-C2A8-F76D3D71462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9" creationId="{45EFCF3C-3AB3-839A-6D50-0EC0429DA52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0" creationId="{DFEF5F19-1AF1-04A9-9B3A-451D69D4ABB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1" creationId="{7CB6968A-6F3D-E91E-FBB0-286F64BA5E1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2" creationId="{70754743-625D-4FE1-E478-370DBA8380B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3" creationId="{212CA4D5-16AB-F381-EA5E-622C0705E91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4" creationId="{0A13F685-0375-5348-B34C-FA7B352DCDF2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5" creationId="{4421B914-ED14-C00C-B1B1-63DFF0953910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6" creationId="{381696BE-5331-2FA7-9CB7-284EFD8683E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7" creationId="{85E43EB7-46EB-BDD8-DDB8-1C1972A6A724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83" creationId="{0716FF7C-358D-644E-622E-69ACE1D9940E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91" creationId="{A52AC0C1-5A04-107E-85BE-A0E2A016FD90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99" creationId="{14877827-7E0D-37AD-0448-077E7131E10C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07" creationId="{77C493A3-609C-CCCE-4CB4-C118A22EA00D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15" creationId="{66FF78C6-B44E-989F-5D77-591557B9A1C2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23" creationId="{B849772B-302B-80C2-BF0D-183B1A9872C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0" creationId="{7E11E1FE-35DF-D9D2-046B-EAF3A22250F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1" creationId="{ACA36CB7-81A7-46C5-84C1-697C97EAC79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2" creationId="{D2B52EAF-1FD0-A606-F4A7-8B6609DCBEC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3" creationId="{42E43C98-033D-F0EB-01CC-BBB4C63F752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4" creationId="{AF0B2584-B9A5-2480-7582-31A8BA20B03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5" creationId="{A1E2E44B-3218-B024-8B79-763C5AFB084A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6" creationId="{751B7D22-6D8D-6866-8D1F-59F125AB133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7" creationId="{851A5E0D-1524-0D17-8237-4CB5935B65F9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8" creationId="{4A704EC6-AC02-A146-33D4-C4BB7999B64C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39" creationId="{6821123C-CDD9-0D07-70F4-B5C84D68EFDA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0" creationId="{4545B5E6-7074-BC9B-A422-45CB22E21D68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1" creationId="{87C9FD8E-F900-B6CF-3294-0B96AF32EB5B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43" creationId="{6515F59C-8172-C463-0954-D3BA1AC2F460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5" creationId="{AF971898-654F-E6A1-4840-915FCAF1EBD4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47" creationId="{0159E943-C537-DBC5-ADF0-A5B9E3025162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55" creationId="{F817EB3B-50AA-366E-C86D-65C7FB79690D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63" creationId="{3E9551A3-0C27-ED06-0424-FBD36D4E96FF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71" creationId="{4A5DC966-3295-0AEB-B723-B5387881F657}"/>
          </ac:spMkLst>
        </pc:spChg>
        <pc:spChg chg="add mod">
          <ac:chgData name="이민재" userId="f97f16f7-28a5-49bd-9e05-fb3ef63d7997" providerId="ADAL" clId="{7BF803D9-3494-41B9-9213-E73D7BF54335}" dt="2023-07-28T07:59:36.427" v="37724" actId="1038"/>
          <ac:spMkLst>
            <pc:docMk/>
            <pc:sldMk cId="2198792650" sldId="837"/>
            <ac:spMk id="278" creationId="{53A97B82-DDEF-0B09-644F-05A4DF533E92}"/>
          </ac:spMkLst>
        </pc:spChg>
        <pc:spChg chg="add mod">
          <ac:chgData name="이민재" userId="f97f16f7-28a5-49bd-9e05-fb3ef63d7997" providerId="ADAL" clId="{7BF803D9-3494-41B9-9213-E73D7BF54335}" dt="2023-07-28T07:59:28.206" v="37723" actId="14100"/>
          <ac:spMkLst>
            <pc:docMk/>
            <pc:sldMk cId="2198792650" sldId="837"/>
            <ac:spMk id="280" creationId="{7C5DD46B-1B8B-189D-03D2-CFF51CFA19C0}"/>
          </ac:spMkLst>
        </pc:s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43" creationId="{E79DF722-1E3E-E80E-CA0E-97CF011134CE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51" creationId="{75369122-E636-D101-7B8E-63D539974513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59" creationId="{CBB9D2DE-5CC3-2CD9-2EBE-F2C7936C7066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67" creationId="{0456F730-963C-3106-E249-B104E2D2FF47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75" creationId="{B55C1265-4AF4-2081-7435-D694B8CC9F82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83" creationId="{ACC7AB57-7A9C-52AC-7855-6C90A048792E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09" creationId="{EDA4E055-DF0D-0D98-5CFE-ED58C7312E9D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17" creationId="{AF21A554-10FC-A0A8-6663-A2512D2DF351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25" creationId="{8D9B970A-1139-0796-9B31-FCCFCF5DD6FA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33" creationId="{F8ABA137-BA9E-C8A7-E639-17D17659D9F8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82" creationId="{52DF55CF-1A32-D905-33C5-FDCDCAB1E0A1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90" creationId="{DFC00C47-7B66-8081-E24A-A1F9CB566939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98" creationId="{2FAC1F3F-FB99-ED21-BA1B-46663B8B2B2A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06" creationId="{A032A6B2-1133-AD63-F887-93E199A4D952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14" creationId="{EDBE2F73-6784-BA5F-A8FB-ACD10AC7E83A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22" creationId="{81031DB8-1B06-5B58-C367-50A4C03B7B26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46" creationId="{0975D7D0-F956-AA1D-4229-8D06C5F2A50F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54" creationId="{A776DB80-094D-B460-4A21-0F6D98E667FC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62" creationId="{6CFBD428-B2F6-30C6-E8C3-3E2E018D455C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70" creationId="{7405FF12-3E91-CE42-A5A8-64459B7B4150}"/>
          </ac:grpSpMkLst>
        </pc:grp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5" creationId="{1498C736-3FBB-1CDC-EA60-33B471A8793C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6" creationId="{DEFE91D3-2A2E-5A00-5718-6B1728E56679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7" creationId="{6285E4AB-8463-DC83-72F3-00CFCD5D9F5B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8" creationId="{6C5A8BEF-7F39-2DAD-1272-4C632832F633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39" creationId="{C957881E-08EC-EB6E-2369-A3F4AA506E25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0" creationId="{F07CF848-CECA-1BED-B2EB-FF305101980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1" creationId="{23DEA33F-258D-4D85-FF30-E91F3BECE4DE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2" creationId="{03B9C72A-699C-7391-1704-286FFB25A33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4" creationId="{577A1BFA-9BB2-8467-D9CF-DAD3F4B841CE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5" creationId="{8C323C90-D71B-F622-34D1-25FED099728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6" creationId="{3DE07A0C-82AD-5B50-3488-C444DE1993D7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7" creationId="{8A67ADF9-DA02-09EB-B6B7-465415D67411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78" creationId="{3BAB969E-68E1-93AD-A58C-FFE57744686B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79" creationId="{4C263DEF-CA4F-9F8E-2B13-66DFD4849284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80" creationId="{E728830C-A837-598B-83B0-3F0BBA2AABBD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81" creationId="{36320BF6-D0FD-7D32-DCDA-071E020BAE7D}"/>
          </ac:graphicFrameMkLst>
        </pc:graphicFrame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9" creationId="{8849A685-A62A-BD95-5A43-864D02C554B4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" creationId="{F0074E3A-44EF-A5B3-F94E-CE54E4240572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1" creationId="{FD216914-5C4B-05B7-942F-C2BE99CCEAB2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2" creationId="{B3E0ADDE-CCA4-CF07-9365-EFB796747EA4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6" creationId="{D6DC44FF-8C71-6BF6-4A3E-9E4976074E3A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7" creationId="{379D25A8-1E7F-64F2-07EB-94709CF624EC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8" creationId="{D6AED0AF-1A47-8E3B-9C3F-610D55D7C817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9" creationId="{61B03DEF-9510-7701-40CF-46CAD2867FA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5" creationId="{C8B4CA83-58A2-4799-2364-95A590A74E3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6" creationId="{DB1AE1E4-6D3A-4154-9F29-CA38BD2C660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7" creationId="{DA6E74BE-2062-9EF1-8C46-5EF8570F986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8" creationId="{EF13C2C2-844A-F944-ED2D-2667503CDCD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9" creationId="{E4A1C4CD-9FD5-3BBE-1A7C-4CBCAA85316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0" creationId="{9A91995E-B153-BC50-2F0F-0F32C664561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3" creationId="{B43CBA50-AC27-E763-2A10-9F2B007A2D0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4" creationId="{94630663-F798-3163-649D-3979F9A2A66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5" creationId="{1431A0CF-2FBB-8AB9-6F44-645C04C70B4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6" creationId="{F5D2D6EE-6801-F226-BD47-18E659A0A911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7" creationId="{7CAEA60E-A581-7572-5C1A-59052CB0C1C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8" creationId="{D53E39C2-4074-7FB9-021B-BEB4CE214E5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1" creationId="{DD8E6D98-25D3-F57C-270A-CD9C3F6FD148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2" creationId="{803B1849-D52A-30A2-4B84-11654848CE5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3" creationId="{5C9BD87C-EC05-89DC-835C-C1B2C1B18E1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4" creationId="{1133BA19-60D4-70AB-B72B-CF03E915C87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5" creationId="{00BE2903-F3D7-503B-3C4C-8DF5FE261D3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6" creationId="{1019B9EF-87C6-5D81-2792-3BA96BD8B2C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9" creationId="{000BF345-C3B3-FA3F-610F-18B843BCCEF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0" creationId="{61BCC087-DBFC-FB50-F41A-E53DAF55C2F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1" creationId="{1F530ECD-5768-D953-99FD-E7CAA3D9296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2" creationId="{E05689C6-BDF4-9D3D-54BD-8E9B9422A8B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3" creationId="{4EE1C90F-3830-3D31-C2E6-8760F42F651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4" creationId="{E483F0A0-E436-53D0-1A5D-B0C2CD114D5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7" creationId="{14A78A4C-6A9F-E1C6-18CC-AEB31F5D47A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8" creationId="{30280233-3E11-05BC-F86A-F3833605FA7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9" creationId="{22405DF1-A137-6C90-8EB1-32E93464A5D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0" creationId="{9FB7B951-5241-1ED1-4A4C-7D033EA84C3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1" creationId="{2FB7C071-8C3E-A3A1-2E74-37475022E84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2" creationId="{DCED8BF3-1BA1-7998-BCFB-AAC55346881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5" creationId="{DD26B97D-CC86-9840-8443-96A65075EB9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6" creationId="{72269203-F108-6D67-7CBE-0A2A5D8BA6D1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7" creationId="{18F9893D-CE86-8853-C949-07C6871183A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8" creationId="{A553E7CC-3380-5D71-335D-0A6C18A0E06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9" creationId="{FBBE4EB1-0AF0-4963-3FC9-782801D5F1D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90" creationId="{F56190C5-F5DB-6683-4C76-74AC72D57D7D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3" creationId="{52DF9BFF-B9F5-82EC-A06F-AAC6F2865031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5" creationId="{48886C59-61CC-77C4-9649-00C270C9E3FD}"/>
          </ac:cxnSpMkLst>
        </pc:cxnChg>
        <pc:cxnChg chg="add del mod">
          <ac:chgData name="이민재" userId="f97f16f7-28a5-49bd-9e05-fb3ef63d7997" providerId="ADAL" clId="{7BF803D9-3494-41B9-9213-E73D7BF54335}" dt="2023-07-28T07:38:34.456" v="37088" actId="478"/>
          <ac:cxnSpMkLst>
            <pc:docMk/>
            <pc:sldMk cId="2198792650" sldId="837"/>
            <ac:cxnSpMk id="108" creationId="{AC533DBA-A916-DD55-03BF-518303AFAAF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1" creationId="{94DF6E3B-3564-9663-34AF-6029DBC71B9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2" creationId="{8783ECB5-41EE-8A01-FE53-B86640D2A36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3" creationId="{5B36B2C4-6487-BC22-865D-408678057E3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4" creationId="{06BF010E-363B-5D1E-AA91-738DD96B6D2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5" creationId="{CFE0101B-BF69-A528-A905-4663B6575E8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6" creationId="{C3A40391-7FBD-6A1F-86FE-D434775FC71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9" creationId="{1C8FF1B2-D1C0-9EC4-B184-B93E59F945A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0" creationId="{1101D466-C321-3A2B-3DF8-7665FC2DCED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1" creationId="{58BE8846-567E-4F43-76B5-26364A8D977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2" creationId="{22049132-6B8B-4E8B-D3AA-9CD38B97978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3" creationId="{A90A7F9B-1E0D-5679-AC2F-90F81021475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4" creationId="{D457BF9D-A137-7446-1DEC-EEB1BBF780E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7" creationId="{EAFE6993-3544-3F12-5EEB-D94BBCEEF86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8" creationId="{0B13719D-C729-77A0-1FCC-0E602DD5A4C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9" creationId="{D6A846FE-4D2D-5E6F-5612-339B09314B0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0" creationId="{D49D2512-804B-C00D-5657-D2840973EE5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1" creationId="{9E09DC37-8BE5-938A-B2EC-A1568B7ECE1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2" creationId="{43EA64C2-6217-CBE0-31A4-24D92E2ACF4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5" creationId="{FF617027-6BD7-0F8F-9676-A8725AD3C068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6" creationId="{874DCCB5-F27D-D975-6D92-36564AE5465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7" creationId="{133DD9DD-DDBB-6504-1590-D4AE9BE6D31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8" creationId="{0B9C7284-D0D3-8A1E-95D6-395E02CC7F1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9" creationId="{F70EB6AD-C1BC-EF58-128B-135000AE0AC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40" creationId="{4E739D18-93A8-314A-E54B-0D49CD710506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43" creationId="{80A428BD-E83A-9065-13A4-C67B16DD0F66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48" creationId="{D736CBB8-66F5-7912-170E-242659FAAA26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49" creationId="{9024ADF4-B39C-7148-18ED-EC4658EBD9C0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0" creationId="{F976CA20-604E-0438-AA0D-03B23BA7E410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1" creationId="{CF7C6653-4F9A-B5AF-7DF6-3DC29878478E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5" creationId="{E955F508-23B1-56C1-50DC-A395DD5120D3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6" creationId="{C265D790-6053-F802-39C9-E30F95AF5B01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7" creationId="{BF4D7246-0533-1062-7B0B-4B200F001483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8" creationId="{EFD3CEAC-0A4B-D772-3980-073E1F9E8A90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4" creationId="{AC050B95-C884-3FA6-AFD1-2A47D77967F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5" creationId="{68547B56-73E1-DF98-92A4-DE6F5214749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6" creationId="{FD40E28F-E3D8-2BFC-D3CE-8F1E168D8CB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7" creationId="{7AF7FB8A-7209-B7D5-EA0F-901AF95FE69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8" creationId="{342F50FB-52A5-26F4-54EE-325B51BF2B0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9" creationId="{55CC7715-6136-87D7-9C8C-17FA745EF2E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2" creationId="{CF556A36-2699-C40A-5356-C7205857F10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3" creationId="{86F58642-65A7-4A9B-9E8A-EDFB3C1C3BA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4" creationId="{9A2A0986-9AE0-C5B9-9022-B22ABD54FED0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5" creationId="{81BA8D36-E8BA-746A-5272-92B0B4FDA8C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6" creationId="{E7B7C24E-40EC-FEAD-88B1-8C0D25F588C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7" creationId="{5D439FCB-BDC0-9F48-6F6E-781CB8020B7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0" creationId="{7E1E97CF-9CBF-5B9A-F6C8-10617D6CEE13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1" creationId="{7978EAB5-18AA-93C7-2C0A-C5D8B9313B8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2" creationId="{58A53D6C-6AC5-EA98-0D33-6BD6D549FD5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3" creationId="{3A6D2ACA-15E6-EA62-14D5-89DB463CA0D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4" creationId="{A58D8AC1-6E11-0CBB-163A-5BB8588ACB9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5" creationId="{0CB2F5B8-3EC0-FFB7-29B3-025FA241EAF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8" creationId="{89C9845A-6B49-41AF-2E00-15602F7A890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9" creationId="{3003E6B5-6FF4-2D0F-61C4-AE680710F6F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0" creationId="{0994D98B-F472-4F15-00F2-A08F56BE284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1" creationId="{AA7AA1B0-0490-AB02-B793-AC37C5A154F4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2" creationId="{7FD6A14D-753C-008E-2273-E0446F398CA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3" creationId="{323762B4-927A-331C-98A7-47814F9FFCB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6" creationId="{1D324840-A635-3F2E-B434-0E68B0E2A66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7" creationId="{868BC2DC-1101-4110-4A7B-71D7760A7D0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8" creationId="{0AFD42AA-71F6-7CBE-76D6-A8A76296A62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9" creationId="{483C15AC-E46E-E368-689D-242BC6A1799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0" creationId="{C482CD59-8D9D-A74C-D258-B912B78EA1F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1" creationId="{5FB56590-CF9F-876B-4E92-2F4FD4A46CF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4" creationId="{2BFECBCC-F20A-8242-5BAB-CE775534AD5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5" creationId="{1A884F2D-A68B-85AB-12DF-CE96DCED534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6" creationId="{6DF4A009-C2AA-4385-A95E-D797BFF9105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7" creationId="{C2471F99-6064-D568-6684-109858CA761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8" creationId="{83BBEA21-8695-38DB-B4AF-FD760BCCAA5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9" creationId="{ED680076-DFAD-380C-9352-4F0887214002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2" creationId="{120FEF3B-3DB6-6CEB-5EBA-D7B940C9ADC4}"/>
          </ac:cxnSpMkLst>
        </pc:cxnChg>
        <pc:cxnChg chg="add mod">
          <ac:chgData name="이민재" userId="f97f16f7-28a5-49bd-9e05-fb3ef63d7997" providerId="ADAL" clId="{7BF803D9-3494-41B9-9213-E73D7BF54335}" dt="2023-07-28T07:58:49.966" v="37717" actId="1076"/>
          <ac:cxnSpMkLst>
            <pc:docMk/>
            <pc:sldMk cId="2198792650" sldId="837"/>
            <ac:cxnSpMk id="244" creationId="{19A9473F-F650-DB64-EAC4-5C05100FE81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8" creationId="{5E0AC433-1C13-4018-BEB9-8DF62489042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9" creationId="{529D0FDD-43F7-BAFE-FAF3-E8E3287962B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0" creationId="{132FBDFE-D761-320B-D62F-C0147353FF76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1" creationId="{517BF4C4-706F-AC81-A659-047A457CDC0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2" creationId="{6A14DFB3-AA73-0E74-F458-65757043527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3" creationId="{50148830-AE39-B735-1D9B-6B04641998F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6" creationId="{713571B4-8DF1-4907-53F1-6BA78539058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7" creationId="{6A19D3FF-CDB9-5D87-E48A-F077A7B4A2C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8" creationId="{8BEA7970-E2E0-7A1E-DB8E-249B55668BC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9" creationId="{0F2103C3-42B4-1C03-8EAC-C4DC9CC4908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0" creationId="{8F3FD1EC-70C4-AE40-089E-6D795485386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1" creationId="{D653EE05-11D7-054B-796E-0488276F370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4" creationId="{D0D64AC3-67B2-3834-4B2B-99B59F9119F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5" creationId="{B1979286-102A-9CE4-DB48-E5E73A8FF8B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6" creationId="{0F3B8CDD-C8BE-5EA4-8975-63E45C8E484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7" creationId="{167BCF68-DC29-C971-C050-E5EB2464E21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8" creationId="{F8263B15-1342-E9B0-75F2-7728B978C73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9" creationId="{09E3C161-5091-F3C6-669A-BDE95E3969D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2" creationId="{6A8AE034-784C-8663-A9E8-FEA80512CE6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3" creationId="{6A0C119C-282A-FE36-FD75-5DAE125F8AD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4" creationId="{4F4F94EE-61EC-A478-EDF1-9BBDEF2B8F66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5" creationId="{C535B370-ED79-7CB2-6198-1BC56D3F3BA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6" creationId="{67504E2C-8579-936A-FC30-65B6EFCE1F0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7" creationId="{B5509A56-F8F7-228F-03CD-C225F06B6E33}"/>
          </ac:cxnSpMkLst>
        </pc:cxnChg>
        <pc:cxnChg chg="add mod">
          <ac:chgData name="이민재" userId="f97f16f7-28a5-49bd-9e05-fb3ef63d7997" providerId="ADAL" clId="{7BF803D9-3494-41B9-9213-E73D7BF54335}" dt="2023-07-28T07:58:42.782" v="37716" actId="1076"/>
          <ac:cxnSpMkLst>
            <pc:docMk/>
            <pc:sldMk cId="2198792650" sldId="837"/>
            <ac:cxnSpMk id="279" creationId="{4A888B01-B8C2-3790-172A-6549B7771F2F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13:08:08.053" v="42048" actId="1076"/>
        <pc:sldMkLst>
          <pc:docMk/>
          <pc:sldMk cId="1862027942" sldId="838"/>
        </pc:sldMkLst>
        <pc:spChg chg="add mod">
          <ac:chgData name="이민재" userId="f97f16f7-28a5-49bd-9e05-fb3ef63d7997" providerId="ADAL" clId="{7BF803D9-3494-41B9-9213-E73D7BF54335}" dt="2023-07-28T12:42:08.802" v="41600" actId="1035"/>
          <ac:spMkLst>
            <pc:docMk/>
            <pc:sldMk cId="1862027942" sldId="838"/>
            <ac:spMk id="2" creationId="{277E9A51-B8DB-8D6A-F7DA-74460D7F59FC}"/>
          </ac:spMkLst>
        </pc:spChg>
        <pc:spChg chg="add mod">
          <ac:chgData name="이민재" userId="f97f16f7-28a5-49bd-9e05-fb3ef63d7997" providerId="ADAL" clId="{7BF803D9-3494-41B9-9213-E73D7BF54335}" dt="2023-07-28T12:42:06.697" v="41599" actId="1035"/>
          <ac:spMkLst>
            <pc:docMk/>
            <pc:sldMk cId="1862027942" sldId="838"/>
            <ac:spMk id="3" creationId="{87694313-6EF1-69BE-C3B7-4F8A33241C58}"/>
          </ac:spMkLst>
        </pc:spChg>
        <pc:spChg chg="add del mod">
          <ac:chgData name="이민재" userId="f97f16f7-28a5-49bd-9e05-fb3ef63d7997" providerId="ADAL" clId="{7BF803D9-3494-41B9-9213-E73D7BF54335}" dt="2023-07-28T10:37:02.615" v="40710"/>
          <ac:spMkLst>
            <pc:docMk/>
            <pc:sldMk cId="1862027942" sldId="838"/>
            <ac:spMk id="5" creationId="{33F00C71-3243-A7B3-6D8F-7834D4C68A48}"/>
          </ac:spMkLst>
        </pc:spChg>
        <pc:spChg chg="add mod">
          <ac:chgData name="이민재" userId="f97f16f7-28a5-49bd-9e05-fb3ef63d7997" providerId="ADAL" clId="{7BF803D9-3494-41B9-9213-E73D7BF54335}" dt="2023-07-28T10:37:17.685" v="40724" actId="1036"/>
          <ac:spMkLst>
            <pc:docMk/>
            <pc:sldMk cId="1862027942" sldId="838"/>
            <ac:spMk id="6" creationId="{20D85149-5AA3-8A50-3F68-97E887B54E53}"/>
          </ac:spMkLst>
        </pc:spChg>
        <pc:spChg chg="add del mod">
          <ac:chgData name="이민재" userId="f97f16f7-28a5-49bd-9e05-fb3ef63d7997" providerId="ADAL" clId="{7BF803D9-3494-41B9-9213-E73D7BF54335}" dt="2023-07-28T10:39:34.049" v="40820" actId="478"/>
          <ac:spMkLst>
            <pc:docMk/>
            <pc:sldMk cId="1862027942" sldId="838"/>
            <ac:spMk id="9" creationId="{1BDA2156-0A36-65AE-05B4-71F4C9423068}"/>
          </ac:spMkLst>
        </pc:spChg>
        <pc:spChg chg="add del">
          <ac:chgData name="이민재" userId="f97f16f7-28a5-49bd-9e05-fb3ef63d7997" providerId="ADAL" clId="{7BF803D9-3494-41B9-9213-E73D7BF54335}" dt="2023-07-28T10:39:49.908" v="40822" actId="11529"/>
          <ac:spMkLst>
            <pc:docMk/>
            <pc:sldMk cId="1862027942" sldId="838"/>
            <ac:spMk id="10" creationId="{D322D9BD-1F3C-4341-A17B-34AA315D62BC}"/>
          </ac:spMkLst>
        </pc:spChg>
        <pc:spChg chg="add mod">
          <ac:chgData name="이민재" userId="f97f16f7-28a5-49bd-9e05-fb3ef63d7997" providerId="ADAL" clId="{7BF803D9-3494-41B9-9213-E73D7BF54335}" dt="2023-07-28T12:04:03.221" v="41266" actId="14100"/>
          <ac:spMkLst>
            <pc:docMk/>
            <pc:sldMk cId="1862027942" sldId="838"/>
            <ac:spMk id="11" creationId="{F2174E3E-7916-54DF-E552-E3A4457DB0D2}"/>
          </ac:spMkLst>
        </pc:spChg>
        <pc:spChg chg="add mod">
          <ac:chgData name="이민재" userId="f97f16f7-28a5-49bd-9e05-fb3ef63d7997" providerId="ADAL" clId="{7BF803D9-3494-41B9-9213-E73D7BF54335}" dt="2023-07-28T12:44:51.954" v="41691" actId="1076"/>
          <ac:spMkLst>
            <pc:docMk/>
            <pc:sldMk cId="1862027942" sldId="838"/>
            <ac:spMk id="12" creationId="{988C068C-065F-239A-7F8A-DA0DF8E55E9E}"/>
          </ac:spMkLst>
        </pc:spChg>
        <pc:spChg chg="mod">
          <ac:chgData name="이민재" userId="f97f16f7-28a5-49bd-9e05-fb3ef63d7997" providerId="ADAL" clId="{7BF803D9-3494-41B9-9213-E73D7BF54335}" dt="2023-07-28T10:44:01.347" v="40964" actId="1037"/>
          <ac:spMkLst>
            <pc:docMk/>
            <pc:sldMk cId="1862027942" sldId="838"/>
            <ac:spMk id="13" creationId="{674AE999-EDF5-390D-879A-6752C1286841}"/>
          </ac:spMkLst>
        </pc:spChg>
        <pc:spChg chg="add del mod">
          <ac:chgData name="이민재" userId="f97f16f7-28a5-49bd-9e05-fb3ef63d7997" providerId="ADAL" clId="{7BF803D9-3494-41B9-9213-E73D7BF54335}" dt="2023-07-28T10:44:42.960" v="41013" actId="478"/>
          <ac:spMkLst>
            <pc:docMk/>
            <pc:sldMk cId="1862027942" sldId="838"/>
            <ac:spMk id="14" creationId="{AD5130B8-EBC5-DFD0-A793-B4A39BEBC31D}"/>
          </ac:spMkLst>
        </pc:spChg>
        <pc:spChg chg="add mod">
          <ac:chgData name="이민재" userId="f97f16f7-28a5-49bd-9e05-fb3ef63d7997" providerId="ADAL" clId="{7BF803D9-3494-41B9-9213-E73D7BF54335}" dt="2023-07-28T10:45:00.369" v="41025" actId="14100"/>
          <ac:spMkLst>
            <pc:docMk/>
            <pc:sldMk cId="1862027942" sldId="838"/>
            <ac:spMk id="15" creationId="{D8949651-6A68-7C52-E67B-B6C15979EA11}"/>
          </ac:spMkLst>
        </pc:spChg>
        <pc:spChg chg="add del mod">
          <ac:chgData name="이민재" userId="f97f16f7-28a5-49bd-9e05-fb3ef63d7997" providerId="ADAL" clId="{7BF803D9-3494-41B9-9213-E73D7BF54335}" dt="2023-07-28T10:46:55.875" v="41074" actId="478"/>
          <ac:spMkLst>
            <pc:docMk/>
            <pc:sldMk cId="1862027942" sldId="838"/>
            <ac:spMk id="16" creationId="{8904B38E-E2A6-313E-3491-88BB93C249C0}"/>
          </ac:spMkLst>
        </pc:spChg>
        <pc:spChg chg="add mod">
          <ac:chgData name="이민재" userId="f97f16f7-28a5-49bd-9e05-fb3ef63d7997" providerId="ADAL" clId="{7BF803D9-3494-41B9-9213-E73D7BF54335}" dt="2023-07-28T12:36:58.797" v="41400" actId="692"/>
          <ac:spMkLst>
            <pc:docMk/>
            <pc:sldMk cId="1862027942" sldId="838"/>
            <ac:spMk id="24" creationId="{FB2F0072-91A2-924F-4767-C54E6066B323}"/>
          </ac:spMkLst>
        </pc:spChg>
        <pc:spChg chg="add del mod">
          <ac:chgData name="이민재" userId="f97f16f7-28a5-49bd-9e05-fb3ef63d7997" providerId="ADAL" clId="{7BF803D9-3494-41B9-9213-E73D7BF54335}" dt="2023-07-28T11:58:20.260" v="41098" actId="478"/>
          <ac:spMkLst>
            <pc:docMk/>
            <pc:sldMk cId="1862027942" sldId="838"/>
            <ac:spMk id="26" creationId="{74CF44EC-C05F-AA56-F19E-96E2640E7DFE}"/>
          </ac:spMkLst>
        </pc:spChg>
        <pc:spChg chg="add mod">
          <ac:chgData name="이민재" userId="f97f16f7-28a5-49bd-9e05-fb3ef63d7997" providerId="ADAL" clId="{7BF803D9-3494-41B9-9213-E73D7BF54335}" dt="2023-07-28T12:41:48.966" v="41595" actId="1035"/>
          <ac:spMkLst>
            <pc:docMk/>
            <pc:sldMk cId="1862027942" sldId="838"/>
            <ac:spMk id="29" creationId="{1060A3BA-1F15-270E-417D-1A8221CA1EC3}"/>
          </ac:spMkLst>
        </pc:spChg>
        <pc:spChg chg="add mod">
          <ac:chgData name="이민재" userId="f97f16f7-28a5-49bd-9e05-fb3ef63d7997" providerId="ADAL" clId="{7BF803D9-3494-41B9-9213-E73D7BF54335}" dt="2023-07-28T11:59:55.653" v="41120" actId="692"/>
          <ac:spMkLst>
            <pc:docMk/>
            <pc:sldMk cId="1862027942" sldId="838"/>
            <ac:spMk id="31" creationId="{69585049-A957-02BE-5200-5B1C16D1E4AA}"/>
          </ac:spMkLst>
        </pc:spChg>
        <pc:spChg chg="add mod">
          <ac:chgData name="이민재" userId="f97f16f7-28a5-49bd-9e05-fb3ef63d7997" providerId="ADAL" clId="{7BF803D9-3494-41B9-9213-E73D7BF54335}" dt="2023-07-28T12:02:13.191" v="41155" actId="14100"/>
          <ac:spMkLst>
            <pc:docMk/>
            <pc:sldMk cId="1862027942" sldId="838"/>
            <ac:spMk id="33" creationId="{6C1749CA-BCDA-6C1D-524D-897859CE71E3}"/>
          </ac:spMkLst>
        </pc:spChg>
        <pc:spChg chg="add mod">
          <ac:chgData name="이민재" userId="f97f16f7-28a5-49bd-9e05-fb3ef63d7997" providerId="ADAL" clId="{7BF803D9-3494-41B9-9213-E73D7BF54335}" dt="2023-07-28T12:34:51.528" v="41349" actId="1036"/>
          <ac:spMkLst>
            <pc:docMk/>
            <pc:sldMk cId="1862027942" sldId="838"/>
            <ac:spMk id="34" creationId="{F7A08D96-7D8E-8A17-0E74-660925CE8A77}"/>
          </ac:spMkLst>
        </pc:spChg>
        <pc:spChg chg="add del mod">
          <ac:chgData name="이민재" userId="f97f16f7-28a5-49bd-9e05-fb3ef63d7997" providerId="ADAL" clId="{7BF803D9-3494-41B9-9213-E73D7BF54335}" dt="2023-07-28T12:35:46.321" v="41380" actId="478"/>
          <ac:spMkLst>
            <pc:docMk/>
            <pc:sldMk cId="1862027942" sldId="838"/>
            <ac:spMk id="44" creationId="{E29D3035-F699-81BD-9F0C-9BA384B47829}"/>
          </ac:spMkLst>
        </pc:spChg>
        <pc:spChg chg="add mod">
          <ac:chgData name="이민재" userId="f97f16f7-28a5-49bd-9e05-fb3ef63d7997" providerId="ADAL" clId="{7BF803D9-3494-41B9-9213-E73D7BF54335}" dt="2023-07-28T12:42:18.247" v="41608" actId="1036"/>
          <ac:spMkLst>
            <pc:docMk/>
            <pc:sldMk cId="1862027942" sldId="838"/>
            <ac:spMk id="45" creationId="{9EA15C52-FAA6-0015-3436-A0C9E3B6118A}"/>
          </ac:spMkLst>
        </pc:spChg>
        <pc:spChg chg="add mod">
          <ac:chgData name="이민재" userId="f97f16f7-28a5-49bd-9e05-fb3ef63d7997" providerId="ADAL" clId="{7BF803D9-3494-41B9-9213-E73D7BF54335}" dt="2023-07-28T12:36:50.480" v="41398" actId="692"/>
          <ac:spMkLst>
            <pc:docMk/>
            <pc:sldMk cId="1862027942" sldId="838"/>
            <ac:spMk id="46" creationId="{D2C330DF-08D5-28FE-91A7-56C32F210446}"/>
          </ac:spMkLst>
        </pc:spChg>
        <pc:spChg chg="add mod">
          <ac:chgData name="이민재" userId="f97f16f7-28a5-49bd-9e05-fb3ef63d7997" providerId="ADAL" clId="{7BF803D9-3494-41B9-9213-E73D7BF54335}" dt="2023-07-28T12:42:40.308" v="41667" actId="1036"/>
          <ac:spMkLst>
            <pc:docMk/>
            <pc:sldMk cId="1862027942" sldId="838"/>
            <ac:spMk id="47" creationId="{F78304A6-5DD7-A37E-C577-58337E5D00C8}"/>
          </ac:spMkLst>
        </pc:spChg>
        <pc:spChg chg="add mod">
          <ac:chgData name="이민재" userId="f97f16f7-28a5-49bd-9e05-fb3ef63d7997" providerId="ADAL" clId="{7BF803D9-3494-41B9-9213-E73D7BF54335}" dt="2023-07-28T12:38:37.154" v="41434" actId="1076"/>
          <ac:spMkLst>
            <pc:docMk/>
            <pc:sldMk cId="1862027942" sldId="838"/>
            <ac:spMk id="48" creationId="{BF42CC46-A926-0048-7B54-FE365A6233EF}"/>
          </ac:spMkLst>
        </pc:spChg>
        <pc:spChg chg="add mod">
          <ac:chgData name="이민재" userId="f97f16f7-28a5-49bd-9e05-fb3ef63d7997" providerId="ADAL" clId="{7BF803D9-3494-41B9-9213-E73D7BF54335}" dt="2023-07-28T12:42:40.308" v="41667" actId="1036"/>
          <ac:spMkLst>
            <pc:docMk/>
            <pc:sldMk cId="1862027942" sldId="838"/>
            <ac:spMk id="49" creationId="{B05A3B9F-2E5D-B5B8-580B-68C25898C1F6}"/>
          </ac:spMkLst>
        </pc:spChg>
        <pc:spChg chg="add mod">
          <ac:chgData name="이민재" userId="f97f16f7-28a5-49bd-9e05-fb3ef63d7997" providerId="ADAL" clId="{7BF803D9-3494-41B9-9213-E73D7BF54335}" dt="2023-07-28T12:55:30.703" v="42017" actId="1035"/>
          <ac:spMkLst>
            <pc:docMk/>
            <pc:sldMk cId="1862027942" sldId="838"/>
            <ac:spMk id="50" creationId="{73A815F7-041B-9BF8-72C5-AECB0B2928A9}"/>
          </ac:spMkLst>
        </pc:spChg>
        <pc:spChg chg="add mod">
          <ac:chgData name="이민재" userId="f97f16f7-28a5-49bd-9e05-fb3ef63d7997" providerId="ADAL" clId="{7BF803D9-3494-41B9-9213-E73D7BF54335}" dt="2023-07-28T12:55:30.703" v="42017" actId="1035"/>
          <ac:spMkLst>
            <pc:docMk/>
            <pc:sldMk cId="1862027942" sldId="838"/>
            <ac:spMk id="51" creationId="{D366A5DF-C926-AAA7-0F61-B15275D7D720}"/>
          </ac:spMkLst>
        </pc:spChg>
        <pc:spChg chg="add del mod">
          <ac:chgData name="이민재" userId="f97f16f7-28a5-49bd-9e05-fb3ef63d7997" providerId="ADAL" clId="{7BF803D9-3494-41B9-9213-E73D7BF54335}" dt="2023-07-28T12:52:34.179" v="41895" actId="478"/>
          <ac:spMkLst>
            <pc:docMk/>
            <pc:sldMk cId="1862027942" sldId="838"/>
            <ac:spMk id="58" creationId="{F33E88D4-CA5C-4415-08E4-C8A9E6B5E32F}"/>
          </ac:spMkLst>
        </pc:spChg>
        <pc:spChg chg="add mod">
          <ac:chgData name="이민재" userId="f97f16f7-28a5-49bd-9e05-fb3ef63d7997" providerId="ADAL" clId="{7BF803D9-3494-41B9-9213-E73D7BF54335}" dt="2023-07-28T12:52:59.928" v="41925" actId="113"/>
          <ac:spMkLst>
            <pc:docMk/>
            <pc:sldMk cId="1862027942" sldId="838"/>
            <ac:spMk id="59" creationId="{9720CBA6-CCA3-85DD-0ED5-D10BF67B07F5}"/>
          </ac:spMkLst>
        </pc:spChg>
        <pc:spChg chg="add mod">
          <ac:chgData name="이민재" userId="f97f16f7-28a5-49bd-9e05-fb3ef63d7997" providerId="ADAL" clId="{7BF803D9-3494-41B9-9213-E73D7BF54335}" dt="2023-07-28T12:54:17.100" v="41957" actId="1076"/>
          <ac:spMkLst>
            <pc:docMk/>
            <pc:sldMk cId="1862027942" sldId="838"/>
            <ac:spMk id="60" creationId="{55CEF7B2-B203-CAA0-EBBD-1C577AE77090}"/>
          </ac:spMkLst>
        </pc:spChg>
        <pc:spChg chg="add mod">
          <ac:chgData name="이민재" userId="f97f16f7-28a5-49bd-9e05-fb3ef63d7997" providerId="ADAL" clId="{7BF803D9-3494-41B9-9213-E73D7BF54335}" dt="2023-07-28T13:08:08.053" v="42048" actId="1076"/>
          <ac:spMkLst>
            <pc:docMk/>
            <pc:sldMk cId="1862027942" sldId="838"/>
            <ac:spMk id="64" creationId="{5FBEAEFF-7596-6534-36DD-D6AE140BCD8C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96" creationId="{BF4AD167-4831-877E-8771-E72C38597924}"/>
          </ac:spMkLst>
        </pc:spChg>
        <pc:spChg chg="mod">
          <ac:chgData name="이민재" userId="f97f16f7-28a5-49bd-9e05-fb3ef63d7997" providerId="ADAL" clId="{7BF803D9-3494-41B9-9213-E73D7BF54335}" dt="2023-07-28T10:42:24.421" v="40914" actId="1036"/>
          <ac:spMkLst>
            <pc:docMk/>
            <pc:sldMk cId="1862027942" sldId="838"/>
            <ac:spMk id="97" creationId="{1F264D85-D222-BA47-A8B0-AD7AD9D912A6}"/>
          </ac:spMkLst>
        </pc:spChg>
        <pc:spChg chg="mod">
          <ac:chgData name="이민재" userId="f97f16f7-28a5-49bd-9e05-fb3ef63d7997" providerId="ADAL" clId="{7BF803D9-3494-41B9-9213-E73D7BF54335}" dt="2023-07-28T12:00:35.706" v="41132" actId="1038"/>
          <ac:spMkLst>
            <pc:docMk/>
            <pc:sldMk cId="1862027942" sldId="838"/>
            <ac:spMk id="98" creationId="{DF9A7240-227C-DD20-98BB-F0FACC7BCF01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5" creationId="{E0DDB9AE-5F75-86DC-212D-FB410FF77FD5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6" creationId="{ECB491C5-9905-0D6F-0405-5316C701B28A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7" creationId="{C42AD1D4-F808-397D-EB54-5171EED82383}"/>
          </ac:spMkLst>
        </pc:spChg>
        <pc:spChg chg="mod">
          <ac:chgData name="이민재" userId="f97f16f7-28a5-49bd-9e05-fb3ef63d7997" providerId="ADAL" clId="{7BF803D9-3494-41B9-9213-E73D7BF54335}" dt="2023-07-28T12:42:12.586" v="41601" actId="113"/>
          <ac:spMkLst>
            <pc:docMk/>
            <pc:sldMk cId="1862027942" sldId="838"/>
            <ac:spMk id="259" creationId="{6E5061A0-22DE-D880-199E-C92AB4200C99}"/>
          </ac:spMkLst>
        </pc:spChg>
        <pc:spChg chg="mod">
          <ac:chgData name="이민재" userId="f97f16f7-28a5-49bd-9e05-fb3ef63d7997" providerId="ADAL" clId="{7BF803D9-3494-41B9-9213-E73D7BF54335}" dt="2023-07-28T10:36:09.298" v="40680" actId="1076"/>
          <ac:spMkLst>
            <pc:docMk/>
            <pc:sldMk cId="1862027942" sldId="838"/>
            <ac:spMk id="266" creationId="{8C77C290-9078-657D-42B7-FDC3B5842137}"/>
          </ac:spMkLst>
        </pc:spChg>
        <pc:spChg chg="mod">
          <ac:chgData name="이민재" userId="f97f16f7-28a5-49bd-9e05-fb3ef63d7997" providerId="ADAL" clId="{7BF803D9-3494-41B9-9213-E73D7BF54335}" dt="2023-07-28T12:41:55.031" v="41597" actId="1035"/>
          <ac:spMkLst>
            <pc:docMk/>
            <pc:sldMk cId="1862027942" sldId="838"/>
            <ac:spMk id="267" creationId="{E99C47FD-49F0-9E7D-70A7-78C8CC4C2BCE}"/>
          </ac:spMkLst>
        </pc:spChg>
        <pc:spChg chg="mod">
          <ac:chgData name="이민재" userId="f97f16f7-28a5-49bd-9e05-fb3ef63d7997" providerId="ADAL" clId="{7BF803D9-3494-41B9-9213-E73D7BF54335}" dt="2023-07-28T10:41:17.744" v="40898" actId="1037"/>
          <ac:spMkLst>
            <pc:docMk/>
            <pc:sldMk cId="1862027942" sldId="838"/>
            <ac:spMk id="278" creationId="{32BBF6DC-EB01-03FD-FFE6-57243541C154}"/>
          </ac:spMkLst>
        </pc:spChg>
        <pc:spChg chg="mod">
          <ac:chgData name="이민재" userId="f97f16f7-28a5-49bd-9e05-fb3ef63d7997" providerId="ADAL" clId="{7BF803D9-3494-41B9-9213-E73D7BF54335}" dt="2023-07-28T10:41:17.744" v="40898" actId="1037"/>
          <ac:spMkLst>
            <pc:docMk/>
            <pc:sldMk cId="1862027942" sldId="838"/>
            <ac:spMk id="279" creationId="{BAD1227D-DD50-2A6A-4995-34264FA0AA9A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280" creationId="{62EE62E8-58CF-281A-7E74-C10CF645E91E}"/>
          </ac:spMkLst>
        </pc:spChg>
        <pc:spChg chg="mod">
          <ac:chgData name="이민재" userId="f97f16f7-28a5-49bd-9e05-fb3ef63d7997" providerId="ADAL" clId="{7BF803D9-3494-41B9-9213-E73D7BF54335}" dt="2023-07-28T12:03:14.516" v="41213" actId="20577"/>
          <ac:spMkLst>
            <pc:docMk/>
            <pc:sldMk cId="1862027942" sldId="838"/>
            <ac:spMk id="446" creationId="{B2DF32B0-2983-823B-E4CC-AFE77919D75F}"/>
          </ac:spMkLst>
        </pc:spChg>
        <pc:spChg chg="mod">
          <ac:chgData name="이민재" userId="f97f16f7-28a5-49bd-9e05-fb3ef63d7997" providerId="ADAL" clId="{7BF803D9-3494-41B9-9213-E73D7BF54335}" dt="2023-07-28T12:03:02.896" v="41196" actId="1036"/>
          <ac:spMkLst>
            <pc:docMk/>
            <pc:sldMk cId="1862027942" sldId="838"/>
            <ac:spMk id="448" creationId="{F394702E-80BD-6D2D-413E-73669225BCF9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1" creationId="{9B35F442-88F2-F0C4-E787-9F8F897BA37A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2" creationId="{3B450892-5234-9E91-E48C-602C8511EF7C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3" creationId="{ECB22E78-0AC1-FBB1-2AEC-CE227E740F77}"/>
          </ac:spMkLst>
        </pc:spChg>
        <pc:spChg chg="mod">
          <ac:chgData name="이민재" userId="f97f16f7-28a5-49bd-9e05-fb3ef63d7997" providerId="ADAL" clId="{7BF803D9-3494-41B9-9213-E73D7BF54335}" dt="2023-07-28T10:39:09.380" v="40816" actId="1035"/>
          <ac:spMkLst>
            <pc:docMk/>
            <pc:sldMk cId="1862027942" sldId="838"/>
            <ac:spMk id="545" creationId="{01E6287F-E315-6696-8D1B-79CD0EE807EE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549" creationId="{3D647F10-3E38-2392-A6E2-A235225BAAF1}"/>
          </ac:spMkLst>
        </pc:spChg>
        <pc:spChg chg="mod">
          <ac:chgData name="이민재" userId="f97f16f7-28a5-49bd-9e05-fb3ef63d7997" providerId="ADAL" clId="{7BF803D9-3494-41B9-9213-E73D7BF54335}" dt="2023-07-28T10:44:11.611" v="40983" actId="14100"/>
          <ac:spMkLst>
            <pc:docMk/>
            <pc:sldMk cId="1862027942" sldId="838"/>
            <ac:spMk id="600" creationId="{FF49F5E6-107A-DDD9-4DD7-B2A87C9265AD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3" creationId="{F8AA7C46-E605-912A-FFF3-7C91987B1BC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4" creationId="{DC60EAD2-5202-3381-94FC-EF57B98D47A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5" creationId="{D1C2B1E7-584D-1F68-94B0-2C1554E0129D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6" creationId="{56F87A22-BF2E-F385-ABFB-1738537227A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7" creationId="{29DE9FF3-43D7-CE0F-8722-846BAD92806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8" creationId="{5BA6A802-DD0B-5E77-7A4D-EE5A78EC0AC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9" creationId="{61C74624-3244-E98F-4319-E9719F39C4F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0" creationId="{0D98B7B5-799A-352B-3FB5-24618D88A56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1" creationId="{6377ADB4-4E55-7999-138C-877439AE1C22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2" creationId="{06CBD197-AB4A-70E6-E3B7-48763431E6A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3" creationId="{B78D1F5F-B191-40AC-E24A-CF6E5739561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4" creationId="{08C50FDC-F4E2-1EC3-0F05-60C2B419A56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5" creationId="{1345C70A-56C6-B979-6CB4-396B38D68F7F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6" creationId="{A0E6BCBC-B10D-67F7-4576-2B07664E05C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7" creationId="{D3C5B0D7-1184-E59C-6F66-83206ACCC95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8" creationId="{8FFD9931-BCD9-72AB-0EC9-4C8E19D6618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9" creationId="{9DE8B500-334C-2974-B20B-ABEBDCA087A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68" creationId="{898DCF35-6880-32EE-F354-57FA35B21BC1}"/>
          </ac:spMkLst>
        </pc:spChg>
        <pc:spChg chg="mod">
          <ac:chgData name="이민재" userId="f97f16f7-28a5-49bd-9e05-fb3ef63d7997" providerId="ADAL" clId="{7BF803D9-3494-41B9-9213-E73D7BF54335}" dt="2023-07-28T12:33:22.076" v="41277" actId="20577"/>
          <ac:spMkLst>
            <pc:docMk/>
            <pc:sldMk cId="1862027942" sldId="838"/>
            <ac:spMk id="769" creationId="{38DBE95C-DB1C-A47E-9809-C077651F9F9A}"/>
          </ac:spMkLst>
        </pc:spChg>
        <pc:spChg chg="mod">
          <ac:chgData name="이민재" userId="f97f16f7-28a5-49bd-9e05-fb3ef63d7997" providerId="ADAL" clId="{7BF803D9-3494-41B9-9213-E73D7BF54335}" dt="2023-07-28T12:33:28.260" v="41279" actId="20577"/>
          <ac:spMkLst>
            <pc:docMk/>
            <pc:sldMk cId="1862027942" sldId="838"/>
            <ac:spMk id="770" creationId="{8B529ABA-0615-8808-D686-886810A9B4B8}"/>
          </ac:spMkLst>
        </pc:spChg>
        <pc:spChg chg="mod">
          <ac:chgData name="이민재" userId="f97f16f7-28a5-49bd-9e05-fb3ef63d7997" providerId="ADAL" clId="{7BF803D9-3494-41B9-9213-E73D7BF54335}" dt="2023-07-28T12:33:32.132" v="41281" actId="20577"/>
          <ac:spMkLst>
            <pc:docMk/>
            <pc:sldMk cId="1862027942" sldId="838"/>
            <ac:spMk id="771" creationId="{684DD002-76E7-302F-C2FD-5D43ACB9DB11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76" creationId="{46733AE2-E2E1-36C3-B101-F90ACECB4EC6}"/>
          </ac:spMkLst>
        </pc:spChg>
        <pc:spChg chg="mod">
          <ac:chgData name="이민재" userId="f97f16f7-28a5-49bd-9e05-fb3ef63d7997" providerId="ADAL" clId="{7BF803D9-3494-41B9-9213-E73D7BF54335}" dt="2023-07-28T12:45:31.406" v="41701" actId="1037"/>
          <ac:spMkLst>
            <pc:docMk/>
            <pc:sldMk cId="1862027942" sldId="838"/>
            <ac:spMk id="781" creationId="{4FE7054B-9490-9812-5334-D759EDFB735A}"/>
          </ac:spMkLst>
        </pc:spChg>
        <pc:spChg chg="mod">
          <ac:chgData name="이민재" userId="f97f16f7-28a5-49bd-9e05-fb3ef63d7997" providerId="ADAL" clId="{7BF803D9-3494-41B9-9213-E73D7BF54335}" dt="2023-07-28T12:45:39.291" v="41705" actId="20577"/>
          <ac:spMkLst>
            <pc:docMk/>
            <pc:sldMk cId="1862027942" sldId="838"/>
            <ac:spMk id="782" creationId="{0C4D6172-CE7D-4130-EC3A-40EBC111AD71}"/>
          </ac:spMkLst>
        </pc:spChg>
        <pc:spChg chg="mod">
          <ac:chgData name="이민재" userId="f97f16f7-28a5-49bd-9e05-fb3ef63d7997" providerId="ADAL" clId="{7BF803D9-3494-41B9-9213-E73D7BF54335}" dt="2023-07-28T12:45:42.677" v="41707" actId="20577"/>
          <ac:spMkLst>
            <pc:docMk/>
            <pc:sldMk cId="1862027942" sldId="838"/>
            <ac:spMk id="783" creationId="{4B98E47D-F8D7-413C-5A27-C1CDDB38CD7C}"/>
          </ac:spMkLst>
        </pc:spChg>
        <pc:spChg chg="mod">
          <ac:chgData name="이민재" userId="f97f16f7-28a5-49bd-9e05-fb3ef63d7997" providerId="ADAL" clId="{7BF803D9-3494-41B9-9213-E73D7BF54335}" dt="2023-07-28T12:45:46.829" v="41709" actId="20577"/>
          <ac:spMkLst>
            <pc:docMk/>
            <pc:sldMk cId="1862027942" sldId="838"/>
            <ac:spMk id="784" creationId="{081D487C-E8A9-E008-1BBD-130C8E0D5F0E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2" creationId="{92728C00-927B-5135-D92C-14FA32D85552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3" creationId="{FBB1ABDB-7861-014D-3E25-B36939AAF897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4" creationId="{6FC98E96-D117-D866-81F5-CA96A07BCF13}"/>
          </ac:spMkLst>
        </pc:spChg>
        <pc:spChg chg="del mod">
          <ac:chgData name="이민재" userId="f97f16f7-28a5-49bd-9e05-fb3ef63d7997" providerId="ADAL" clId="{7BF803D9-3494-41B9-9213-E73D7BF54335}" dt="2023-07-28T12:50:55.495" v="41871" actId="478"/>
          <ac:spMkLst>
            <pc:docMk/>
            <pc:sldMk cId="1862027942" sldId="838"/>
            <ac:spMk id="795" creationId="{DDD268AD-D355-548D-3B58-082DB726158D}"/>
          </ac:spMkLst>
        </pc:spChg>
        <pc:spChg chg="mod">
          <ac:chgData name="이민재" userId="f97f16f7-28a5-49bd-9e05-fb3ef63d7997" providerId="ADAL" clId="{7BF803D9-3494-41B9-9213-E73D7BF54335}" dt="2023-07-28T12:51:22" v="41882" actId="20577"/>
          <ac:spMkLst>
            <pc:docMk/>
            <pc:sldMk cId="1862027942" sldId="838"/>
            <ac:spMk id="796" creationId="{ADA3F8AA-C1A9-22FD-579E-4CA28CADC5AB}"/>
          </ac:spMkLst>
        </pc:spChg>
        <pc:spChg chg="mod">
          <ac:chgData name="이민재" userId="f97f16f7-28a5-49bd-9e05-fb3ef63d7997" providerId="ADAL" clId="{7BF803D9-3494-41B9-9213-E73D7BF54335}" dt="2023-07-28T10:35:50.640" v="40649" actId="1076"/>
          <ac:spMkLst>
            <pc:docMk/>
            <pc:sldMk cId="1862027942" sldId="838"/>
            <ac:spMk id="799" creationId="{CD37BD4F-5412-4343-019F-015E77E0F33E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800" creationId="{B4A0305B-BE29-5E5E-7F40-45FE6C5B6B25}"/>
          </ac:spMkLst>
        </pc:spChg>
        <pc:spChg chg="mod">
          <ac:chgData name="이민재" userId="f97f16f7-28a5-49bd-9e05-fb3ef63d7997" providerId="ADAL" clId="{7BF803D9-3494-41B9-9213-E73D7BF54335}" dt="2023-07-28T10:45:54.356" v="41029" actId="255"/>
          <ac:spMkLst>
            <pc:docMk/>
            <pc:sldMk cId="1862027942" sldId="838"/>
            <ac:spMk id="801" creationId="{C34F5658-001E-02C1-DBC1-7A43077A69E9}"/>
          </ac:spMkLst>
        </pc:spChg>
        <pc:spChg chg="mod">
          <ac:chgData name="이민재" userId="f97f16f7-28a5-49bd-9e05-fb3ef63d7997" providerId="ADAL" clId="{7BF803D9-3494-41B9-9213-E73D7BF54335}" dt="2023-07-28T10:40:31.135" v="40827" actId="1076"/>
          <ac:spMkLst>
            <pc:docMk/>
            <pc:sldMk cId="1862027942" sldId="838"/>
            <ac:spMk id="810" creationId="{04013101-B8C5-53C7-9325-77391EBB473D}"/>
          </ac:spMkLst>
        </pc:spChg>
        <pc:spChg chg="mod">
          <ac:chgData name="이민재" userId="f97f16f7-28a5-49bd-9e05-fb3ef63d7997" providerId="ADAL" clId="{7BF803D9-3494-41B9-9213-E73D7BF54335}" dt="2023-07-28T10:40:31.135" v="40827" actId="1076"/>
          <ac:spMkLst>
            <pc:docMk/>
            <pc:sldMk cId="1862027942" sldId="838"/>
            <ac:spMk id="811" creationId="{2FEE4DD4-D6CD-F04B-D072-42AADEA21566}"/>
          </ac:spMkLst>
        </pc:spChg>
        <pc:spChg chg="del mod">
          <ac:chgData name="이민재" userId="f97f16f7-28a5-49bd-9e05-fb3ef63d7997" providerId="ADAL" clId="{7BF803D9-3494-41B9-9213-E73D7BF54335}" dt="2023-07-28T12:03:29.899" v="41216" actId="478"/>
          <ac:spMkLst>
            <pc:docMk/>
            <pc:sldMk cId="1862027942" sldId="838"/>
            <ac:spMk id="814" creationId="{BE1D4F7E-3635-5464-8F80-F1B77B1912C1}"/>
          </ac:spMkLst>
        </pc:spChg>
        <pc:spChg chg="mod">
          <ac:chgData name="이민재" userId="f97f16f7-28a5-49bd-9e05-fb3ef63d7997" providerId="ADAL" clId="{7BF803D9-3494-41B9-9213-E73D7BF54335}" dt="2023-07-28T12:03:57.732" v="41265" actId="1076"/>
          <ac:spMkLst>
            <pc:docMk/>
            <pc:sldMk cId="1862027942" sldId="838"/>
            <ac:spMk id="837" creationId="{8FF4072A-380B-1259-BDA7-F4A13B49DD8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1" creationId="{7EB54890-3246-A34B-61D9-0342C421CA2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8" creationId="{5E558150-360B-1B23-7149-3B3D12B92DD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9" creationId="{FD2DE156-9922-ED28-5BB3-C46AF8EDBDF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0" creationId="{9A9E8570-52DB-792D-80D5-D8DFF0720B18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1" creationId="{64A3D8CC-E7E5-04C2-9F8F-D72E98ADD9B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2" creationId="{AFB93C10-58EC-D80D-CA77-02844D58CF8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3" creationId="{63DCA8E4-E0DB-3A00-F711-04C3BA09DEE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4" creationId="{83CDD144-4CB0-3F4B-7575-D91A1C400B61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5" creationId="{C44EF408-AEC9-9488-3F20-4A193785DA2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6" creationId="{E8D44750-6248-B40B-6E86-70DE8E8C18B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7" creationId="{9797BE66-FD2B-88CE-4763-79B220F4179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8" creationId="{2BE32FA9-747A-3374-D103-0C5B17F1276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9" creationId="{6A99C7F1-24FF-C767-08A8-9D257AECC53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0" creationId="{FD41C862-B4EF-D59C-A96C-06B869F9834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1" creationId="{70DEBD53-B585-353E-4478-75C1ED60E9D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2" creationId="{73DEA5D9-CBD3-EF62-9E2B-963A26F17E1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3" creationId="{BEF96F2B-62B9-486B-EACC-13C28CB47CC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4" creationId="{C639C59A-936D-4B4A-FDBD-DD42BBB185E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5" creationId="{FFF34265-41A7-E727-3720-C08C9156414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6" creationId="{2E87189E-44FD-90EE-F640-C5D1E04D488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7" creationId="{B3CD1AE2-192D-2558-2AE4-268D7505DA8B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8" creationId="{98DCFD86-0614-0A69-EBBB-C193FAD8EDB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3" creationId="{348FB1FC-80F4-1F01-64FB-E71B2D18AF42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5" creationId="{4EDE67E1-0A7A-ACDB-2E1C-83F4E369741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6" creationId="{2BE01B88-BE2D-CC46-39BE-464B85FFBFC1}"/>
          </ac:spMkLst>
        </pc:s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99" creationId="{B201FCB5-3CA8-D434-3252-9ADB82EA800F}"/>
          </ac:grpSpMkLst>
        </pc:gr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155" creationId="{19BB9929-9171-A49C-EDEA-ABC057B79A6E}"/>
          </ac:grpSpMkLst>
        </pc:gr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190" creationId="{FBCFCDB9-2831-DA8E-3630-8C1BDBEEFB5E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488" creationId="{0BB71D51-62F8-B8FF-6E38-1C8C8A21A608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496" creationId="{C259BF02-B6D4-55E6-7BF6-118504E4D97A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504" creationId="{1F98A941-BDAE-B7B0-100B-6F72D497E03F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27" creationId="{854E9D9F-8B09-80D3-3DC7-B9449B9009E8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28" creationId="{3CF73B55-60B3-6AF6-D176-C2E4B0FEE874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33" creationId="{FFE675AA-6AEC-F86E-736F-644FB558F2B6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38" creationId="{0E567781-CDC6-39D4-CB6B-694ECE255F7D}"/>
          </ac:grpSpMkLst>
        </pc:grpChg>
        <pc:graphicFrameChg chg="add del">
          <ac:chgData name="이민재" userId="f97f16f7-28a5-49bd-9e05-fb3ef63d7997" providerId="ADAL" clId="{7BF803D9-3494-41B9-9213-E73D7BF54335}" dt="2023-07-28T12:33:55.354" v="41283" actId="478"/>
          <ac:graphicFrameMkLst>
            <pc:docMk/>
            <pc:sldMk cId="1862027942" sldId="838"/>
            <ac:graphicFrameMk id="42" creationId="{0C0C0AC7-A984-2756-42A8-83810BEF20B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12:53:34.611" v="41932" actId="113"/>
          <ac:graphicFrameMkLst>
            <pc:docMk/>
            <pc:sldMk cId="1862027942" sldId="838"/>
            <ac:graphicFrameMk id="43" creationId="{6BCCAC2B-D845-3A73-2C8D-CB0CCB3C994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12:55:00.272" v="41989" actId="1076"/>
          <ac:graphicFrameMkLst>
            <pc:docMk/>
            <pc:sldMk cId="1862027942" sldId="838"/>
            <ac:graphicFrameMk id="61" creationId="{96517704-6BD3-D783-A44F-6F6CB353F0A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13:04:59.080" v="42020" actId="478"/>
          <ac:graphicFrameMkLst>
            <pc:docMk/>
            <pc:sldMk cId="1862027942" sldId="838"/>
            <ac:graphicFrameMk id="62" creationId="{D2865D0E-74A6-F8F0-05F9-45EFF066936D}"/>
          </ac:graphicFrameMkLst>
        </pc:graphicFrameChg>
        <pc:graphicFrameChg chg="add mod">
          <ac:chgData name="이민재" userId="f97f16f7-28a5-49bd-9e05-fb3ef63d7997" providerId="ADAL" clId="{7BF803D9-3494-41B9-9213-E73D7BF54335}" dt="2023-07-28T13:07:04.612" v="42023" actId="1076"/>
          <ac:graphicFrameMkLst>
            <pc:docMk/>
            <pc:sldMk cId="1862027942" sldId="838"/>
            <ac:graphicFrameMk id="63" creationId="{A58A9BF0-B5EA-9C73-E751-9F7E12ADED2A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43:59.565" v="41676" actId="14100"/>
          <ac:graphicFrameMkLst>
            <pc:docMk/>
            <pc:sldMk cId="1862027942" sldId="838"/>
            <ac:graphicFrameMk id="95" creationId="{8EC8C7E6-47D7-7BB5-BBBA-08191996315C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44:10.645" v="41678" actId="14100"/>
          <ac:graphicFrameMkLst>
            <pc:docMk/>
            <pc:sldMk cId="1862027942" sldId="838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35" creationId="{D79F7856-3D04-5378-3957-EC25504E6E0B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04:10.968" v="41269" actId="14734"/>
          <ac:graphicFrameMkLst>
            <pc:docMk/>
            <pc:sldMk cId="1862027942" sldId="838"/>
            <ac:graphicFrameMk id="836" creationId="{5ED5B44D-7679-3563-9C9C-B7CCC58F2FE0}"/>
          </ac:graphicFrameMkLst>
        </pc:graphicFrameChg>
        <pc:cxnChg chg="add mod">
          <ac:chgData name="이민재" userId="f97f16f7-28a5-49bd-9e05-fb3ef63d7997" providerId="ADAL" clId="{7BF803D9-3494-41B9-9213-E73D7BF54335}" dt="2023-07-28T10:38:46.916" v="40814" actId="1035"/>
          <ac:cxnSpMkLst>
            <pc:docMk/>
            <pc:sldMk cId="1862027942" sldId="838"/>
            <ac:cxnSpMk id="7" creationId="{12EF606E-0D7C-25B1-E56C-C2563F9C49C0}"/>
          </ac:cxnSpMkLst>
        </pc:cxnChg>
        <pc:cxnChg chg="add mod">
          <ac:chgData name="이민재" userId="f97f16f7-28a5-49bd-9e05-fb3ef63d7997" providerId="ADAL" clId="{7BF803D9-3494-41B9-9213-E73D7BF54335}" dt="2023-07-28T10:38:46.916" v="40814" actId="1035"/>
          <ac:cxnSpMkLst>
            <pc:docMk/>
            <pc:sldMk cId="1862027942" sldId="838"/>
            <ac:cxnSpMk id="8" creationId="{6A5FF647-BAAA-0867-BE97-EA4D1B4E7E48}"/>
          </ac:cxnSpMkLst>
        </pc:cxnChg>
        <pc:cxnChg chg="add mod">
          <ac:chgData name="이민재" userId="f97f16f7-28a5-49bd-9e05-fb3ef63d7997" providerId="ADAL" clId="{7BF803D9-3494-41B9-9213-E73D7BF54335}" dt="2023-07-28T12:52:03.645" v="41890" actId="692"/>
          <ac:cxnSpMkLst>
            <pc:docMk/>
            <pc:sldMk cId="1862027942" sldId="838"/>
            <ac:cxnSpMk id="52" creationId="{010DBE2D-E14C-4A04-5A47-BC605E6D3E5C}"/>
          </ac:cxnSpMkLst>
        </pc:cxnChg>
        <pc:cxnChg chg="add mod">
          <ac:chgData name="이민재" userId="f97f16f7-28a5-49bd-9e05-fb3ef63d7997" providerId="ADAL" clId="{7BF803D9-3494-41B9-9213-E73D7BF54335}" dt="2023-07-28T12:52:03.645" v="41890" actId="692"/>
          <ac:cxnSpMkLst>
            <pc:docMk/>
            <pc:sldMk cId="1862027942" sldId="838"/>
            <ac:cxnSpMk id="55" creationId="{6EE1BFEE-D902-3FE4-327B-40746B873A30}"/>
          </ac:cxnSpMkLst>
        </pc:cxnChg>
        <pc:cxnChg chg="mod">
          <ac:chgData name="이민재" userId="f97f16f7-28a5-49bd-9e05-fb3ef63d7997" providerId="ADAL" clId="{7BF803D9-3494-41B9-9213-E73D7BF54335}" dt="2023-07-28T10:36:09.298" v="40680" actId="1076"/>
          <ac:cxnSpMkLst>
            <pc:docMk/>
            <pc:sldMk cId="1862027942" sldId="838"/>
            <ac:cxnSpMk id="264" creationId="{3423F14C-F326-ABD8-E21A-BC112E825086}"/>
          </ac:cxnSpMkLst>
        </pc:cxnChg>
        <pc:cxnChg chg="mod">
          <ac:chgData name="이민재" userId="f97f16f7-28a5-49bd-9e05-fb3ef63d7997" providerId="ADAL" clId="{7BF803D9-3494-41B9-9213-E73D7BF54335}" dt="2023-07-28T10:37:58.734" v="40743" actId="1038"/>
          <ac:cxnSpMkLst>
            <pc:docMk/>
            <pc:sldMk cId="1862027942" sldId="838"/>
            <ac:cxnSpMk id="548" creationId="{8D403008-67FB-11AA-E872-26C11EA6A905}"/>
          </ac:cxnSpMkLst>
        </pc:cxnChg>
        <pc:cxnChg chg="mod">
          <ac:chgData name="이민재" userId="f97f16f7-28a5-49bd-9e05-fb3ef63d7997" providerId="ADAL" clId="{7BF803D9-3494-41B9-9213-E73D7BF54335}" dt="2023-07-28T10:46:32.808" v="41055" actId="14100"/>
          <ac:cxnSpMkLst>
            <pc:docMk/>
            <pc:sldMk cId="1862027942" sldId="838"/>
            <ac:cxnSpMk id="661" creationId="{15211DAE-E0E5-BFA1-9C66-4504BFC19D09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2" creationId="{CF24A4EB-6A6A-DB3F-F2D6-72B248992DC4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3" creationId="{9D98C860-7E55-C129-4C10-2DC6CDB5D9D3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4" creationId="{1B649805-97FC-40A7-4339-988FA8E34C1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5" creationId="{24B27362-FB28-47CB-E149-9533A0997BB7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5" creationId="{A3E7F8C3-559B-860C-2E40-36ED0FF7E42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6" creationId="{A2093399-A897-56F8-E522-A0A0FFB60577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7" creationId="{C16DA65E-0C9F-1DB8-4878-87D4BDF64AD6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8" creationId="{81E416AA-1C8F-FB8C-AB5C-8D45CDFF26D6}"/>
          </ac:cxnSpMkLst>
        </pc:cxnChg>
        <pc:cxnChg chg="mod">
          <ac:chgData name="이민재" userId="f97f16f7-28a5-49bd-9e05-fb3ef63d7997" providerId="ADAL" clId="{7BF803D9-3494-41B9-9213-E73D7BF54335}" dt="2023-07-28T12:00:17.289" v="41123" actId="14100"/>
          <ac:cxnSpMkLst>
            <pc:docMk/>
            <pc:sldMk cId="1862027942" sldId="838"/>
            <ac:cxnSpMk id="804" creationId="{34E43A51-93C4-DA4F-B167-4CCD0D44D2A2}"/>
          </ac:cxnSpMkLst>
        </pc:cxnChg>
        <pc:cxnChg chg="mod">
          <ac:chgData name="이민재" userId="f97f16f7-28a5-49bd-9e05-fb3ef63d7997" providerId="ADAL" clId="{7BF803D9-3494-41B9-9213-E73D7BF54335}" dt="2023-07-28T10:38:17.244" v="40766" actId="1037"/>
          <ac:cxnSpMkLst>
            <pc:docMk/>
            <pc:sldMk cId="1862027942" sldId="838"/>
            <ac:cxnSpMk id="805" creationId="{A0E2C015-6EDB-67DA-B7CB-75FEEC06E9FB}"/>
          </ac:cxnSpMkLst>
        </pc:cxnChg>
        <pc:cxnChg chg="del">
          <ac:chgData name="이민재" userId="f97f16f7-28a5-49bd-9e05-fb3ef63d7997" providerId="ADAL" clId="{7BF803D9-3494-41B9-9213-E73D7BF54335}" dt="2023-07-28T10:38:22.583" v="40776" actId="478"/>
          <ac:cxnSpMkLst>
            <pc:docMk/>
            <pc:sldMk cId="1862027942" sldId="838"/>
            <ac:cxnSpMk id="806" creationId="{F26258C0-40E1-2FEF-1E1C-8D3AA61414C6}"/>
          </ac:cxnSpMkLst>
        </pc:cxnChg>
        <pc:cxnChg chg="del mod">
          <ac:chgData name="이민재" userId="f97f16f7-28a5-49bd-9e05-fb3ef63d7997" providerId="ADAL" clId="{7BF803D9-3494-41B9-9213-E73D7BF54335}" dt="2023-07-28T10:38:21.118" v="40775" actId="478"/>
          <ac:cxnSpMkLst>
            <pc:docMk/>
            <pc:sldMk cId="1862027942" sldId="838"/>
            <ac:cxnSpMk id="807" creationId="{AA467B89-F0E4-FC47-7B00-7CD769960B2A}"/>
          </ac:cxnSpMkLst>
        </pc:cxnChg>
        <pc:cxnChg chg="del mod">
          <ac:chgData name="이민재" userId="f97f16f7-28a5-49bd-9e05-fb3ef63d7997" providerId="ADAL" clId="{7BF803D9-3494-41B9-9213-E73D7BF54335}" dt="2023-07-28T12:03:31.729" v="41217" actId="478"/>
          <ac:cxnSpMkLst>
            <pc:docMk/>
            <pc:sldMk cId="1862027942" sldId="838"/>
            <ac:cxnSpMk id="813" creationId="{FD01E89B-64A2-FF74-BBF9-DB07177EB66E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0" creationId="{6295A7FF-5437-44A1-BABD-9C0F5730156F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1" creationId="{428A1E52-B379-7BF2-112C-8218432CE19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2" creationId="{46EFA3EE-787D-B490-8EE0-D41021BFDE94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3" creationId="{ABFC016F-D818-2347-02C1-76F9A76E71A5}"/>
          </ac:cxnSpMkLst>
        </pc:cxnChg>
        <pc:cxnChg chg="mod">
          <ac:chgData name="이민재" userId="f97f16f7-28a5-49bd-9e05-fb3ef63d7997" providerId="ADAL" clId="{7BF803D9-3494-41B9-9213-E73D7BF54335}" dt="2023-07-28T12:04:29.089" v="41271" actId="14100"/>
          <ac:cxnSpMkLst>
            <pc:docMk/>
            <pc:sldMk cId="1862027942" sldId="838"/>
            <ac:cxnSpMk id="838" creationId="{7F84B252-4620-045A-1B11-4CCB4B32A8B1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94" creationId="{D245ED8D-C483-EC09-93F9-D46EAE7095D9}"/>
          </ac:cxnSpMkLst>
        </pc:cxnChg>
      </pc:sldChg>
      <pc:sldChg chg="add del">
        <pc:chgData name="이민재" userId="f97f16f7-28a5-49bd-9e05-fb3ef63d7997" providerId="ADAL" clId="{7BF803D9-3494-41B9-9213-E73D7BF54335}" dt="2023-07-28T13:08:41.859" v="42050"/>
        <pc:sldMkLst>
          <pc:docMk/>
          <pc:sldMk cId="4218584715" sldId="839"/>
        </pc:sldMkLst>
      </pc:sldChg>
      <pc:sldMasterChg chg="modSldLayout">
        <pc:chgData name="이민재" userId="f97f16f7-28a5-49bd-9e05-fb3ef63d7997" providerId="ADAL" clId="{7BF803D9-3494-41B9-9213-E73D7BF54335}" dt="2023-07-26T06:09:04.302" v="7918" actId="404"/>
        <pc:sldMasterMkLst>
          <pc:docMk/>
          <pc:sldMasterMk cId="0" sldId="2147483648"/>
        </pc:sldMasterMkLst>
        <pc:sldLayoutChg chg="modSp">
          <pc:chgData name="이민재" userId="f97f16f7-28a5-49bd-9e05-fb3ef63d7997" providerId="ADAL" clId="{7BF803D9-3494-41B9-9213-E73D7BF54335}" dt="2023-07-26T06:09:04.302" v="7918" actId="404"/>
          <pc:sldLayoutMkLst>
            <pc:docMk/>
            <pc:sldMasterMk cId="0" sldId="2147483648"/>
            <pc:sldLayoutMk cId="0" sldId="2147483650"/>
          </pc:sldLayoutMkLst>
          <pc:spChg chg="mod">
            <ac:chgData name="이민재" userId="f97f16f7-28a5-49bd-9e05-fb3ef63d7997" providerId="ADAL" clId="{7BF803D9-3494-41B9-9213-E73D7BF54335}" dt="2023-07-26T06:09:04.302" v="7918" actId="404"/>
            <ac:spMkLst>
              <pc:docMk/>
              <pc:sldMasterMk cId="0" sldId="2147483648"/>
              <pc:sldLayoutMk cId="0" sldId="2147483650"/>
              <ac:spMk id="21" creationId="{00000000-0000-0000-0000-000000000000}"/>
            </ac:spMkLst>
          </pc:spChg>
        </pc:sldLayoutChg>
      </pc:sldMasterChg>
    </pc:docChg>
  </pc:docChgLst>
  <pc:docChgLst>
    <pc:chgData name="이민재" userId="f97f16f7-28a5-49bd-9e05-fb3ef63d7997" providerId="ADAL" clId="{6F413F48-334C-41C2-B9CA-112C4B366703}"/>
    <pc:docChg chg="undo custSel modSld sldOrd">
      <pc:chgData name="이민재" userId="f97f16f7-28a5-49bd-9e05-fb3ef63d7997" providerId="ADAL" clId="{6F413F48-334C-41C2-B9CA-112C4B366703}" dt="2023-02-02T06:11:56.309" v="1047" actId="20577"/>
      <pc:docMkLst>
        <pc:docMk/>
      </pc:docMkLst>
      <pc:sldChg chg="modNotesTx">
        <pc:chgData name="이민재" userId="f97f16f7-28a5-49bd-9e05-fb3ef63d7997" providerId="ADAL" clId="{6F413F48-334C-41C2-B9CA-112C4B366703}" dt="2023-02-02T05:29:05.151" v="47" actId="20577"/>
        <pc:sldMkLst>
          <pc:docMk/>
          <pc:sldMk cId="415217203" sldId="750"/>
        </pc:sldMkLst>
      </pc:sldChg>
      <pc:sldChg chg="ord modNotesTx">
        <pc:chgData name="이민재" userId="f97f16f7-28a5-49bd-9e05-fb3ef63d7997" providerId="ADAL" clId="{6F413F48-334C-41C2-B9CA-112C4B366703}" dt="2023-02-02T05:41:19.955" v="651"/>
        <pc:sldMkLst>
          <pc:docMk/>
          <pc:sldMk cId="3918070944" sldId="752"/>
        </pc:sldMkLst>
      </pc:sldChg>
      <pc:sldChg chg="modNotesTx">
        <pc:chgData name="이민재" userId="f97f16f7-28a5-49bd-9e05-fb3ef63d7997" providerId="ADAL" clId="{6F413F48-334C-41C2-B9CA-112C4B366703}" dt="2023-02-02T06:11:56.309" v="1047" actId="20577"/>
        <pc:sldMkLst>
          <pc:docMk/>
          <pc:sldMk cId="2568391732" sldId="753"/>
        </pc:sldMkLst>
      </pc:sldChg>
    </pc:docChg>
  </pc:docChgLst>
  <pc:docChgLst>
    <pc:chgData name="이민재" userId="f97f16f7-28a5-49bd-9e05-fb3ef63d7997" providerId="ADAL" clId="{902C044F-A981-4269-A80E-F4C6D17D1114}"/>
    <pc:docChg chg="custSel modSld">
      <pc:chgData name="이민재" userId="f97f16f7-28a5-49bd-9e05-fb3ef63d7997" providerId="ADAL" clId="{902C044F-A981-4269-A80E-F4C6D17D1114}" dt="2023-02-09T07:31:04.538" v="144" actId="20577"/>
      <pc:docMkLst>
        <pc:docMk/>
      </pc:docMkLst>
      <pc:sldChg chg="modNotesTx">
        <pc:chgData name="이민재" userId="f97f16f7-28a5-49bd-9e05-fb3ef63d7997" providerId="ADAL" clId="{902C044F-A981-4269-A80E-F4C6D17D1114}" dt="2023-02-09T07:31:04.538" v="144" actId="20577"/>
        <pc:sldMkLst>
          <pc:docMk/>
          <pc:sldMk cId="3918070944" sldId="752"/>
        </pc:sldMkLst>
      </pc:sldChg>
    </pc:docChg>
  </pc:docChgLst>
  <pc:docChgLst>
    <pc:chgData name="이민재" userId="f97f16f7-28a5-49bd-9e05-fb3ef63d7997" providerId="ADAL" clId="{58A5ADC8-0E2F-40B2-8112-135B68A073DB}"/>
    <pc:docChg chg="undo redo custSel addSld delSld modSld">
      <pc:chgData name="이민재" userId="f97f16f7-28a5-49bd-9e05-fb3ef63d7997" providerId="ADAL" clId="{58A5ADC8-0E2F-40B2-8112-135B68A073DB}" dt="2023-02-02T04:44:46.774" v="7471" actId="20577"/>
      <pc:docMkLst>
        <pc:docMk/>
      </pc:docMkLst>
      <pc:sldChg chg="addSp delSp modSp mod">
        <pc:chgData name="이민재" userId="f97f16f7-28a5-49bd-9e05-fb3ef63d7997" providerId="ADAL" clId="{58A5ADC8-0E2F-40B2-8112-135B68A073DB}" dt="2023-02-01T19:43:51.408" v="3515" actId="27636"/>
        <pc:sldMkLst>
          <pc:docMk/>
          <pc:sldMk cId="1482395489" sldId="311"/>
        </pc:sldMkLst>
        <pc:spChg chg="mod">
          <ac:chgData name="이민재" userId="f97f16f7-28a5-49bd-9e05-fb3ef63d7997" providerId="ADAL" clId="{58A5ADC8-0E2F-40B2-8112-135B68A073DB}" dt="2023-02-01T19:43:51.408" v="3515" actId="27636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58A5ADC8-0E2F-40B2-8112-135B68A073DB}" dt="2023-02-01T12:34:33.457" v="98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58A5ADC8-0E2F-40B2-8112-135B68A073DB}" dt="2023-02-01T19:42:53.812" v="3513" actId="20577"/>
          <ac:spMkLst>
            <pc:docMk/>
            <pc:sldMk cId="1482395489" sldId="311"/>
            <ac:spMk id="4" creationId="{DB4E2EA9-68B3-450D-B960-48AAF0A85035}"/>
          </ac:spMkLst>
        </pc:spChg>
        <pc:spChg chg="add del mod">
          <ac:chgData name="이민재" userId="f97f16f7-28a5-49bd-9e05-fb3ef63d7997" providerId="ADAL" clId="{58A5ADC8-0E2F-40B2-8112-135B68A073DB}" dt="2023-02-01T12:34:36.283" v="99" actId="478"/>
          <ac:spMkLst>
            <pc:docMk/>
            <pc:sldMk cId="1482395489" sldId="311"/>
            <ac:spMk id="6" creationId="{F8F7482C-1420-FEDB-0C59-D401C8BF065E}"/>
          </ac:spMkLst>
        </pc:spChg>
      </pc:sldChg>
      <pc:sldChg chg="addSp delSp modSp mod">
        <pc:chgData name="이민재" userId="f97f16f7-28a5-49bd-9e05-fb3ef63d7997" providerId="ADAL" clId="{58A5ADC8-0E2F-40B2-8112-135B68A073DB}" dt="2023-02-02T04:14:10.873" v="6636" actId="692"/>
        <pc:sldMkLst>
          <pc:docMk/>
          <pc:sldMk cId="415217203" sldId="750"/>
        </pc:sldMkLst>
        <pc:spChg chg="mod">
          <ac:chgData name="이민재" userId="f97f16f7-28a5-49bd-9e05-fb3ef63d7997" providerId="ADAL" clId="{58A5ADC8-0E2F-40B2-8112-135B68A073DB}" dt="2023-02-01T12:45:54.455" v="593" actId="20577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이민재" userId="f97f16f7-28a5-49bd-9e05-fb3ef63d7997" providerId="ADAL" clId="{58A5ADC8-0E2F-40B2-8112-135B68A073DB}" dt="2023-02-01T19:40:32.362" v="3487"/>
          <ac:spMkLst>
            <pc:docMk/>
            <pc:sldMk cId="415217203" sldId="750"/>
            <ac:spMk id="3" creationId="{835A6E05-8D7F-49D0-B580-39C0CD091E83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5" creationId="{8713857A-F503-B01D-28EC-91B43E472197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9" creationId="{4FB711A6-8772-186D-584F-3E2B46A2066E}"/>
          </ac:spMkLst>
        </pc:spChg>
        <pc:spChg chg="add del mod">
          <ac:chgData name="이민재" userId="f97f16f7-28a5-49bd-9e05-fb3ef63d7997" providerId="ADAL" clId="{58A5ADC8-0E2F-40B2-8112-135B68A073DB}" dt="2023-02-01T13:08:31.766" v="1178" actId="478"/>
          <ac:spMkLst>
            <pc:docMk/>
            <pc:sldMk cId="415217203" sldId="750"/>
            <ac:spMk id="10" creationId="{F5E1AA4B-E5CF-069B-B6C0-DB19905597D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3" creationId="{7C4243CD-51AF-B7B3-9F23-98BBB779EC26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6" creationId="{64194F4D-D325-B0DC-3AD2-B71FE500F57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9" creationId="{F17E44DC-F518-58C3-D8F1-786A8844EF1A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2" creationId="{C8A7AF44-14B5-4787-DCC8-A442E02D696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3" creationId="{F32D83E0-9EAF-CDE0-1573-8F4B1C0AFCC5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4" creationId="{6E5DB998-BBAD-BB2D-D302-11EC923F76C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5" creationId="{EA4DA2F7-6D1C-BB22-CB34-E056CCFFB577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29" creationId="{3D82B947-8E81-FC46-FD38-7FFA46FAA344}"/>
          </ac:spMkLst>
        </pc:spChg>
        <pc:spChg chg="add del mod">
          <ac:chgData name="이민재" userId="f97f16f7-28a5-49bd-9e05-fb3ef63d7997" providerId="ADAL" clId="{58A5ADC8-0E2F-40B2-8112-135B68A073DB}" dt="2023-02-01T14:56:38.477" v="2022" actId="478"/>
          <ac:spMkLst>
            <pc:docMk/>
            <pc:sldMk cId="415217203" sldId="750"/>
            <ac:spMk id="30" creationId="{58B86146-A6F3-56C6-77B8-70900720946F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1" creationId="{0045930B-6D2D-BBA6-2BA7-976486CE7BB3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2" creationId="{4840985D-5D43-EF20-8E5F-A57E38F7B572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3" creationId="{35D93FAD-4936-A458-B286-67598BA2DA28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4" creationId="{77268771-A03C-55BA-6357-5BB55F0F20A3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5" creationId="{5979309A-524C-AC3D-9C70-DAB8ED826436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6" creationId="{6FC71AA4-2748-1BCC-DA2F-2E1EDD9F2655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7" creationId="{51EFAA1E-4087-FA6D-AD47-EB9721A55EE6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38" creationId="{6C659EAD-71AF-A57C-DB8E-03F6B95D3B08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39" creationId="{6A8244CD-04E9-8AFC-41AB-0810A72A4653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0" creationId="{C10EC445-255A-F084-A7EB-4D73E3A91CDE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1" creationId="{8743C851-63F4-BB96-C28A-9B62AAD277D2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2" creationId="{87783266-0342-624E-5C97-CCE006D346D7}"/>
          </ac:spMkLst>
        </pc:spChg>
        <pc:spChg chg="add del">
          <ac:chgData name="이민재" userId="f97f16f7-28a5-49bd-9e05-fb3ef63d7997" providerId="ADAL" clId="{58A5ADC8-0E2F-40B2-8112-135B68A073DB}" dt="2023-02-01T19:33:26.391" v="3186" actId="11529"/>
          <ac:spMkLst>
            <pc:docMk/>
            <pc:sldMk cId="415217203" sldId="750"/>
            <ac:spMk id="43" creationId="{225E8FF2-5276-05A1-DD5C-C28ED4362685}"/>
          </ac:spMkLst>
        </pc:spChg>
        <pc:spChg chg="add mod">
          <ac:chgData name="이민재" userId="f97f16f7-28a5-49bd-9e05-fb3ef63d7997" providerId="ADAL" clId="{58A5ADC8-0E2F-40B2-8112-135B68A073DB}" dt="2023-02-02T04:14:10.873" v="6636" actId="692"/>
          <ac:spMkLst>
            <pc:docMk/>
            <pc:sldMk cId="415217203" sldId="750"/>
            <ac:spMk id="44" creationId="{B104E94B-FC32-F2B8-ACFE-B404A490FF42}"/>
          </ac:spMkLst>
        </pc:sp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6" creationId="{83E56EBF-9F0D-0DF3-F1F3-A11337D47FEB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7" creationId="{5F38B6F7-9444-9442-80A3-3CBCB7EA8934}"/>
          </ac:graphicFrameMkLst>
        </pc:graphicFrameChg>
        <pc:graphicFrameChg chg="add del mod">
          <ac:chgData name="이민재" userId="f97f16f7-28a5-49bd-9e05-fb3ef63d7997" providerId="ADAL" clId="{58A5ADC8-0E2F-40B2-8112-135B68A073DB}" dt="2023-02-01T13:08:35.576" v="1180" actId="478"/>
          <ac:graphicFrameMkLst>
            <pc:docMk/>
            <pc:sldMk cId="415217203" sldId="750"/>
            <ac:graphicFrameMk id="11" creationId="{59897F11-B3FF-C120-1628-65674A9082CA}"/>
          </ac:graphicFrameMkLst>
        </pc:graphicFrameChg>
        <pc:graphicFrameChg chg="add del mod">
          <ac:chgData name="이민재" userId="f97f16f7-28a5-49bd-9e05-fb3ef63d7997" providerId="ADAL" clId="{58A5ADC8-0E2F-40B2-8112-135B68A073DB}" dt="2023-02-01T13:08:34.167" v="1179" actId="478"/>
          <ac:graphicFrameMkLst>
            <pc:docMk/>
            <pc:sldMk cId="415217203" sldId="750"/>
            <ac:graphicFrameMk id="12" creationId="{7764724F-EA5A-65B9-B742-06C9CC4D7178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4" creationId="{7216310D-741C-081F-F52C-7FC1665D186B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5" creationId="{6C3F4504-B47B-59B0-16DB-6C72B0149039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7" creationId="{2D1BCA12-8EF9-A2B3-C624-C3EA51479F2C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8" creationId="{3C0BF2A3-6471-8A84-E7B1-8A47D7E3329B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20" creationId="{89816BDB-018F-A80D-3DD9-E90750DC65E2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21" creationId="{3D6E8A78-2012-9D5C-10E2-6069D4F77A5D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7:06.570" v="3313" actId="1038"/>
          <ac:graphicFrameMkLst>
            <pc:docMk/>
            <pc:sldMk cId="415217203" sldId="750"/>
            <ac:graphicFrameMk id="26" creationId="{E2AA1107-3CD6-9B81-1880-5913E8480DB6}"/>
          </ac:graphicFrameMkLst>
        </pc:graphicFrameChg>
        <pc:graphicFrameChg chg="add mod">
          <ac:chgData name="이민재" userId="f97f16f7-28a5-49bd-9e05-fb3ef63d7997" providerId="ADAL" clId="{58A5ADC8-0E2F-40B2-8112-135B68A073DB}" dt="2023-02-01T13:35:25.107" v="1444" actId="571"/>
          <ac:graphicFrameMkLst>
            <pc:docMk/>
            <pc:sldMk cId="415217203" sldId="750"/>
            <ac:graphicFrameMk id="27" creationId="{DFFEE365-8CBD-8180-CF34-357544A8BAAE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7:06.570" v="3313" actId="1038"/>
          <ac:graphicFrameMkLst>
            <pc:docMk/>
            <pc:sldMk cId="415217203" sldId="750"/>
            <ac:graphicFrameMk id="28" creationId="{C762A8EA-8F28-59B3-2090-6CB9CC4D1CF9}"/>
          </ac:graphicFrameMkLst>
        </pc:graphicFrameChg>
        <pc:picChg chg="add del mod">
          <ac:chgData name="이민재" userId="f97f16f7-28a5-49bd-9e05-fb3ef63d7997" providerId="ADAL" clId="{58A5ADC8-0E2F-40B2-8112-135B68A073DB}" dt="2023-02-01T13:09:13.581" v="1189" actId="478"/>
          <ac:picMkLst>
            <pc:docMk/>
            <pc:sldMk cId="415217203" sldId="750"/>
            <ac:picMk id="1026" creationId="{DAF6BE2B-6AC1-5BCF-8360-9285B60DC61E}"/>
          </ac:picMkLst>
        </pc:picChg>
        <pc:cxnChg chg="add mod">
          <ac:chgData name="이민재" userId="f97f16f7-28a5-49bd-9e05-fb3ef63d7997" providerId="ADAL" clId="{58A5ADC8-0E2F-40B2-8112-135B68A073DB}" dt="2023-02-02T04:14:10.873" v="6636" actId="692"/>
          <ac:cxnSpMkLst>
            <pc:docMk/>
            <pc:sldMk cId="415217203" sldId="750"/>
            <ac:cxnSpMk id="46" creationId="{6CAE93D7-7819-8B00-BE99-14466929A4EC}"/>
          </ac:cxnSpMkLst>
        </pc:cxnChg>
        <pc:cxnChg chg="add mod">
          <ac:chgData name="이민재" userId="f97f16f7-28a5-49bd-9e05-fb3ef63d7997" providerId="ADAL" clId="{58A5ADC8-0E2F-40B2-8112-135B68A073DB}" dt="2023-02-02T04:14:10.873" v="6636" actId="692"/>
          <ac:cxnSpMkLst>
            <pc:docMk/>
            <pc:sldMk cId="415217203" sldId="750"/>
            <ac:cxnSpMk id="47" creationId="{0AAE8024-7619-E590-22F7-5C518B6E5D7E}"/>
          </ac:cxnSpMkLst>
        </pc:cxnChg>
      </pc:sldChg>
      <pc:sldChg chg="modSp mod">
        <pc:chgData name="이민재" userId="f97f16f7-28a5-49bd-9e05-fb3ef63d7997" providerId="ADAL" clId="{58A5ADC8-0E2F-40B2-8112-135B68A073DB}" dt="2023-02-02T04:38:45.166" v="7458" actId="6549"/>
        <pc:sldMkLst>
          <pc:docMk/>
          <pc:sldMk cId="1657473158" sldId="751"/>
        </pc:sldMkLst>
        <pc:spChg chg="mod">
          <ac:chgData name="이민재" userId="f97f16f7-28a5-49bd-9e05-fb3ef63d7997" providerId="ADAL" clId="{58A5ADC8-0E2F-40B2-8112-135B68A073DB}" dt="2023-02-02T04:38:45.166" v="7458" actId="6549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new add del mod">
        <pc:chgData name="이민재" userId="f97f16f7-28a5-49bd-9e05-fb3ef63d7997" providerId="ADAL" clId="{58A5ADC8-0E2F-40B2-8112-135B68A073DB}" dt="2023-02-02T04:44:46.774" v="7471" actId="20577"/>
        <pc:sldMkLst>
          <pc:docMk/>
          <pc:sldMk cId="3918070944" sldId="752"/>
        </pc:sldMkLst>
        <pc:spChg chg="mod">
          <ac:chgData name="이민재" userId="f97f16f7-28a5-49bd-9e05-fb3ef63d7997" providerId="ADAL" clId="{58A5ADC8-0E2F-40B2-8112-135B68A073DB}" dt="2023-02-01T13:46:58.337" v="1513"/>
          <ac:spMkLst>
            <pc:docMk/>
            <pc:sldMk cId="3918070944" sldId="752"/>
            <ac:spMk id="2" creationId="{503E44F9-1B37-51D2-7B53-8A266EE4A404}"/>
          </ac:spMkLst>
        </pc:spChg>
        <pc:spChg chg="mod">
          <ac:chgData name="이민재" userId="f97f16f7-28a5-49bd-9e05-fb3ef63d7997" providerId="ADAL" clId="{58A5ADC8-0E2F-40B2-8112-135B68A073DB}" dt="2023-02-02T04:34:51.550" v="7096" actId="20577"/>
          <ac:spMkLst>
            <pc:docMk/>
            <pc:sldMk cId="3918070944" sldId="752"/>
            <ac:spMk id="3" creationId="{25B65D38-C6AB-98C3-EE6F-9D58B28D53E5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5" creationId="{D354BD38-ED85-9AB4-755F-960645FA955F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8" creationId="{22B6C071-C310-B4C5-C587-BB4B73322597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9" creationId="{9D291F88-ED5C-4AA7-6C8A-F15F59B2F4A1}"/>
          </ac:spMkLst>
        </pc:spChg>
        <pc:spChg chg="add del mod">
          <ac:chgData name="이민재" userId="f97f16f7-28a5-49bd-9e05-fb3ef63d7997" providerId="ADAL" clId="{58A5ADC8-0E2F-40B2-8112-135B68A073DB}" dt="2023-02-02T03:28:04.200" v="6418"/>
          <ac:spMkLst>
            <pc:docMk/>
            <pc:sldMk cId="3918070944" sldId="752"/>
            <ac:spMk id="10" creationId="{59DEDDCF-7CAB-0F18-9BBF-1DA34A2FF934}"/>
          </ac:spMkLst>
        </pc:spChg>
        <pc:spChg chg="add mod">
          <ac:chgData name="이민재" userId="f97f16f7-28a5-49bd-9e05-fb3ef63d7997" providerId="ADAL" clId="{58A5ADC8-0E2F-40B2-8112-135B68A073DB}" dt="2023-02-02T04:44:30.668" v="7460" actId="1076"/>
          <ac:spMkLst>
            <pc:docMk/>
            <pc:sldMk cId="3918070944" sldId="752"/>
            <ac:spMk id="11" creationId="{03D9F0C2-00A5-5408-9027-51AFA5459023}"/>
          </ac:spMkLst>
        </pc:spChg>
        <pc:graphicFrameChg chg="add del mod modGraphic">
          <ac:chgData name="이민재" userId="f97f16f7-28a5-49bd-9e05-fb3ef63d7997" providerId="ADAL" clId="{58A5ADC8-0E2F-40B2-8112-135B68A073DB}" dt="2023-02-02T03:11:49.705" v="6349" actId="478"/>
          <ac:graphicFrameMkLst>
            <pc:docMk/>
            <pc:sldMk cId="3918070944" sldId="752"/>
            <ac:graphicFrameMk id="5" creationId="{DBF4141A-80B7-BB47-7DF5-6113F2D89A02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44:46.774" v="7471" actId="20577"/>
          <ac:graphicFrameMkLst>
            <pc:docMk/>
            <pc:sldMk cId="3918070944" sldId="752"/>
            <ac:graphicFrameMk id="6" creationId="{29F4C031-869F-5852-A194-5D490CEDB36D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36:28.937" v="7167" actId="1035"/>
          <ac:graphicFrameMkLst>
            <pc:docMk/>
            <pc:sldMk cId="3918070944" sldId="752"/>
            <ac:graphicFrameMk id="7" creationId="{F7B69E93-B18F-F3F0-410E-13A5AE5FB006}"/>
          </ac:graphicFrameMkLst>
        </pc:graphicFrameChg>
      </pc:sldChg>
      <pc:sldChg chg="addSp delSp modSp add mod">
        <pc:chgData name="이민재" userId="f97f16f7-28a5-49bd-9e05-fb3ef63d7997" providerId="ADAL" clId="{58A5ADC8-0E2F-40B2-8112-135B68A073DB}" dt="2023-02-02T04:27:21.684" v="6947" actId="1035"/>
        <pc:sldMkLst>
          <pc:docMk/>
          <pc:sldMk cId="2568391732" sldId="753"/>
        </pc:sldMkLst>
        <pc:spChg chg="mod">
          <ac:chgData name="이민재" userId="f97f16f7-28a5-49bd-9e05-fb3ef63d7997" providerId="ADAL" clId="{58A5ADC8-0E2F-40B2-8112-135B68A073DB}" dt="2023-02-01T19:39:16.961" v="3370" actId="20577"/>
          <ac:spMkLst>
            <pc:docMk/>
            <pc:sldMk cId="2568391732" sldId="753"/>
            <ac:spMk id="2" creationId="{503E44F9-1B37-51D2-7B53-8A266EE4A404}"/>
          </ac:spMkLst>
        </pc:spChg>
        <pc:spChg chg="mod">
          <ac:chgData name="이민재" userId="f97f16f7-28a5-49bd-9e05-fb3ef63d7997" providerId="ADAL" clId="{58A5ADC8-0E2F-40B2-8112-135B68A073DB}" dt="2023-02-02T04:11:26.681" v="6584" actId="1076"/>
          <ac:spMkLst>
            <pc:docMk/>
            <pc:sldMk cId="2568391732" sldId="753"/>
            <ac:spMk id="3" creationId="{25B65D38-C6AB-98C3-EE6F-9D58B28D53E5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6" creationId="{7CEC7683-B77B-9F0C-A826-0906914B244A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7" creationId="{6C325F66-08D2-B7D2-A6FA-B7F261C8102C}"/>
          </ac:spMkLst>
        </pc:spChg>
        <pc:spChg chg="add del mod">
          <ac:chgData name="이민재" userId="f97f16f7-28a5-49bd-9e05-fb3ef63d7997" providerId="ADAL" clId="{58A5ADC8-0E2F-40B2-8112-135B68A073DB}" dt="2023-02-01T20:54:12.947" v="5042" actId="478"/>
          <ac:spMkLst>
            <pc:docMk/>
            <pc:sldMk cId="2568391732" sldId="753"/>
            <ac:spMk id="7" creationId="{F89D2970-6AF2-9D65-19F1-FB69E0BEBCC1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8" creationId="{C9F26968-EBF3-68ED-E912-024BFC0C140D}"/>
          </ac:spMkLst>
        </pc:spChg>
        <pc:spChg chg="add del mod">
          <ac:chgData name="이민재" userId="f97f16f7-28a5-49bd-9e05-fb3ef63d7997" providerId="ADAL" clId="{58A5ADC8-0E2F-40B2-8112-135B68A073DB}" dt="2023-02-01T20:53:54.496" v="5037" actId="478"/>
          <ac:spMkLst>
            <pc:docMk/>
            <pc:sldMk cId="2568391732" sldId="753"/>
            <ac:spMk id="9" creationId="{2F26D491-07E3-1004-0DE3-F054019C7ADA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9" creationId="{45E88CE4-282E-AB83-CF71-BE1D04412421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0" creationId="{B70BA720-F89C-C522-DD49-D681739EE01F}"/>
          </ac:spMkLst>
        </pc:spChg>
        <pc:spChg chg="add del mod">
          <ac:chgData name="이민재" userId="f97f16f7-28a5-49bd-9e05-fb3ef63d7997" providerId="ADAL" clId="{58A5ADC8-0E2F-40B2-8112-135B68A073DB}" dt="2023-02-01T21:04:09.383" v="5751" actId="478"/>
          <ac:spMkLst>
            <pc:docMk/>
            <pc:sldMk cId="2568391732" sldId="753"/>
            <ac:spMk id="12" creationId="{37AD856C-175A-F2D6-1244-73E55743463E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2" creationId="{5B4777DB-4FD3-E3A2-2846-713C6667D13D}"/>
          </ac:spMkLst>
        </pc:spChg>
        <pc:spChg chg="add mod">
          <ac:chgData name="이민재" userId="f97f16f7-28a5-49bd-9e05-fb3ef63d7997" providerId="ADAL" clId="{58A5ADC8-0E2F-40B2-8112-135B68A073DB}" dt="2023-02-02T04:25:54.914" v="6913" actId="21"/>
          <ac:spMkLst>
            <pc:docMk/>
            <pc:sldMk cId="2568391732" sldId="753"/>
            <ac:spMk id="13" creationId="{F9DAA0EE-0D18-58B9-0522-E9C31D3BB201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4" creationId="{5B0BBF60-B77F-375F-58AD-3380A20F1215}"/>
          </ac:spMkLst>
        </pc:spChg>
        <pc:spChg chg="add del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5" creationId="{16531FE8-1592-5ED9-763C-204B14A799F7}"/>
          </ac:spMkLst>
        </pc:spChg>
        <pc:spChg chg="add del mod">
          <ac:chgData name="이민재" userId="f97f16f7-28a5-49bd-9e05-fb3ef63d7997" providerId="ADAL" clId="{58A5ADC8-0E2F-40B2-8112-135B68A073DB}" dt="2023-02-01T21:09:34.710" v="5995" actId="478"/>
          <ac:spMkLst>
            <pc:docMk/>
            <pc:sldMk cId="2568391732" sldId="753"/>
            <ac:spMk id="16" creationId="{72EE7BFC-9CE3-CD29-F14E-5EF86F1EFD35}"/>
          </ac:spMkLst>
        </pc:spChg>
        <pc:spChg chg="add del mod">
          <ac:chgData name="이민재" userId="f97f16f7-28a5-49bd-9e05-fb3ef63d7997" providerId="ADAL" clId="{58A5ADC8-0E2F-40B2-8112-135B68A073DB}" dt="2023-02-01T21:09:34.710" v="5995" actId="478"/>
          <ac:spMkLst>
            <pc:docMk/>
            <pc:sldMk cId="2568391732" sldId="753"/>
            <ac:spMk id="17" creationId="{C65A94AC-282B-5111-A7D7-F96820E7C5A5}"/>
          </ac:spMkLst>
        </pc:spChg>
        <pc:spChg chg="add mod">
          <ac:chgData name="이민재" userId="f97f16f7-28a5-49bd-9e05-fb3ef63d7997" providerId="ADAL" clId="{58A5ADC8-0E2F-40B2-8112-135B68A073DB}" dt="2023-02-02T04:12:59.333" v="6627" actId="1076"/>
          <ac:spMkLst>
            <pc:docMk/>
            <pc:sldMk cId="2568391732" sldId="753"/>
            <ac:spMk id="18" creationId="{F225B0E6-1BBA-186E-836C-F8B46AE8D85F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20" creationId="{8996600C-615A-0715-888B-AB88871E149B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21" creationId="{F3D0578C-CA4B-566C-7FFF-EBE9FDCB7084}"/>
          </ac:spMkLst>
        </pc:spChg>
        <pc:spChg chg="add mod">
          <ac:chgData name="이민재" userId="f97f16f7-28a5-49bd-9e05-fb3ef63d7997" providerId="ADAL" clId="{58A5ADC8-0E2F-40B2-8112-135B68A073DB}" dt="2023-02-02T04:14:18.592" v="6637" actId="14100"/>
          <ac:spMkLst>
            <pc:docMk/>
            <pc:sldMk cId="2568391732" sldId="753"/>
            <ac:spMk id="25" creationId="{778C47C7-72AA-9A48-9F0C-C3A673D7C4FA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26" creationId="{73A33743-323D-F4C7-1E4C-F8A7D540856A}"/>
          </ac:spMkLst>
        </pc:spChg>
        <pc:spChg chg="add mod">
          <ac:chgData name="이민재" userId="f97f16f7-28a5-49bd-9e05-fb3ef63d7997" providerId="ADAL" clId="{58A5ADC8-0E2F-40B2-8112-135B68A073DB}" dt="2023-02-02T04:27:21.684" v="6947" actId="1035"/>
          <ac:spMkLst>
            <pc:docMk/>
            <pc:sldMk cId="2568391732" sldId="753"/>
            <ac:spMk id="27" creationId="{B03512C4-67DC-5575-55D2-DA868FE7547B}"/>
          </ac:spMkLst>
        </pc:spChg>
        <pc:graphicFrameChg chg="add mod modGraphic">
          <ac:chgData name="이민재" userId="f97f16f7-28a5-49bd-9e05-fb3ef63d7997" providerId="ADAL" clId="{58A5ADC8-0E2F-40B2-8112-135B68A073DB}" dt="2023-02-02T04:11:23.898" v="6582" actId="1035"/>
          <ac:graphicFrameMkLst>
            <pc:docMk/>
            <pc:sldMk cId="2568391732" sldId="753"/>
            <ac:graphicFrameMk id="5" creationId="{5F1F7B51-976C-E289-2A4A-BCA818748423}"/>
          </ac:graphicFrameMkLst>
        </pc:graphicFrameChg>
        <pc:graphicFrameChg chg="add mod">
          <ac:chgData name="이민재" userId="f97f16f7-28a5-49bd-9e05-fb3ef63d7997" providerId="ADAL" clId="{58A5ADC8-0E2F-40B2-8112-135B68A073DB}" dt="2023-02-01T20:52:17.149" v="4997" actId="571"/>
          <ac:graphicFrameMkLst>
            <pc:docMk/>
            <pc:sldMk cId="2568391732" sldId="753"/>
            <ac:graphicFrameMk id="6" creationId="{D7DB1B0F-2127-7DEC-FF79-D815DA6FDA51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27:14.691" v="6944" actId="1038"/>
          <ac:graphicFrameMkLst>
            <pc:docMk/>
            <pc:sldMk cId="2568391732" sldId="753"/>
            <ac:graphicFrameMk id="11" creationId="{6AE1EC64-6EFD-A074-47FA-93866C85A289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2:59.333" v="6627" actId="1076"/>
          <ac:graphicFrameMkLst>
            <pc:docMk/>
            <pc:sldMk cId="2568391732" sldId="753"/>
            <ac:graphicFrameMk id="16" creationId="{DD333AD0-83E9-1F49-62B7-FBF0B404B675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2:59.333" v="6627" actId="1076"/>
          <ac:graphicFrameMkLst>
            <pc:docMk/>
            <pc:sldMk cId="2568391732" sldId="753"/>
            <ac:graphicFrameMk id="17" creationId="{92BF7B0A-1486-3AC5-45D1-56D17C6545B0}"/>
          </ac:graphicFrameMkLst>
        </pc:graphicFrameChg>
        <pc:graphicFrameChg chg="add del mod modGraphic">
          <ac:chgData name="이민재" userId="f97f16f7-28a5-49bd-9e05-fb3ef63d7997" providerId="ADAL" clId="{58A5ADC8-0E2F-40B2-8112-135B68A073DB}" dt="2023-02-01T21:10:28.393" v="6024" actId="478"/>
          <ac:graphicFrameMkLst>
            <pc:docMk/>
            <pc:sldMk cId="2568391732" sldId="753"/>
            <ac:graphicFrameMk id="18" creationId="{684F1E96-7E0D-FB38-6EA5-0777967E25A7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1:23.898" v="6582" actId="1035"/>
          <ac:graphicFrameMkLst>
            <pc:docMk/>
            <pc:sldMk cId="2568391732" sldId="753"/>
            <ac:graphicFrameMk id="19" creationId="{51667DE9-F1C6-CDCB-82CE-33C163F38828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27:14.691" v="6944" actId="1038"/>
          <ac:graphicFrameMkLst>
            <pc:docMk/>
            <pc:sldMk cId="2568391732" sldId="753"/>
            <ac:graphicFrameMk id="22" creationId="{F0D97DD1-4996-B360-4031-557273AC2790}"/>
          </ac:graphicFrameMkLst>
        </pc:graphicFrameChg>
        <pc:cxnChg chg="add mod">
          <ac:chgData name="이민재" userId="f97f16f7-28a5-49bd-9e05-fb3ef63d7997" providerId="ADAL" clId="{58A5ADC8-0E2F-40B2-8112-135B68A073DB}" dt="2023-02-02T04:13:12.923" v="6629" actId="692"/>
          <ac:cxnSpMkLst>
            <pc:docMk/>
            <pc:sldMk cId="2568391732" sldId="753"/>
            <ac:cxnSpMk id="24" creationId="{F4CA81D0-F977-155E-7DAF-6C26F4B65A44}"/>
          </ac:cxnSpMkLst>
        </pc:cxnChg>
      </pc:sldChg>
      <pc:sldChg chg="addSp delSp modSp add del mod">
        <pc:chgData name="이민재" userId="f97f16f7-28a5-49bd-9e05-fb3ef63d7997" providerId="ADAL" clId="{58A5ADC8-0E2F-40B2-8112-135B68A073DB}" dt="2023-02-02T04:08:20.030" v="6510" actId="47"/>
        <pc:sldMkLst>
          <pc:docMk/>
          <pc:sldMk cId="2389463271" sldId="754"/>
        </pc:sldMkLst>
        <pc:spChg chg="mod">
          <ac:chgData name="이민재" userId="f97f16f7-28a5-49bd-9e05-fb3ef63d7997" providerId="ADAL" clId="{58A5ADC8-0E2F-40B2-8112-135B68A073DB}" dt="2023-02-02T03:04:55.612" v="6290" actId="20577"/>
          <ac:spMkLst>
            <pc:docMk/>
            <pc:sldMk cId="2389463271" sldId="754"/>
            <ac:spMk id="3" creationId="{25B65D38-C6AB-98C3-EE6F-9D58B28D53E5}"/>
          </ac:spMkLst>
        </pc:spChg>
        <pc:graphicFrameChg chg="del mod modGraphic">
          <ac:chgData name="이민재" userId="f97f16f7-28a5-49bd-9e05-fb3ef63d7997" providerId="ADAL" clId="{58A5ADC8-0E2F-40B2-8112-135B68A073DB}" dt="2023-02-02T03:11:55.409" v="6350" actId="21"/>
          <ac:graphicFrameMkLst>
            <pc:docMk/>
            <pc:sldMk cId="2389463271" sldId="754"/>
            <ac:graphicFrameMk id="5" creationId="{DBF4141A-80B7-BB47-7DF5-6113F2D89A02}"/>
          </ac:graphicFrameMkLst>
        </pc:graphicFrameChg>
        <pc:graphicFrameChg chg="add del mod">
          <ac:chgData name="이민재" userId="f97f16f7-28a5-49bd-9e05-fb3ef63d7997" providerId="ADAL" clId="{58A5ADC8-0E2F-40B2-8112-135B68A073DB}" dt="2023-02-02T03:05:17.662" v="6297" actId="478"/>
          <ac:graphicFrameMkLst>
            <pc:docMk/>
            <pc:sldMk cId="2389463271" sldId="754"/>
            <ac:graphicFrameMk id="6" creationId="{669D3C4F-3601-3EDD-10AB-542089C84FDF}"/>
          </ac:graphicFrameMkLst>
        </pc:graphicFrameChg>
        <pc:graphicFrameChg chg="add del mod modGraphic">
          <ac:chgData name="이민재" userId="f97f16f7-28a5-49bd-9e05-fb3ef63d7997" providerId="ADAL" clId="{58A5ADC8-0E2F-40B2-8112-135B68A073DB}" dt="2023-02-02T03:11:55.409" v="6350" actId="21"/>
          <ac:graphicFrameMkLst>
            <pc:docMk/>
            <pc:sldMk cId="2389463271" sldId="754"/>
            <ac:graphicFrameMk id="7" creationId="{BBBD6092-E041-3001-4D74-739991D7CFA8}"/>
          </ac:graphicFrameMkLst>
        </pc:graphicFrameChg>
      </pc:sldChg>
    </pc:docChg>
  </pc:docChgLst>
  <pc:docChgLst>
    <pc:chgData name="이민재" userId="f97f16f7-28a5-49bd-9e05-fb3ef63d7997" providerId="ADAL" clId="{AC294186-EC34-4A6D-9784-5BEFDBC28881}"/>
    <pc:docChg chg="undo redo custSel addSld modSld">
      <pc:chgData name="이민재" userId="f97f16f7-28a5-49bd-9e05-fb3ef63d7997" providerId="ADAL" clId="{AC294186-EC34-4A6D-9784-5BEFDBC28881}" dt="2023-07-27T18:56:16.895" v="683" actId="20577"/>
      <pc:docMkLst>
        <pc:docMk/>
      </pc:docMkLst>
      <pc:sldChg chg="delSp modSp mod">
        <pc:chgData name="이민재" userId="f97f16f7-28a5-49bd-9e05-fb3ef63d7997" providerId="ADAL" clId="{AC294186-EC34-4A6D-9784-5BEFDBC28881}" dt="2023-07-27T18:48:45.187" v="488" actId="21"/>
        <pc:sldMkLst>
          <pc:docMk/>
          <pc:sldMk cId="3940958460" sldId="822"/>
        </pc:sldMkLst>
        <pc:spChg chg="mod">
          <ac:chgData name="이민재" userId="f97f16f7-28a5-49bd-9e05-fb3ef63d7997" providerId="ADAL" clId="{AC294186-EC34-4A6D-9784-5BEFDBC28881}" dt="2023-07-26T17:22:10.648" v="16" actId="20577"/>
          <ac:spMkLst>
            <pc:docMk/>
            <pc:sldMk cId="3940958460" sldId="822"/>
            <ac:spMk id="2" creationId="{79538F64-5CD1-588E-67EF-F69D616D2F60}"/>
          </ac:spMkLst>
        </pc:spChg>
        <pc:spChg chg="mod">
          <ac:chgData name="이민재" userId="f97f16f7-28a5-49bd-9e05-fb3ef63d7997" providerId="ADAL" clId="{AC294186-EC34-4A6D-9784-5BEFDBC28881}" dt="2023-07-27T18:48:04.528" v="486" actId="20577"/>
          <ac:spMkLst>
            <pc:docMk/>
            <pc:sldMk cId="3940958460" sldId="822"/>
            <ac:spMk id="3" creationId="{73D2A215-B96D-E5C8-2AB0-4FC8C041B46E}"/>
          </ac:spMkLst>
        </pc:spChg>
        <pc:picChg chg="mod">
          <ac:chgData name="이민재" userId="f97f16f7-28a5-49bd-9e05-fb3ef63d7997" providerId="ADAL" clId="{AC294186-EC34-4A6D-9784-5BEFDBC28881}" dt="2023-07-27T18:46:24.294" v="332" actId="14100"/>
          <ac:picMkLst>
            <pc:docMk/>
            <pc:sldMk cId="3940958460" sldId="822"/>
            <ac:picMk id="6" creationId="{40507B69-83CE-A873-8366-E842C4ED8556}"/>
          </ac:picMkLst>
        </pc:picChg>
        <pc:picChg chg="del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8" creationId="{3BD892DA-A334-94B1-B2ED-C126138997BD}"/>
          </ac:picMkLst>
        </pc:picChg>
        <pc:picChg chg="del mod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10" creationId="{BA463261-5E7B-72CE-6688-551CD304D4BB}"/>
          </ac:picMkLst>
        </pc:picChg>
        <pc:picChg chg="del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11" creationId="{D254EF60-4DE2-D70E-B0EE-F3B3B489CD23}"/>
          </ac:picMkLst>
        </pc:picChg>
      </pc:sldChg>
      <pc:sldChg chg="addSp delSp modSp mod">
        <pc:chgData name="이민재" userId="f97f16f7-28a5-49bd-9e05-fb3ef63d7997" providerId="ADAL" clId="{AC294186-EC34-4A6D-9784-5BEFDBC28881}" dt="2023-07-27T18:51:36.179" v="529" actId="1076"/>
        <pc:sldMkLst>
          <pc:docMk/>
          <pc:sldMk cId="4171110279" sldId="823"/>
        </pc:sldMkLst>
        <pc:spChg chg="mod">
          <ac:chgData name="이민재" userId="f97f16f7-28a5-49bd-9e05-fb3ef63d7997" providerId="ADAL" clId="{AC294186-EC34-4A6D-9784-5BEFDBC28881}" dt="2023-07-27T18:43:27.173" v="195" actId="20577"/>
          <ac:spMkLst>
            <pc:docMk/>
            <pc:sldMk cId="4171110279" sldId="823"/>
            <ac:spMk id="3" creationId="{73D2A215-B96D-E5C8-2AB0-4FC8C041B46E}"/>
          </ac:spMkLst>
        </pc:spChg>
        <pc:spChg chg="add mod">
          <ac:chgData name="이민재" userId="f97f16f7-28a5-49bd-9e05-fb3ef63d7997" providerId="ADAL" clId="{AC294186-EC34-4A6D-9784-5BEFDBC28881}" dt="2023-07-27T18:51:31.952" v="528" actId="164"/>
          <ac:spMkLst>
            <pc:docMk/>
            <pc:sldMk cId="4171110279" sldId="823"/>
            <ac:spMk id="7" creationId="{1B2030E0-4E1D-E69C-53B7-EF38E1911884}"/>
          </ac:spMkLst>
        </pc:spChg>
        <pc:grpChg chg="add mod">
          <ac:chgData name="이민재" userId="f97f16f7-28a5-49bd-9e05-fb3ef63d7997" providerId="ADAL" clId="{AC294186-EC34-4A6D-9784-5BEFDBC28881}" dt="2023-07-27T18:51:36.179" v="529" actId="1076"/>
          <ac:grpSpMkLst>
            <pc:docMk/>
            <pc:sldMk cId="4171110279" sldId="823"/>
            <ac:grpSpMk id="9" creationId="{906667AB-6638-30EC-E4B5-CF4640185999}"/>
          </ac:grpSpMkLst>
        </pc:grpChg>
        <pc:picChg chg="add mod modCrop">
          <ac:chgData name="이민재" userId="f97f16f7-28a5-49bd-9e05-fb3ef63d7997" providerId="ADAL" clId="{AC294186-EC34-4A6D-9784-5BEFDBC28881}" dt="2023-07-27T18:50:38.203" v="516" actId="1076"/>
          <ac:picMkLst>
            <pc:docMk/>
            <pc:sldMk cId="4171110279" sldId="823"/>
            <ac:picMk id="5" creationId="{546F6ABC-AFCC-D6ED-3CE3-C809B34C5CAE}"/>
          </ac:picMkLst>
        </pc:picChg>
        <pc:picChg chg="mod modCrop">
          <ac:chgData name="이민재" userId="f97f16f7-28a5-49bd-9e05-fb3ef63d7997" providerId="ADAL" clId="{AC294186-EC34-4A6D-9784-5BEFDBC28881}" dt="2023-07-27T18:51:31.952" v="528" actId="164"/>
          <ac:picMkLst>
            <pc:docMk/>
            <pc:sldMk cId="4171110279" sldId="823"/>
            <ac:picMk id="6" creationId="{823E7F25-6AE0-871A-F32A-7B4ACE225510}"/>
          </ac:picMkLst>
        </pc:picChg>
        <pc:picChg chg="mod modCrop">
          <ac:chgData name="이민재" userId="f97f16f7-28a5-49bd-9e05-fb3ef63d7997" providerId="ADAL" clId="{AC294186-EC34-4A6D-9784-5BEFDBC28881}" dt="2023-07-27T18:50:40.799" v="518" actId="1076"/>
          <ac:picMkLst>
            <pc:docMk/>
            <pc:sldMk cId="4171110279" sldId="823"/>
            <ac:picMk id="8" creationId="{ECC39E55-A1CB-0F22-6253-70448BF1A184}"/>
          </ac:picMkLst>
        </pc:picChg>
        <pc:picChg chg="del">
          <ac:chgData name="이민재" userId="f97f16f7-28a5-49bd-9e05-fb3ef63d7997" providerId="ADAL" clId="{AC294186-EC34-4A6D-9784-5BEFDBC28881}" dt="2023-07-27T18:49:55.308" v="502" actId="478"/>
          <ac:picMkLst>
            <pc:docMk/>
            <pc:sldMk cId="4171110279" sldId="823"/>
            <ac:picMk id="10" creationId="{7B72A749-6D35-295B-ECAF-D1AAD04C687D}"/>
          </ac:picMkLst>
        </pc:picChg>
        <pc:picChg chg="del">
          <ac:chgData name="이민재" userId="f97f16f7-28a5-49bd-9e05-fb3ef63d7997" providerId="ADAL" clId="{AC294186-EC34-4A6D-9784-5BEFDBC28881}" dt="2023-07-27T18:49:56.081" v="503" actId="478"/>
          <ac:picMkLst>
            <pc:docMk/>
            <pc:sldMk cId="4171110279" sldId="823"/>
            <ac:picMk id="12" creationId="{C91D48C3-3061-52F1-3393-82694E95CF45}"/>
          </ac:picMkLst>
        </pc:picChg>
        <pc:picChg chg="del mod">
          <ac:chgData name="이민재" userId="f97f16f7-28a5-49bd-9e05-fb3ef63d7997" providerId="ADAL" clId="{AC294186-EC34-4A6D-9784-5BEFDBC28881}" dt="2023-07-27T18:50:16.778" v="508" actId="478"/>
          <ac:picMkLst>
            <pc:docMk/>
            <pc:sldMk cId="4171110279" sldId="823"/>
            <ac:picMk id="14" creationId="{C50CA198-8861-404E-6B85-A4546BBB48F9}"/>
          </ac:picMkLst>
        </pc:picChg>
      </pc:sldChg>
      <pc:sldChg chg="addSp modSp mod">
        <pc:chgData name="이민재" userId="f97f16f7-28a5-49bd-9e05-fb3ef63d7997" providerId="ADAL" clId="{AC294186-EC34-4A6D-9784-5BEFDBC28881}" dt="2023-07-26T17:29:02.791" v="31" actId="207"/>
        <pc:sldMkLst>
          <pc:docMk/>
          <pc:sldMk cId="1784210782" sldId="824"/>
        </pc:sldMkLst>
        <pc:graphicFrameChg chg="add mod modGraphic">
          <ac:chgData name="이민재" userId="f97f16f7-28a5-49bd-9e05-fb3ef63d7997" providerId="ADAL" clId="{AC294186-EC34-4A6D-9784-5BEFDBC28881}" dt="2023-07-26T17:29:02.791" v="31" actId="207"/>
          <ac:graphicFrameMkLst>
            <pc:docMk/>
            <pc:sldMk cId="1784210782" sldId="824"/>
            <ac:graphicFrameMk id="2" creationId="{9C789E2A-ABA7-EABF-1B1D-23A8C09C155D}"/>
          </ac:graphicFrameMkLst>
        </pc:graphicFrameChg>
      </pc:sldChg>
      <pc:sldChg chg="addSp modSp mod">
        <pc:chgData name="이민재" userId="f97f16f7-28a5-49bd-9e05-fb3ef63d7997" providerId="ADAL" clId="{AC294186-EC34-4A6D-9784-5BEFDBC28881}" dt="2023-07-26T17:37:23.611" v="88" actId="207"/>
        <pc:sldMkLst>
          <pc:docMk/>
          <pc:sldMk cId="2693545210" sldId="825"/>
        </pc:sldMkLst>
        <pc:graphicFrameChg chg="add mod">
          <ac:chgData name="이민재" userId="f97f16f7-28a5-49bd-9e05-fb3ef63d7997" providerId="ADAL" clId="{AC294186-EC34-4A6D-9784-5BEFDBC28881}" dt="2023-07-26T17:30:36.369" v="37" actId="1076"/>
          <ac:graphicFrameMkLst>
            <pc:docMk/>
            <pc:sldMk cId="2693545210" sldId="825"/>
            <ac:graphicFrameMk id="8" creationId="{AB0B1326-963D-10F0-05C6-130CB420B4D4}"/>
          </ac:graphicFrameMkLst>
        </pc:graphicFrameChg>
        <pc:graphicFrameChg chg="add mod modGraphic">
          <ac:chgData name="이민재" userId="f97f16f7-28a5-49bd-9e05-fb3ef63d7997" providerId="ADAL" clId="{AC294186-EC34-4A6D-9784-5BEFDBC28881}" dt="2023-07-26T17:33:13.851" v="64" actId="207"/>
          <ac:graphicFrameMkLst>
            <pc:docMk/>
            <pc:sldMk cId="2693545210" sldId="825"/>
            <ac:graphicFrameMk id="32" creationId="{B0608818-2E3A-164A-721E-A344F1A51EA5}"/>
          </ac:graphicFrameMkLst>
        </pc:graphicFrameChg>
        <pc:graphicFrameChg chg="add mod modGraphic">
          <ac:chgData name="이민재" userId="f97f16f7-28a5-49bd-9e05-fb3ef63d7997" providerId="ADAL" clId="{AC294186-EC34-4A6D-9784-5BEFDBC28881}" dt="2023-07-26T17:37:23.611" v="88" actId="207"/>
          <ac:graphicFrameMkLst>
            <pc:docMk/>
            <pc:sldMk cId="2693545210" sldId="825"/>
            <ac:graphicFrameMk id="36" creationId="{AABCBEDD-7DC4-0507-E105-E1D29DD9B2A2}"/>
          </ac:graphicFrameMkLst>
        </pc:graphicFrameChg>
      </pc:sldChg>
      <pc:sldChg chg="modSp mod">
        <pc:chgData name="이민재" userId="f97f16f7-28a5-49bd-9e05-fb3ef63d7997" providerId="ADAL" clId="{AC294186-EC34-4A6D-9784-5BEFDBC28881}" dt="2023-07-27T18:56:16.895" v="683" actId="20577"/>
        <pc:sldMkLst>
          <pc:docMk/>
          <pc:sldMk cId="75514760" sldId="829"/>
        </pc:sldMkLst>
        <pc:spChg chg="mod">
          <ac:chgData name="이민재" userId="f97f16f7-28a5-49bd-9e05-fb3ef63d7997" providerId="ADAL" clId="{AC294186-EC34-4A6D-9784-5BEFDBC28881}" dt="2023-07-27T18:56:16.895" v="683" actId="20577"/>
          <ac:spMkLst>
            <pc:docMk/>
            <pc:sldMk cId="75514760" sldId="829"/>
            <ac:spMk id="3" creationId="{73D2A215-B96D-E5C8-2AB0-4FC8C041B46E}"/>
          </ac:spMkLst>
        </pc:spChg>
      </pc:sldChg>
      <pc:sldChg chg="addSp modSp add mod">
        <pc:chgData name="이민재" userId="f97f16f7-28a5-49bd-9e05-fb3ef63d7997" providerId="ADAL" clId="{AC294186-EC34-4A6D-9784-5BEFDBC28881}" dt="2023-07-27T18:49:47.255" v="501" actId="1076"/>
        <pc:sldMkLst>
          <pc:docMk/>
          <pc:sldMk cId="3704339697" sldId="834"/>
        </pc:sldMkLst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5" creationId="{5BD3E49C-B2CD-322C-BE98-7549AAA140D7}"/>
          </ac:picMkLst>
        </pc:picChg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6" creationId="{660BC000-6F7B-AB60-8109-269906C0DCCE}"/>
          </ac:picMkLst>
        </pc:picChg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7" creationId="{F68A5104-389A-00A3-AE70-AB11E276282C}"/>
          </ac:picMkLst>
        </pc:picChg>
        <pc:picChg chg="add mod">
          <ac:chgData name="이민재" userId="f97f16f7-28a5-49bd-9e05-fb3ef63d7997" providerId="ADAL" clId="{AC294186-EC34-4A6D-9784-5BEFDBC28881}" dt="2023-07-27T18:49:43.537" v="498" actId="1076"/>
          <ac:picMkLst>
            <pc:docMk/>
            <pc:sldMk cId="3704339697" sldId="834"/>
            <ac:picMk id="8" creationId="{FDC6DD6B-DC5F-BF84-DAD9-13486824364E}"/>
          </ac:picMkLst>
        </pc:picChg>
        <pc:picChg chg="add mod">
          <ac:chgData name="이민재" userId="f97f16f7-28a5-49bd-9e05-fb3ef63d7997" providerId="ADAL" clId="{AC294186-EC34-4A6D-9784-5BEFDBC28881}" dt="2023-07-27T18:49:47.255" v="501" actId="1076"/>
          <ac:picMkLst>
            <pc:docMk/>
            <pc:sldMk cId="3704339697" sldId="834"/>
            <ac:picMk id="9" creationId="{D19A2519-3AB9-CC69-681A-5066DB4BE1EC}"/>
          </ac:picMkLst>
        </pc:picChg>
        <pc:picChg chg="add mod">
          <ac:chgData name="이민재" userId="f97f16f7-28a5-49bd-9e05-fb3ef63d7997" providerId="ADAL" clId="{AC294186-EC34-4A6D-9784-5BEFDBC28881}" dt="2023-07-27T18:49:42.828" v="497" actId="1076"/>
          <ac:picMkLst>
            <pc:docMk/>
            <pc:sldMk cId="3704339697" sldId="834"/>
            <ac:picMk id="10" creationId="{5F3CEE47-14B2-A725-5706-3FA178DE6C61}"/>
          </ac:picMkLst>
        </pc:picChg>
        <pc:picChg chg="add mod">
          <ac:chgData name="이민재" userId="f97f16f7-28a5-49bd-9e05-fb3ef63d7997" providerId="ADAL" clId="{AC294186-EC34-4A6D-9784-5BEFDBC28881}" dt="2023-07-27T18:49:46.078" v="500" actId="1076"/>
          <ac:picMkLst>
            <pc:docMk/>
            <pc:sldMk cId="3704339697" sldId="834"/>
            <ac:picMk id="11" creationId="{4BA97F74-DDA1-6A47-A26C-F8DB0091A78B}"/>
          </ac:picMkLst>
        </pc:picChg>
        <pc:picChg chg="add mod">
          <ac:chgData name="이민재" userId="f97f16f7-28a5-49bd-9e05-fb3ef63d7997" providerId="ADAL" clId="{AC294186-EC34-4A6D-9784-5BEFDBC28881}" dt="2023-07-27T18:49:45.128" v="499" actId="1076"/>
          <ac:picMkLst>
            <pc:docMk/>
            <pc:sldMk cId="3704339697" sldId="834"/>
            <ac:picMk id="12" creationId="{2B78948E-E6D3-795A-4E3D-D092C526F7FA}"/>
          </ac:picMkLst>
        </pc:picChg>
      </pc:sldChg>
    </pc:docChg>
  </pc:docChgLst>
  <pc:docChgLst>
    <pc:chgData name="이민재" userId="f97f16f7-28a5-49bd-9e05-fb3ef63d7997" providerId="ADAL" clId="{CFF3FE3B-3C71-42D7-8143-BAE7B7A0A5A5}"/>
    <pc:docChg chg="undo redo custSel addSld delSld modSld sldOrd addSection delSection modSection">
      <pc:chgData name="이민재" userId="f97f16f7-28a5-49bd-9e05-fb3ef63d7997" providerId="ADAL" clId="{CFF3FE3B-3C71-42D7-8143-BAE7B7A0A5A5}" dt="2023-06-29T17:46:50.144" v="14011" actId="1037"/>
      <pc:docMkLst>
        <pc:docMk/>
      </pc:docMkLst>
      <pc:sldChg chg="modSp mod">
        <pc:chgData name="이민재" userId="f97f16f7-28a5-49bd-9e05-fb3ef63d7997" providerId="ADAL" clId="{CFF3FE3B-3C71-42D7-8143-BAE7B7A0A5A5}" dt="2023-06-29T17:17:12.169" v="12145" actId="20577"/>
        <pc:sldMkLst>
          <pc:docMk/>
          <pc:sldMk cId="1482395489" sldId="311"/>
        </pc:sldMkLst>
        <pc:spChg chg="mod">
          <ac:chgData name="이민재" userId="f97f16f7-28a5-49bd-9e05-fb3ef63d7997" providerId="ADAL" clId="{CFF3FE3B-3C71-42D7-8143-BAE7B7A0A5A5}" dt="2023-06-28T05:13:16.583" v="90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CFF3FE3B-3C71-42D7-8143-BAE7B7A0A5A5}" dt="2023-06-29T17:17:12.169" v="12145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CFF3FE3B-3C71-42D7-8143-BAE7B7A0A5A5}" dt="2023-06-28T05:12:44.980" v="40"/>
          <ac:spMkLst>
            <pc:docMk/>
            <pc:sldMk cId="1482395489" sldId="311"/>
            <ac:spMk id="4" creationId="{DB4E2EA9-68B3-450D-B960-48AAF0A85035}"/>
          </ac:spMkLst>
        </pc:spChg>
      </pc:sldChg>
      <pc:sldChg chg="modSp del mod ord">
        <pc:chgData name="이민재" userId="f97f16f7-28a5-49bd-9e05-fb3ef63d7997" providerId="ADAL" clId="{CFF3FE3B-3C71-42D7-8143-BAE7B7A0A5A5}" dt="2023-06-28T08:13:55.587" v="4695" actId="47"/>
        <pc:sldMkLst>
          <pc:docMk/>
          <pc:sldMk cId="849242627" sldId="797"/>
        </pc:sldMkLst>
        <pc:spChg chg="mod">
          <ac:chgData name="이민재" userId="f97f16f7-28a5-49bd-9e05-fb3ef63d7997" providerId="ADAL" clId="{CFF3FE3B-3C71-42D7-8143-BAE7B7A0A5A5}" dt="2023-06-28T05:13:53.802" v="135" actId="20577"/>
          <ac:spMkLst>
            <pc:docMk/>
            <pc:sldMk cId="849242627" sldId="797"/>
            <ac:spMk id="2" creationId="{87DCDCF5-727C-405F-A1C0-1E7FA145DD10}"/>
          </ac:spMkLst>
        </pc:spChg>
        <pc:spChg chg="mod">
          <ac:chgData name="이민재" userId="f97f16f7-28a5-49bd-9e05-fb3ef63d7997" providerId="ADAL" clId="{CFF3FE3B-3C71-42D7-8143-BAE7B7A0A5A5}" dt="2023-06-28T08:13:53.084" v="4694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addSp modSp new add del mod">
        <pc:chgData name="이민재" userId="f97f16f7-28a5-49bd-9e05-fb3ef63d7997" providerId="ADAL" clId="{CFF3FE3B-3C71-42D7-8143-BAE7B7A0A5A5}" dt="2023-06-28T08:03:13.561" v="3766" actId="47"/>
        <pc:sldMkLst>
          <pc:docMk/>
          <pc:sldMk cId="1145520355" sldId="798"/>
        </pc:sldMkLst>
        <pc:spChg chg="mod">
          <ac:chgData name="이민재" userId="f97f16f7-28a5-49bd-9e05-fb3ef63d7997" providerId="ADAL" clId="{CFF3FE3B-3C71-42D7-8143-BAE7B7A0A5A5}" dt="2023-06-28T06:43:33.780" v="1762" actId="20577"/>
          <ac:spMkLst>
            <pc:docMk/>
            <pc:sldMk cId="1145520355" sldId="798"/>
            <ac:spMk id="2" creationId="{C044C74A-D093-E5B6-DC1A-37EE2B39D7E6}"/>
          </ac:spMkLst>
        </pc:spChg>
        <pc:spChg chg="mod">
          <ac:chgData name="이민재" userId="f97f16f7-28a5-49bd-9e05-fb3ef63d7997" providerId="ADAL" clId="{CFF3FE3B-3C71-42D7-8143-BAE7B7A0A5A5}" dt="2023-06-28T06:44:19.803" v="1839" actId="20577"/>
          <ac:spMkLst>
            <pc:docMk/>
            <pc:sldMk cId="1145520355" sldId="798"/>
            <ac:spMk id="3" creationId="{E6A72990-99D9-A82C-8713-574F3AB18F5D}"/>
          </ac:spMkLst>
        </pc:spChg>
        <pc:picChg chg="add mod">
          <ac:chgData name="이민재" userId="f97f16f7-28a5-49bd-9e05-fb3ef63d7997" providerId="ADAL" clId="{CFF3FE3B-3C71-42D7-8143-BAE7B7A0A5A5}" dt="2023-06-28T06:44:01.810" v="1764" actId="14100"/>
          <ac:picMkLst>
            <pc:docMk/>
            <pc:sldMk cId="1145520355" sldId="798"/>
            <ac:picMk id="6" creationId="{C91D6DE5-8B43-7A0E-9F9C-8F44F619EB4D}"/>
          </ac:picMkLst>
        </pc:picChg>
      </pc:sldChg>
      <pc:sldChg chg="modSp new mod">
        <pc:chgData name="이민재" userId="f97f16f7-28a5-49bd-9e05-fb3ef63d7997" providerId="ADAL" clId="{CFF3FE3B-3C71-42D7-8143-BAE7B7A0A5A5}" dt="2023-06-28T12:28:02.898" v="8849" actId="27636"/>
        <pc:sldMkLst>
          <pc:docMk/>
          <pc:sldMk cId="2084479822" sldId="799"/>
        </pc:sldMkLst>
        <pc:spChg chg="mod">
          <ac:chgData name="이민재" userId="f97f16f7-28a5-49bd-9e05-fb3ef63d7997" providerId="ADAL" clId="{CFF3FE3B-3C71-42D7-8143-BAE7B7A0A5A5}" dt="2023-06-28T07:49:32.777" v="3038" actId="20577"/>
          <ac:spMkLst>
            <pc:docMk/>
            <pc:sldMk cId="2084479822" sldId="799"/>
            <ac:spMk id="2" creationId="{EC948095-3252-28AB-EA8B-18672122DB22}"/>
          </ac:spMkLst>
        </pc:spChg>
        <pc:spChg chg="mod">
          <ac:chgData name="이민재" userId="f97f16f7-28a5-49bd-9e05-fb3ef63d7997" providerId="ADAL" clId="{CFF3FE3B-3C71-42D7-8143-BAE7B7A0A5A5}" dt="2023-06-28T12:28:02.898" v="8849" actId="27636"/>
          <ac:spMkLst>
            <pc:docMk/>
            <pc:sldMk cId="2084479822" sldId="799"/>
            <ac:spMk id="3" creationId="{096F597F-8CCB-1C42-818E-E32B3D174960}"/>
          </ac:spMkLst>
        </pc:spChg>
      </pc:sldChg>
      <pc:sldChg chg="modSp new mod">
        <pc:chgData name="이민재" userId="f97f16f7-28a5-49bd-9e05-fb3ef63d7997" providerId="ADAL" clId="{CFF3FE3B-3C71-42D7-8143-BAE7B7A0A5A5}" dt="2023-06-28T12:57:23.161" v="10995" actId="113"/>
        <pc:sldMkLst>
          <pc:docMk/>
          <pc:sldMk cId="3267339472" sldId="800"/>
        </pc:sldMkLst>
        <pc:spChg chg="mod">
          <ac:chgData name="이민재" userId="f97f16f7-28a5-49bd-9e05-fb3ef63d7997" providerId="ADAL" clId="{CFF3FE3B-3C71-42D7-8143-BAE7B7A0A5A5}" dt="2023-06-28T07:49:41.447" v="3047" actId="20577"/>
          <ac:spMkLst>
            <pc:docMk/>
            <pc:sldMk cId="3267339472" sldId="800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8T12:57:23.161" v="10995" actId="113"/>
          <ac:spMkLst>
            <pc:docMk/>
            <pc:sldMk cId="3267339472" sldId="800"/>
            <ac:spMk id="3" creationId="{FA572388-C4A8-0E23-3A7D-D6FFCDED3DB4}"/>
          </ac:spMkLst>
        </pc:spChg>
      </pc:sldChg>
      <pc:sldChg chg="modSp add mod">
        <pc:chgData name="이민재" userId="f97f16f7-28a5-49bd-9e05-fb3ef63d7997" providerId="ADAL" clId="{CFF3FE3B-3C71-42D7-8143-BAE7B7A0A5A5}" dt="2023-06-29T17:26:13.622" v="12308" actId="20577"/>
        <pc:sldMkLst>
          <pc:docMk/>
          <pc:sldMk cId="1441648119" sldId="801"/>
        </pc:sldMkLst>
        <pc:spChg chg="mod">
          <ac:chgData name="이민재" userId="f97f16f7-28a5-49bd-9e05-fb3ef63d7997" providerId="ADAL" clId="{CFF3FE3B-3C71-42D7-8143-BAE7B7A0A5A5}" dt="2023-06-28T07:49:47.468" v="3048"/>
          <ac:spMkLst>
            <pc:docMk/>
            <pc:sldMk cId="1441648119" sldId="801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26:13.622" v="12308" actId="20577"/>
          <ac:spMkLst>
            <pc:docMk/>
            <pc:sldMk cId="1441648119" sldId="801"/>
            <ac:spMk id="3" creationId="{FA572388-C4A8-0E23-3A7D-D6FFCDED3DB4}"/>
          </ac:spMkLst>
        </pc:spChg>
      </pc:sldChg>
      <pc:sldChg chg="addSp delSp modSp add mod">
        <pc:chgData name="이민재" userId="f97f16f7-28a5-49bd-9e05-fb3ef63d7997" providerId="ADAL" clId="{CFF3FE3B-3C71-42D7-8143-BAE7B7A0A5A5}" dt="2023-06-29T17:37:30.203" v="13087" actId="27636"/>
        <pc:sldMkLst>
          <pc:docMk/>
          <pc:sldMk cId="443629362" sldId="802"/>
        </pc:sldMkLst>
        <pc:spChg chg="mod">
          <ac:chgData name="이민재" userId="f97f16f7-28a5-49bd-9e05-fb3ef63d7997" providerId="ADAL" clId="{CFF3FE3B-3C71-42D7-8143-BAE7B7A0A5A5}" dt="2023-06-28T07:49:48.632" v="3049"/>
          <ac:spMkLst>
            <pc:docMk/>
            <pc:sldMk cId="443629362" sldId="802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37:30.203" v="13087" actId="27636"/>
          <ac:spMkLst>
            <pc:docMk/>
            <pc:sldMk cId="443629362" sldId="802"/>
            <ac:spMk id="3" creationId="{FA572388-C4A8-0E23-3A7D-D6FFCDED3DB4}"/>
          </ac:spMkLst>
        </pc:spChg>
        <pc:picChg chg="add del mod">
          <ac:chgData name="이민재" userId="f97f16f7-28a5-49bd-9e05-fb3ef63d7997" providerId="ADAL" clId="{CFF3FE3B-3C71-42D7-8143-BAE7B7A0A5A5}" dt="2023-06-28T12:46:42.015" v="9551" actId="478"/>
          <ac:picMkLst>
            <pc:docMk/>
            <pc:sldMk cId="443629362" sldId="802"/>
            <ac:picMk id="6" creationId="{F824A05D-55EC-70DD-3C7C-616C3860F036}"/>
          </ac:picMkLst>
        </pc:picChg>
        <pc:picChg chg="add mod">
          <ac:chgData name="이민재" userId="f97f16f7-28a5-49bd-9e05-fb3ef63d7997" providerId="ADAL" clId="{CFF3FE3B-3C71-42D7-8143-BAE7B7A0A5A5}" dt="2023-06-28T12:46:46.607" v="9565" actId="1035"/>
          <ac:picMkLst>
            <pc:docMk/>
            <pc:sldMk cId="443629362" sldId="802"/>
            <ac:picMk id="8" creationId="{82C16D7D-4789-7240-51B4-AF534499388B}"/>
          </ac:picMkLst>
        </pc:picChg>
        <pc:picChg chg="add mod">
          <ac:chgData name="이민재" userId="f97f16f7-28a5-49bd-9e05-fb3ef63d7997" providerId="ADAL" clId="{CFF3FE3B-3C71-42D7-8143-BAE7B7A0A5A5}" dt="2023-06-28T12:47:49.575" v="9579" actId="1036"/>
          <ac:picMkLst>
            <pc:docMk/>
            <pc:sldMk cId="443629362" sldId="802"/>
            <ac:picMk id="10" creationId="{911AAEC3-6C69-5E29-6F59-A4001150E1C5}"/>
          </ac:picMkLst>
        </pc:picChg>
      </pc:sldChg>
      <pc:sldChg chg="modSp add mod">
        <pc:chgData name="이민재" userId="f97f16f7-28a5-49bd-9e05-fb3ef63d7997" providerId="ADAL" clId="{CFF3FE3B-3C71-42D7-8143-BAE7B7A0A5A5}" dt="2023-06-29T17:38:37.154" v="13159" actId="20577"/>
        <pc:sldMkLst>
          <pc:docMk/>
          <pc:sldMk cId="1472417276" sldId="803"/>
        </pc:sldMkLst>
        <pc:spChg chg="mod">
          <ac:chgData name="이민재" userId="f97f16f7-28a5-49bd-9e05-fb3ef63d7997" providerId="ADAL" clId="{CFF3FE3B-3C71-42D7-8143-BAE7B7A0A5A5}" dt="2023-06-28T07:49:53.581" v="3060" actId="20577"/>
          <ac:spMkLst>
            <pc:docMk/>
            <pc:sldMk cId="1472417276" sldId="803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38:37.154" v="13159" actId="20577"/>
          <ac:spMkLst>
            <pc:docMk/>
            <pc:sldMk cId="1472417276" sldId="803"/>
            <ac:spMk id="3" creationId="{FA572388-C4A8-0E23-3A7D-D6FFCDED3DB4}"/>
          </ac:spMkLst>
        </pc:spChg>
      </pc:sldChg>
      <pc:sldChg chg="addSp delSp modSp new mod">
        <pc:chgData name="이민재" userId="f97f16f7-28a5-49bd-9e05-fb3ef63d7997" providerId="ADAL" clId="{CFF3FE3B-3C71-42D7-8143-BAE7B7A0A5A5}" dt="2023-06-29T17:46:50.144" v="14011" actId="1037"/>
        <pc:sldMkLst>
          <pc:docMk/>
          <pc:sldMk cId="1235033093" sldId="804"/>
        </pc:sldMkLst>
        <pc:spChg chg="mod">
          <ac:chgData name="이민재" userId="f97f16f7-28a5-49bd-9e05-fb3ef63d7997" providerId="ADAL" clId="{CFF3FE3B-3C71-42D7-8143-BAE7B7A0A5A5}" dt="2023-06-28T08:50:33.002" v="7998" actId="20577"/>
          <ac:spMkLst>
            <pc:docMk/>
            <pc:sldMk cId="1235033093" sldId="804"/>
            <ac:spMk id="2" creationId="{459F693C-D348-8AB4-A281-326032FEAE05}"/>
          </ac:spMkLst>
        </pc:spChg>
        <pc:spChg chg="mod">
          <ac:chgData name="이민재" userId="f97f16f7-28a5-49bd-9e05-fb3ef63d7997" providerId="ADAL" clId="{CFF3FE3B-3C71-42D7-8143-BAE7B7A0A5A5}" dt="2023-06-29T17:46:22.341" v="13987" actId="20577"/>
          <ac:spMkLst>
            <pc:docMk/>
            <pc:sldMk cId="1235033093" sldId="804"/>
            <ac:spMk id="3" creationId="{22EAA92F-E287-F450-7BCC-BA76F11E8B7A}"/>
          </ac:spMkLst>
        </pc:spChg>
        <pc:picChg chg="add mod">
          <ac:chgData name="이민재" userId="f97f16f7-28a5-49bd-9e05-fb3ef63d7997" providerId="ADAL" clId="{CFF3FE3B-3C71-42D7-8143-BAE7B7A0A5A5}" dt="2023-06-29T17:46:50.144" v="14011" actId="1037"/>
          <ac:picMkLst>
            <pc:docMk/>
            <pc:sldMk cId="1235033093" sldId="804"/>
            <ac:picMk id="5" creationId="{BC6D69F9-9C03-8DF3-EDD7-1BA347ABAEEE}"/>
          </ac:picMkLst>
        </pc:picChg>
        <pc:picChg chg="add del mod">
          <ac:chgData name="이민재" userId="f97f16f7-28a5-49bd-9e05-fb3ef63d7997" providerId="ADAL" clId="{CFF3FE3B-3C71-42D7-8143-BAE7B7A0A5A5}" dt="2023-06-29T17:42:08.583" v="13669" actId="478"/>
          <ac:picMkLst>
            <pc:docMk/>
            <pc:sldMk cId="1235033093" sldId="804"/>
            <ac:picMk id="6" creationId="{4096ABB3-7A1B-91C7-4AF4-030E1F05E11E}"/>
          </ac:picMkLst>
        </pc:picChg>
        <pc:picChg chg="add mod">
          <ac:chgData name="이민재" userId="f97f16f7-28a5-49bd-9e05-fb3ef63d7997" providerId="ADAL" clId="{CFF3FE3B-3C71-42D7-8143-BAE7B7A0A5A5}" dt="2023-06-29T17:46:48.799" v="14004" actId="1035"/>
          <ac:picMkLst>
            <pc:docMk/>
            <pc:sldMk cId="1235033093" sldId="804"/>
            <ac:picMk id="8" creationId="{68023B9F-85B4-186B-1AA8-8585AEB745B0}"/>
          </ac:picMkLst>
        </pc:picChg>
        <pc:picChg chg="add mod">
          <ac:chgData name="이민재" userId="f97f16f7-28a5-49bd-9e05-fb3ef63d7997" providerId="ADAL" clId="{CFF3FE3B-3C71-42D7-8143-BAE7B7A0A5A5}" dt="2023-06-28T13:10:04.814" v="11960" actId="571"/>
          <ac:picMkLst>
            <pc:docMk/>
            <pc:sldMk cId="1235033093" sldId="804"/>
            <ac:picMk id="9" creationId="{B2205062-D10E-E41C-C1CB-25F3E35B0613}"/>
          </ac:picMkLst>
        </pc:picChg>
        <pc:picChg chg="add mod">
          <ac:chgData name="이민재" userId="f97f16f7-28a5-49bd-9e05-fb3ef63d7997" providerId="ADAL" clId="{CFF3FE3B-3C71-42D7-8143-BAE7B7A0A5A5}" dt="2023-06-28T13:10:04.814" v="11960" actId="571"/>
          <ac:picMkLst>
            <pc:docMk/>
            <pc:sldMk cId="1235033093" sldId="804"/>
            <ac:picMk id="10" creationId="{FE1323FB-C74C-6B3E-774F-BE44FD2D1C61}"/>
          </ac:picMkLst>
        </pc:picChg>
      </pc:sldChg>
      <pc:sldChg chg="modSp new del mod">
        <pc:chgData name="이민재" userId="f97f16f7-28a5-49bd-9e05-fb3ef63d7997" providerId="ADAL" clId="{CFF3FE3B-3C71-42D7-8143-BAE7B7A0A5A5}" dt="2023-06-29T17:44:58.910" v="13859" actId="47"/>
        <pc:sldMkLst>
          <pc:docMk/>
          <pc:sldMk cId="3075436747" sldId="805"/>
        </pc:sldMkLst>
        <pc:spChg chg="mod">
          <ac:chgData name="이민재" userId="f97f16f7-28a5-49bd-9e05-fb3ef63d7997" providerId="ADAL" clId="{CFF3FE3B-3C71-42D7-8143-BAE7B7A0A5A5}" dt="2023-06-28T12:28:06.037" v="8850"/>
          <ac:spMkLst>
            <pc:docMk/>
            <pc:sldMk cId="3075436747" sldId="805"/>
            <ac:spMk id="3" creationId="{2B70C60D-A34D-959C-B96F-B56D0D9C3025}"/>
          </ac:spMkLst>
        </pc:spChg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133644967" sldId="84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844453221" sldId="84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915087114" sldId="847"/>
        </pc:sldMkLst>
      </pc:sldChg>
      <pc:sldChg chg="del">
        <pc:chgData name="이민재" userId="f97f16f7-28a5-49bd-9e05-fb3ef63d7997" providerId="ADAL" clId="{CFF3FE3B-3C71-42D7-8143-BAE7B7A0A5A5}" dt="2023-06-28T06:43:11.677" v="1682" actId="47"/>
        <pc:sldMkLst>
          <pc:docMk/>
          <pc:sldMk cId="2377786060" sldId="84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587706911" sldId="849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699134684" sldId="852"/>
        </pc:sldMkLst>
      </pc:sldChg>
      <pc:sldChg chg="del">
        <pc:chgData name="이민재" userId="f97f16f7-28a5-49bd-9e05-fb3ef63d7997" providerId="ADAL" clId="{CFF3FE3B-3C71-42D7-8143-BAE7B7A0A5A5}" dt="2023-06-28T06:43:10.239" v="1676" actId="47"/>
        <pc:sldMkLst>
          <pc:docMk/>
          <pc:sldMk cId="3993487916" sldId="853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505962717" sldId="854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316763930" sldId="855"/>
        </pc:sldMkLst>
      </pc:sldChg>
      <pc:sldChg chg="del">
        <pc:chgData name="이민재" userId="f97f16f7-28a5-49bd-9e05-fb3ef63d7997" providerId="ADAL" clId="{CFF3FE3B-3C71-42D7-8143-BAE7B7A0A5A5}" dt="2023-06-28T06:43:11.183" v="1680" actId="47"/>
        <pc:sldMkLst>
          <pc:docMk/>
          <pc:sldMk cId="4151435573" sldId="85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402914323" sldId="857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298234340" sldId="858"/>
        </pc:sldMkLst>
      </pc:sldChg>
      <pc:sldChg chg="del">
        <pc:chgData name="이민재" userId="f97f16f7-28a5-49bd-9e05-fb3ef63d7997" providerId="ADAL" clId="{CFF3FE3B-3C71-42D7-8143-BAE7B7A0A5A5}" dt="2023-06-28T06:43:12.774" v="1685" actId="47"/>
        <pc:sldMkLst>
          <pc:docMk/>
          <pc:sldMk cId="3547450745" sldId="859"/>
        </pc:sldMkLst>
      </pc:sldChg>
      <pc:sldChg chg="del">
        <pc:chgData name="이민재" userId="f97f16f7-28a5-49bd-9e05-fb3ef63d7997" providerId="ADAL" clId="{CFF3FE3B-3C71-42D7-8143-BAE7B7A0A5A5}" dt="2023-06-28T06:43:12.552" v="1684" actId="47"/>
        <pc:sldMkLst>
          <pc:docMk/>
          <pc:sldMk cId="2636217408" sldId="860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462064838" sldId="861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944849495" sldId="862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464505905" sldId="863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779444896" sldId="864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958460385" sldId="86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958449206" sldId="86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673672079" sldId="867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792856389" sldId="86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874611602" sldId="869"/>
        </pc:sldMkLst>
      </pc:sldChg>
      <pc:sldChg chg="del">
        <pc:chgData name="이민재" userId="f97f16f7-28a5-49bd-9e05-fb3ef63d7997" providerId="ADAL" clId="{CFF3FE3B-3C71-42D7-8143-BAE7B7A0A5A5}" dt="2023-06-28T06:43:10.490" v="1677" actId="47"/>
        <pc:sldMkLst>
          <pc:docMk/>
          <pc:sldMk cId="2057760671" sldId="870"/>
        </pc:sldMkLst>
      </pc:sldChg>
      <pc:sldChg chg="del">
        <pc:chgData name="이민재" userId="f97f16f7-28a5-49bd-9e05-fb3ef63d7997" providerId="ADAL" clId="{CFF3FE3B-3C71-42D7-8143-BAE7B7A0A5A5}" dt="2023-06-28T06:43:10.710" v="1678" actId="47"/>
        <pc:sldMkLst>
          <pc:docMk/>
          <pc:sldMk cId="1198804354" sldId="871"/>
        </pc:sldMkLst>
      </pc:sldChg>
      <pc:sldChg chg="del">
        <pc:chgData name="이민재" userId="f97f16f7-28a5-49bd-9e05-fb3ef63d7997" providerId="ADAL" clId="{CFF3FE3B-3C71-42D7-8143-BAE7B7A0A5A5}" dt="2023-06-28T06:43:10.977" v="1679" actId="47"/>
        <pc:sldMkLst>
          <pc:docMk/>
          <pc:sldMk cId="2402509497" sldId="872"/>
        </pc:sldMkLst>
      </pc:sldChg>
      <pc:sldChg chg="del">
        <pc:chgData name="이민재" userId="f97f16f7-28a5-49bd-9e05-fb3ef63d7997" providerId="ADAL" clId="{CFF3FE3B-3C71-42D7-8143-BAE7B7A0A5A5}" dt="2023-06-28T06:43:11.483" v="1681" actId="47"/>
        <pc:sldMkLst>
          <pc:docMk/>
          <pc:sldMk cId="1733844564" sldId="87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352677003" sldId="87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268686108" sldId="87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491468333" sldId="879"/>
        </pc:sldMkLst>
      </pc:sldChg>
      <pc:sldChg chg="del">
        <pc:chgData name="이민재" userId="f97f16f7-28a5-49bd-9e05-fb3ef63d7997" providerId="ADAL" clId="{CFF3FE3B-3C71-42D7-8143-BAE7B7A0A5A5}" dt="2023-06-28T06:43:09.689" v="1675" actId="47"/>
        <pc:sldMkLst>
          <pc:docMk/>
          <pc:sldMk cId="2705983581" sldId="880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553611064" sldId="881"/>
        </pc:sldMkLst>
      </pc:sldChg>
      <pc:sldChg chg="del">
        <pc:chgData name="이민재" userId="f97f16f7-28a5-49bd-9e05-fb3ef63d7997" providerId="ADAL" clId="{CFF3FE3B-3C71-42D7-8143-BAE7B7A0A5A5}" dt="2023-06-28T06:43:12.207" v="1683" actId="47"/>
        <pc:sldMkLst>
          <pc:docMk/>
          <pc:sldMk cId="581791330" sldId="882"/>
        </pc:sldMkLst>
      </pc:sldChg>
      <pc:sldChg chg="del">
        <pc:chgData name="이민재" userId="f97f16f7-28a5-49bd-9e05-fb3ef63d7997" providerId="ADAL" clId="{CFF3FE3B-3C71-42D7-8143-BAE7B7A0A5A5}" dt="2023-06-28T06:43:08.271" v="1672" actId="47"/>
        <pc:sldMkLst>
          <pc:docMk/>
          <pc:sldMk cId="632385783" sldId="883"/>
        </pc:sldMkLst>
      </pc:sldChg>
      <pc:sldChg chg="del">
        <pc:chgData name="이민재" userId="f97f16f7-28a5-49bd-9e05-fb3ef63d7997" providerId="ADAL" clId="{CFF3FE3B-3C71-42D7-8143-BAE7B7A0A5A5}" dt="2023-06-28T06:43:08.711" v="1673" actId="47"/>
        <pc:sldMkLst>
          <pc:docMk/>
          <pc:sldMk cId="1950428014" sldId="884"/>
        </pc:sldMkLst>
      </pc:sldChg>
      <pc:sldChg chg="del">
        <pc:chgData name="이민재" userId="f97f16f7-28a5-49bd-9e05-fb3ef63d7997" providerId="ADAL" clId="{CFF3FE3B-3C71-42D7-8143-BAE7B7A0A5A5}" dt="2023-06-28T06:43:07.671" v="1671" actId="47"/>
        <pc:sldMkLst>
          <pc:docMk/>
          <pc:sldMk cId="1162554671" sldId="885"/>
        </pc:sldMkLst>
      </pc:sldChg>
      <pc:sldChg chg="del">
        <pc:chgData name="이민재" userId="f97f16f7-28a5-49bd-9e05-fb3ef63d7997" providerId="ADAL" clId="{CFF3FE3B-3C71-42D7-8143-BAE7B7A0A5A5}" dt="2023-06-28T06:43:09.201" v="1674" actId="47"/>
        <pc:sldMkLst>
          <pc:docMk/>
          <pc:sldMk cId="3207681821" sldId="886"/>
        </pc:sldMkLst>
      </pc:sldChg>
      <pc:sldChg chg="del">
        <pc:chgData name="이민재" userId="f97f16f7-28a5-49bd-9e05-fb3ef63d7997" providerId="ADAL" clId="{CFF3FE3B-3C71-42D7-8143-BAE7B7A0A5A5}" dt="2023-06-28T06:42:57.875" v="1668" actId="47"/>
        <pc:sldMkLst>
          <pc:docMk/>
          <pc:sldMk cId="560315684" sldId="887"/>
        </pc:sldMkLst>
      </pc:sldChg>
      <pc:sldChg chg="del">
        <pc:chgData name="이민재" userId="f97f16f7-28a5-49bd-9e05-fb3ef63d7997" providerId="ADAL" clId="{CFF3FE3B-3C71-42D7-8143-BAE7B7A0A5A5}" dt="2023-06-28T06:43:15.803" v="1687" actId="47"/>
        <pc:sldMkLst>
          <pc:docMk/>
          <pc:sldMk cId="983937699" sldId="888"/>
        </pc:sldMkLst>
      </pc:sldChg>
      <pc:sldChg chg="del">
        <pc:chgData name="이민재" userId="f97f16f7-28a5-49bd-9e05-fb3ef63d7997" providerId="ADAL" clId="{CFF3FE3B-3C71-42D7-8143-BAE7B7A0A5A5}" dt="2023-06-28T06:42:57.435" v="1667" actId="47"/>
        <pc:sldMkLst>
          <pc:docMk/>
          <pc:sldMk cId="907145404" sldId="889"/>
        </pc:sldMkLst>
      </pc:sldChg>
      <pc:sldChg chg="del">
        <pc:chgData name="이민재" userId="f97f16f7-28a5-49bd-9e05-fb3ef63d7997" providerId="ADAL" clId="{CFF3FE3B-3C71-42D7-8143-BAE7B7A0A5A5}" dt="2023-06-28T06:42:56.475" v="1665" actId="47"/>
        <pc:sldMkLst>
          <pc:docMk/>
          <pc:sldMk cId="2776996899" sldId="890"/>
        </pc:sldMkLst>
      </pc:sldChg>
      <pc:sldChg chg="del">
        <pc:chgData name="이민재" userId="f97f16f7-28a5-49bd-9e05-fb3ef63d7997" providerId="ADAL" clId="{CFF3FE3B-3C71-42D7-8143-BAE7B7A0A5A5}" dt="2023-06-28T06:42:58.269" v="1669" actId="47"/>
        <pc:sldMkLst>
          <pc:docMk/>
          <pc:sldMk cId="3826127224" sldId="891"/>
        </pc:sldMkLst>
      </pc:sldChg>
      <pc:sldChg chg="del">
        <pc:chgData name="이민재" userId="f97f16f7-28a5-49bd-9e05-fb3ef63d7997" providerId="ADAL" clId="{CFF3FE3B-3C71-42D7-8143-BAE7B7A0A5A5}" dt="2023-06-28T06:42:57.008" v="1666" actId="47"/>
        <pc:sldMkLst>
          <pc:docMk/>
          <pc:sldMk cId="637335169" sldId="892"/>
        </pc:sldMkLst>
      </pc:sldChg>
      <pc:sldChg chg="del">
        <pc:chgData name="이민재" userId="f97f16f7-28a5-49bd-9e05-fb3ef63d7997" providerId="ADAL" clId="{CFF3FE3B-3C71-42D7-8143-BAE7B7A0A5A5}" dt="2023-06-28T06:42:59.402" v="1670" actId="47"/>
        <pc:sldMkLst>
          <pc:docMk/>
          <pc:sldMk cId="2552414053" sldId="893"/>
        </pc:sldMkLst>
      </pc:sldChg>
    </pc:docChg>
  </pc:docChgLst>
  <pc:docChgLst>
    <pc:chgData name="이민재" userId="f97f16f7-28a5-49bd-9e05-fb3ef63d7997" providerId="ADAL" clId="{3604D2DB-B0B3-4E35-9EDA-42455EF74A6C}"/>
    <pc:docChg chg="undo redo custSel addSld delSld modSld sldOrd addSection modSection">
      <pc:chgData name="이민재" userId="f97f16f7-28a5-49bd-9e05-fb3ef63d7997" providerId="ADAL" clId="{3604D2DB-B0B3-4E35-9EDA-42455EF74A6C}" dt="2023-06-23T10:35:46.074" v="25611" actId="20577"/>
      <pc:docMkLst>
        <pc:docMk/>
      </pc:docMkLst>
      <pc:sldChg chg="modSp mod">
        <pc:chgData name="이민재" userId="f97f16f7-28a5-49bd-9e05-fb3ef63d7997" providerId="ADAL" clId="{3604D2DB-B0B3-4E35-9EDA-42455EF74A6C}" dt="2023-06-15T00:57:23.467" v="19831" actId="20577"/>
        <pc:sldMkLst>
          <pc:docMk/>
          <pc:sldMk cId="1482395489" sldId="311"/>
        </pc:sldMkLst>
        <pc:spChg chg="mod">
          <ac:chgData name="이민재" userId="f97f16f7-28a5-49bd-9e05-fb3ef63d7997" providerId="ADAL" clId="{3604D2DB-B0B3-4E35-9EDA-42455EF74A6C}" dt="2023-06-07T04:46:51.476" v="19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3604D2DB-B0B3-4E35-9EDA-42455EF74A6C}" dt="2023-06-15T00:57:23.467" v="19831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3604D2DB-B0B3-4E35-9EDA-42455EF74A6C}" dt="2023-06-15T00:56:47.662" v="19825"/>
        <pc:sldMkLst>
          <pc:docMk/>
          <pc:sldMk cId="849242627" sldId="797"/>
        </pc:sldMkLst>
        <pc:spChg chg="mod">
          <ac:chgData name="이민재" userId="f97f16f7-28a5-49bd-9e05-fb3ef63d7997" providerId="ADAL" clId="{3604D2DB-B0B3-4E35-9EDA-42455EF74A6C}" dt="2023-06-15T00:56:47.662" v="19825"/>
          <ac:spMkLst>
            <pc:docMk/>
            <pc:sldMk cId="849242627" sldId="797"/>
            <ac:spMk id="3" creationId="{EF7B0855-1356-4CA7-A5CD-4D7CA0E4AE33}"/>
          </ac:spMkLst>
        </pc:spChg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1133644967" sldId="845"/>
        </pc:sldMkLst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2844453221" sldId="846"/>
        </pc:sldMkLst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3915087114" sldId="847"/>
        </pc:sldMkLst>
      </pc:sldChg>
      <pc:sldChg chg="addSp modSp mod ord">
        <pc:chgData name="이민재" userId="f97f16f7-28a5-49bd-9e05-fb3ef63d7997" providerId="ADAL" clId="{3604D2DB-B0B3-4E35-9EDA-42455EF74A6C}" dt="2023-06-12T10:56:01.804" v="10706" actId="1076"/>
        <pc:sldMkLst>
          <pc:docMk/>
          <pc:sldMk cId="2377786060" sldId="848"/>
        </pc:sldMkLst>
        <pc:spChg chg="add mod">
          <ac:chgData name="이민재" userId="f97f16f7-28a5-49bd-9e05-fb3ef63d7997" providerId="ADAL" clId="{3604D2DB-B0B3-4E35-9EDA-42455EF74A6C}" dt="2023-06-12T10:56:01.804" v="10706" actId="1076"/>
          <ac:spMkLst>
            <pc:docMk/>
            <pc:sldMk cId="2377786060" sldId="848"/>
            <ac:spMk id="448" creationId="{87240930-63B4-482F-84AC-A88D5AA0DACD}"/>
          </ac:spMkLst>
        </pc:spChg>
      </pc:sldChg>
      <pc:sldChg chg="addSp delSp modSp mod ord">
        <pc:chgData name="이민재" userId="f97f16f7-28a5-49bd-9e05-fb3ef63d7997" providerId="ADAL" clId="{3604D2DB-B0B3-4E35-9EDA-42455EF74A6C}" dt="2023-06-14T09:01:13.132" v="16471"/>
        <pc:sldMkLst>
          <pc:docMk/>
          <pc:sldMk cId="3587706911" sldId="849"/>
        </pc:sldMkLst>
        <pc:spChg chg="mod">
          <ac:chgData name="이민재" userId="f97f16f7-28a5-49bd-9e05-fb3ef63d7997" providerId="ADAL" clId="{3604D2DB-B0B3-4E35-9EDA-42455EF74A6C}" dt="2023-06-07T04:59:31.997" v="1619" actId="1036"/>
          <ac:spMkLst>
            <pc:docMk/>
            <pc:sldMk cId="3587706911" sldId="849"/>
            <ac:spMk id="2" creationId="{90A46E60-1F82-FE81-3385-75427694A6A0}"/>
          </ac:spMkLst>
        </pc:spChg>
        <pc:spChg chg="del mod">
          <ac:chgData name="이민재" userId="f97f16f7-28a5-49bd-9e05-fb3ef63d7997" providerId="ADAL" clId="{3604D2DB-B0B3-4E35-9EDA-42455EF74A6C}" dt="2023-06-07T04:56:04.001" v="1478" actId="21"/>
          <ac:spMkLst>
            <pc:docMk/>
            <pc:sldMk cId="3587706911" sldId="849"/>
            <ac:spMk id="3" creationId="{8992F0F5-711B-DCB8-68C1-4DB9EE1EAABC}"/>
          </ac:spMkLst>
        </pc:spChg>
        <pc:spChg chg="mod">
          <ac:chgData name="이민재" userId="f97f16f7-28a5-49bd-9e05-fb3ef63d7997" providerId="ADAL" clId="{3604D2DB-B0B3-4E35-9EDA-42455EF74A6C}" dt="2023-06-07T05:04:50.893" v="1967" actId="1037"/>
          <ac:spMkLst>
            <pc:docMk/>
            <pc:sldMk cId="3587706911" sldId="849"/>
            <ac:spMk id="6" creationId="{597BAB0F-ECB4-D87C-D14B-928F0AFCC4E5}"/>
          </ac:spMkLst>
        </pc:spChg>
        <pc:spChg chg="add del mod">
          <ac:chgData name="이민재" userId="f97f16f7-28a5-49bd-9e05-fb3ef63d7997" providerId="ADAL" clId="{3604D2DB-B0B3-4E35-9EDA-42455EF74A6C}" dt="2023-06-07T04:55:33.600" v="1467" actId="478"/>
          <ac:spMkLst>
            <pc:docMk/>
            <pc:sldMk cId="3587706911" sldId="849"/>
            <ac:spMk id="8" creationId="{B1F698A4-7B5A-FAC7-79AC-C052C4E279A8}"/>
          </ac:spMkLst>
        </pc:spChg>
        <pc:spChg chg="add del mod">
          <ac:chgData name="이민재" userId="f97f16f7-28a5-49bd-9e05-fb3ef63d7997" providerId="ADAL" clId="{3604D2DB-B0B3-4E35-9EDA-42455EF74A6C}" dt="2023-06-07T04:57:50.861" v="1536" actId="21"/>
          <ac:spMkLst>
            <pc:docMk/>
            <pc:sldMk cId="3587706911" sldId="849"/>
            <ac:spMk id="9" creationId="{5FFF1EA8-76A5-4A96-21E0-668F54E1F926}"/>
          </ac:spMkLst>
        </pc:spChg>
        <pc:spChg chg="add del mod">
          <ac:chgData name="이민재" userId="f97f16f7-28a5-49bd-9e05-fb3ef63d7997" providerId="ADAL" clId="{3604D2DB-B0B3-4E35-9EDA-42455EF74A6C}" dt="2023-06-07T04:56:29.135" v="1486" actId="478"/>
          <ac:spMkLst>
            <pc:docMk/>
            <pc:sldMk cId="3587706911" sldId="849"/>
            <ac:spMk id="11" creationId="{2AE1EC75-BC27-FD2C-D99C-EC3C05A2FC5C}"/>
          </ac:spMkLst>
        </pc:spChg>
        <pc:spChg chg="add mod">
          <ac:chgData name="이민재" userId="f97f16f7-28a5-49bd-9e05-fb3ef63d7997" providerId="ADAL" clId="{3604D2DB-B0B3-4E35-9EDA-42455EF74A6C}" dt="2023-06-07T05:05:42.386" v="1979"/>
          <ac:spMkLst>
            <pc:docMk/>
            <pc:sldMk cId="3587706911" sldId="849"/>
            <ac:spMk id="12" creationId="{C04F6034-09B8-1F1A-4EFE-912272F7CAA4}"/>
          </ac:spMkLst>
        </pc:spChg>
        <pc:spChg chg="add del mod">
          <ac:chgData name="이민재" userId="f97f16f7-28a5-49bd-9e05-fb3ef63d7997" providerId="ADAL" clId="{3604D2DB-B0B3-4E35-9EDA-42455EF74A6C}" dt="2023-06-07T04:59:20.724" v="1596" actId="478"/>
          <ac:spMkLst>
            <pc:docMk/>
            <pc:sldMk cId="3587706911" sldId="849"/>
            <ac:spMk id="13" creationId="{F9C3F27B-0237-3408-9C74-2CB21E942B37}"/>
          </ac:spMkLst>
        </pc:spChg>
        <pc:spChg chg="add mod">
          <ac:chgData name="이민재" userId="f97f16f7-28a5-49bd-9e05-fb3ef63d7997" providerId="ADAL" clId="{3604D2DB-B0B3-4E35-9EDA-42455EF74A6C}" dt="2023-06-07T05:08:00.640" v="2100" actId="14100"/>
          <ac:spMkLst>
            <pc:docMk/>
            <pc:sldMk cId="3587706911" sldId="849"/>
            <ac:spMk id="14" creationId="{FF3E53D3-6030-43AC-C642-41A184BE120E}"/>
          </ac:spMkLst>
        </pc:spChg>
        <pc:spChg chg="add del mod">
          <ac:chgData name="이민재" userId="f97f16f7-28a5-49bd-9e05-fb3ef63d7997" providerId="ADAL" clId="{3604D2DB-B0B3-4E35-9EDA-42455EF74A6C}" dt="2023-06-07T05:02:09.043" v="1677" actId="478"/>
          <ac:spMkLst>
            <pc:docMk/>
            <pc:sldMk cId="3587706911" sldId="849"/>
            <ac:spMk id="15" creationId="{62D0031A-C7D1-F38C-3582-82E4A2360A6C}"/>
          </ac:spMkLst>
        </pc:spChg>
        <pc:graphicFrameChg chg="mod modGraphic">
          <ac:chgData name="이민재" userId="f97f16f7-28a5-49bd-9e05-fb3ef63d7997" providerId="ADAL" clId="{3604D2DB-B0B3-4E35-9EDA-42455EF74A6C}" dt="2023-06-08T13:46:31.559" v="6926" actId="6549"/>
          <ac:graphicFrameMkLst>
            <pc:docMk/>
            <pc:sldMk cId="3587706911" sldId="849"/>
            <ac:graphicFrameMk id="5" creationId="{A8A95690-4233-7D6E-188D-3D6815D6BB37}"/>
          </ac:graphicFrameMkLst>
        </pc:graphicFrameChg>
      </pc:sldChg>
      <pc:sldChg chg="addSp delSp modSp new del mod">
        <pc:chgData name="이민재" userId="f97f16f7-28a5-49bd-9e05-fb3ef63d7997" providerId="ADAL" clId="{3604D2DB-B0B3-4E35-9EDA-42455EF74A6C}" dt="2023-06-08T07:35:19.127" v="4750" actId="47"/>
        <pc:sldMkLst>
          <pc:docMk/>
          <pc:sldMk cId="2409386653" sldId="850"/>
        </pc:sldMkLst>
        <pc:spChg chg="del">
          <ac:chgData name="이민재" userId="f97f16f7-28a5-49bd-9e05-fb3ef63d7997" providerId="ADAL" clId="{3604D2DB-B0B3-4E35-9EDA-42455EF74A6C}" dt="2023-06-07T07:33:35.990" v="2223" actId="478"/>
          <ac:spMkLst>
            <pc:docMk/>
            <pc:sldMk cId="2409386653" sldId="850"/>
            <ac:spMk id="2" creationId="{98511899-8E6A-78A5-3776-2570AE46680C}"/>
          </ac:spMkLst>
        </pc:spChg>
        <pc:spChg chg="del">
          <ac:chgData name="이민재" userId="f97f16f7-28a5-49bd-9e05-fb3ef63d7997" providerId="ADAL" clId="{3604D2DB-B0B3-4E35-9EDA-42455EF74A6C}" dt="2023-06-07T07:33:35.486" v="2222" actId="478"/>
          <ac:spMkLst>
            <pc:docMk/>
            <pc:sldMk cId="2409386653" sldId="850"/>
            <ac:spMk id="3" creationId="{55213CC8-2C3B-EFD0-B45C-7CE6704C5C7D}"/>
          </ac:spMkLst>
        </pc:spChg>
        <pc:spChg chg="mod">
          <ac:chgData name="이민재" userId="f97f16f7-28a5-49bd-9e05-fb3ef63d7997" providerId="ADAL" clId="{3604D2DB-B0B3-4E35-9EDA-42455EF74A6C}" dt="2023-06-07T06:55:31.415" v="2102"/>
          <ac:spMkLst>
            <pc:docMk/>
            <pc:sldMk cId="2409386653" sldId="850"/>
            <ac:spMk id="6" creationId="{D99C9E71-C444-2189-981A-DA8BC479EA99}"/>
          </ac:spMkLst>
        </pc:spChg>
        <pc:spChg chg="mod">
          <ac:chgData name="이민재" userId="f97f16f7-28a5-49bd-9e05-fb3ef63d7997" providerId="ADAL" clId="{3604D2DB-B0B3-4E35-9EDA-42455EF74A6C}" dt="2023-06-07T06:55:34.833" v="2105"/>
          <ac:spMkLst>
            <pc:docMk/>
            <pc:sldMk cId="2409386653" sldId="850"/>
            <ac:spMk id="21" creationId="{B9F15F6F-939B-324D-9681-755C95DA1213}"/>
          </ac:spMkLst>
        </pc:spChg>
        <pc:spChg chg="mod">
          <ac:chgData name="이민재" userId="f97f16f7-28a5-49bd-9e05-fb3ef63d7997" providerId="ADAL" clId="{3604D2DB-B0B3-4E35-9EDA-42455EF74A6C}" dt="2023-06-07T06:55:44.113" v="2111"/>
          <ac:spMkLst>
            <pc:docMk/>
            <pc:sldMk cId="2409386653" sldId="850"/>
            <ac:spMk id="36" creationId="{555AE43B-D4CE-39F0-B4BD-AE97C4251F2A}"/>
          </ac:spMkLst>
        </pc:spChg>
        <pc:spChg chg="mod">
          <ac:chgData name="이민재" userId="f97f16f7-28a5-49bd-9e05-fb3ef63d7997" providerId="ADAL" clId="{3604D2DB-B0B3-4E35-9EDA-42455EF74A6C}" dt="2023-06-07T06:59:13.526" v="2115"/>
          <ac:spMkLst>
            <pc:docMk/>
            <pc:sldMk cId="2409386653" sldId="850"/>
            <ac:spMk id="51" creationId="{37B1FB22-7C1E-F2AF-DFAC-9884B03F45DD}"/>
          </ac:spMkLst>
        </pc:spChg>
        <pc:spChg chg="mod">
          <ac:chgData name="이민재" userId="f97f16f7-28a5-49bd-9e05-fb3ef63d7997" providerId="ADAL" clId="{3604D2DB-B0B3-4E35-9EDA-42455EF74A6C}" dt="2023-06-07T06:59:13.526" v="2115"/>
          <ac:spMkLst>
            <pc:docMk/>
            <pc:sldMk cId="2409386653" sldId="850"/>
            <ac:spMk id="66" creationId="{38261E46-2D78-0CD5-408D-CF57C7C6CA88}"/>
          </ac:spMkLst>
        </pc:spChg>
        <pc:spChg chg="mod">
          <ac:chgData name="이민재" userId="f97f16f7-28a5-49bd-9e05-fb3ef63d7997" providerId="ADAL" clId="{3604D2DB-B0B3-4E35-9EDA-42455EF74A6C}" dt="2023-06-07T06:59:35.290" v="2121" actId="14100"/>
          <ac:spMkLst>
            <pc:docMk/>
            <pc:sldMk cId="2409386653" sldId="850"/>
            <ac:spMk id="81" creationId="{A2168305-0FAB-7550-2761-619BBD3F5E3D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96" creationId="{787DB152-DFB0-BB44-A643-606022FEB2F2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11" creationId="{DE5B936F-D165-48DA-DE61-45BB18B39023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26" creationId="{A2CA23E0-E62A-3DFD-9E1A-075CA943FE75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41" creationId="{76992183-0DE4-112C-F809-4810120E5765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56" creationId="{E7CE2329-E217-06E1-9372-9AA1867E07D9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71" creationId="{5B14D4F0-A72A-6A9E-65B0-5B72884A9470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186" creationId="{E41F96BB-8E1F-599F-7607-25B63145AC8F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01" creationId="{ED15A91B-FE30-E55D-A7D3-D3A155951040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16" creationId="{65E6E61B-2527-6B18-CC75-774AD1817D7C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31" creationId="{63D983CB-4A51-E254-0D42-DAA815596DFA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46" creationId="{D1D9CA53-4C97-F5BF-0A05-18E8C7576CBC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61" creationId="{5FC480AD-1C74-DC5B-84BE-4EB909DDE917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276" creationId="{0DE51322-49DA-44C4-DE41-59C840AD990A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291" creationId="{C6871432-75E7-31AE-4456-3EFD62D35902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06" creationId="{6B024ADC-0C69-F6BB-1E96-80E95202CA4B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21" creationId="{5A0E8988-2E45-F693-2B36-E6442E8BC2F4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36" creationId="{4C370871-9B88-7733-B755-83BA3E66AA7F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51" creationId="{44D0C8E5-81BB-53AA-0F5F-1BCDAE64A474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5" creationId="{62C6B84B-06BF-D8C6-5FF9-23555198DDD4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6" creationId="{62C19F8D-31EF-E09E-C021-0C588EF9C781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7" creationId="{611746E5-5C28-9B26-D764-9E91A16A5AB7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8" creationId="{E08FD346-EB2F-7A43-895F-4156701F2B6E}"/>
          </ac:spMkLst>
        </pc:spChg>
        <pc:spChg chg="add del mod">
          <ac:chgData name="이민재" userId="f97f16f7-28a5-49bd-9e05-fb3ef63d7997" providerId="ADAL" clId="{3604D2DB-B0B3-4E35-9EDA-42455EF74A6C}" dt="2023-06-07T07:34:17.786" v="2230" actId="478"/>
          <ac:spMkLst>
            <pc:docMk/>
            <pc:sldMk cId="2409386653" sldId="850"/>
            <ac:spMk id="369" creationId="{7D201D92-C0CE-957A-AB15-24F60A59A06B}"/>
          </ac:spMkLst>
        </pc:spChg>
        <pc:spChg chg="add del mod">
          <ac:chgData name="이민재" userId="f97f16f7-28a5-49bd-9e05-fb3ef63d7997" providerId="ADAL" clId="{3604D2DB-B0B3-4E35-9EDA-42455EF74A6C}" dt="2023-06-07T07:34:17.786" v="2230" actId="478"/>
          <ac:spMkLst>
            <pc:docMk/>
            <pc:sldMk cId="2409386653" sldId="850"/>
            <ac:spMk id="370" creationId="{DD7D9158-0A1A-3877-1099-8F6C7324CCFA}"/>
          </ac:spMkLst>
        </pc:spChg>
        <pc:spChg chg="add del mod">
          <ac:chgData name="이민재" userId="f97f16f7-28a5-49bd-9e05-fb3ef63d7997" providerId="ADAL" clId="{3604D2DB-B0B3-4E35-9EDA-42455EF74A6C}" dt="2023-06-07T07:34:37.594" v="2236" actId="21"/>
          <ac:spMkLst>
            <pc:docMk/>
            <pc:sldMk cId="2409386653" sldId="850"/>
            <ac:spMk id="371" creationId="{D2E301B5-9604-C1CE-6561-DEB514672EA1}"/>
          </ac:spMkLst>
        </pc:spChg>
        <pc:spChg chg="add del mod">
          <ac:chgData name="이민재" userId="f97f16f7-28a5-49bd-9e05-fb3ef63d7997" providerId="ADAL" clId="{3604D2DB-B0B3-4E35-9EDA-42455EF74A6C}" dt="2023-06-07T07:34:37.594" v="2236" actId="21"/>
          <ac:spMkLst>
            <pc:docMk/>
            <pc:sldMk cId="2409386653" sldId="850"/>
            <ac:spMk id="372" creationId="{0C0B69E9-C1E0-2881-14F4-058682BE1F83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374" creationId="{4C33FC1C-0B45-E54B-F45A-C44750EA18AC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389" creationId="{7819C79C-B1E3-7B20-B289-CE80D65C05B1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404" creationId="{7CE184B5-21C4-9D24-1517-B2734D78055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18" creationId="{9F2779ED-1085-289F-C7B0-6B544EF61F7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19" creationId="{4A20DCA4-D0F8-87C3-C2B6-43E3B2C68529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21" creationId="{98F950B0-1B31-6E7C-EFEC-2C04926CDF2A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36" creationId="{8F8966D2-4058-925C-D229-8C35315A4D77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51" creationId="{D63469A1-E122-8BD9-BE79-74757F635D78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5" creationId="{09B5848D-0B20-C08B-930F-6A52840B4F2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6" creationId="{592732D9-FA0F-3B4D-5E2A-073A3D09EAD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7" creationId="{167C884E-C0BD-5888-23C7-2E54F60C092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8" creationId="{E5FEA7B3-1724-F6E6-25C1-CA803AEF9B92}"/>
          </ac:spMkLst>
        </pc:spChg>
        <pc:spChg chg="add del mod">
          <ac:chgData name="이민재" userId="f97f16f7-28a5-49bd-9e05-fb3ef63d7997" providerId="ADAL" clId="{3604D2DB-B0B3-4E35-9EDA-42455EF74A6C}" dt="2023-06-07T07:35:25.607" v="2250" actId="21"/>
          <ac:spMkLst>
            <pc:docMk/>
            <pc:sldMk cId="2409386653" sldId="850"/>
            <ac:spMk id="469" creationId="{1E5BFFE9-70FC-4EA4-0181-B70D742D665E}"/>
          </ac:spMkLst>
        </pc:spChg>
        <pc:spChg chg="add del mod">
          <ac:chgData name="이민재" userId="f97f16f7-28a5-49bd-9e05-fb3ef63d7997" providerId="ADAL" clId="{3604D2DB-B0B3-4E35-9EDA-42455EF74A6C}" dt="2023-06-07T07:35:25.607" v="2250" actId="21"/>
          <ac:spMkLst>
            <pc:docMk/>
            <pc:sldMk cId="2409386653" sldId="850"/>
            <ac:spMk id="470" creationId="{B011B4DC-8875-9948-5619-02E47E79EA7A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472" creationId="{64E40DD0-101B-FDCB-5C1E-E9C840F75CF9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487" creationId="{C19A0540-3959-D644-DB85-A31BB41526D0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502" creationId="{B15DAB46-7910-AB1D-5BFE-6D93964D0889}"/>
          </ac:spMkLst>
        </pc:spChg>
        <pc:spChg chg="add del mod">
          <ac:chgData name="이민재" userId="f97f16f7-28a5-49bd-9e05-fb3ef63d7997" providerId="ADAL" clId="{3604D2DB-B0B3-4E35-9EDA-42455EF74A6C}" dt="2023-06-07T07:36:37.060" v="2260" actId="21"/>
          <ac:spMkLst>
            <pc:docMk/>
            <pc:sldMk cId="2409386653" sldId="850"/>
            <ac:spMk id="516" creationId="{0E554C2E-B40E-F390-8035-F97683B67305}"/>
          </ac:spMkLst>
        </pc:spChg>
        <pc:spChg chg="add del mod">
          <ac:chgData name="이민재" userId="f97f16f7-28a5-49bd-9e05-fb3ef63d7997" providerId="ADAL" clId="{3604D2DB-B0B3-4E35-9EDA-42455EF74A6C}" dt="2023-06-07T07:36:37.060" v="2260" actId="21"/>
          <ac:spMkLst>
            <pc:docMk/>
            <pc:sldMk cId="2409386653" sldId="850"/>
            <ac:spMk id="517" creationId="{C3D25E0A-33BE-0F02-88DA-E5BB1935552A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19" creationId="{D72F3C19-426F-EF26-7BB8-0DCACD90542A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34" creationId="{6BA77825-7686-109A-6645-E23E5D46C41E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49" creationId="{6D14B960-082F-1000-DA5C-B774FA105453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64" creationId="{33E54F47-2D04-B332-AB93-869A824CFAAA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79" creationId="{AEA9F4B4-1395-4B9A-C9D6-0632A9B92A6F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94" creationId="{4DC5A50A-C6D5-F399-4728-8947A9638D32}"/>
          </ac:spMkLst>
        </pc:spChg>
        <pc:spChg chg="add del mod">
          <ac:chgData name="이민재" userId="f97f16f7-28a5-49bd-9e05-fb3ef63d7997" providerId="ADAL" clId="{3604D2DB-B0B3-4E35-9EDA-42455EF74A6C}" dt="2023-06-07T07:36:38.633" v="2262" actId="21"/>
          <ac:spMkLst>
            <pc:docMk/>
            <pc:sldMk cId="2409386653" sldId="850"/>
            <ac:spMk id="608" creationId="{32E05994-146A-3134-E53A-E21F0EF94794}"/>
          </ac:spMkLst>
        </pc:spChg>
        <pc:spChg chg="add del mod">
          <ac:chgData name="이민재" userId="f97f16f7-28a5-49bd-9e05-fb3ef63d7997" providerId="ADAL" clId="{3604D2DB-B0B3-4E35-9EDA-42455EF74A6C}" dt="2023-06-07T07:36:38.633" v="2262" actId="21"/>
          <ac:spMkLst>
            <pc:docMk/>
            <pc:sldMk cId="2409386653" sldId="850"/>
            <ac:spMk id="609" creationId="{EF4D2244-CC68-0D57-4BA7-00D8EE056ACE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11" creationId="{D65355B0-5CE8-B857-C679-F9FE75F0EF80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26" creationId="{649AEA34-D11E-887E-4D4F-F1AF1B63A5E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40" creationId="{C91ED151-71B2-D27F-1182-39AE5E8C555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41" creationId="{980AB2C5-3B74-8A2D-7ACA-C8049B0B10B8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43" creationId="{DD233488-73BE-3097-74B0-C88353E162CF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57" creationId="{FE653AB6-1C8B-E826-F494-D66452E82B3A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58" creationId="{28D25189-6648-5C3C-A172-969E5646E867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60" creationId="{C683E00F-EDDC-8E85-D496-A4A289106BB7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75" creationId="{2D5D5714-E726-229E-C72E-E149383BFDE0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90" creationId="{20E68EA5-BE8E-0F82-6823-FAE20955359D}"/>
          </ac:spMkLst>
        </pc:spChg>
        <pc:spChg chg="mod">
          <ac:chgData name="이민재" userId="f97f16f7-28a5-49bd-9e05-fb3ef63d7997" providerId="ADAL" clId="{3604D2DB-B0B3-4E35-9EDA-42455EF74A6C}" dt="2023-06-07T07:37:29.327" v="2270"/>
          <ac:spMkLst>
            <pc:docMk/>
            <pc:sldMk cId="2409386653" sldId="850"/>
            <ac:spMk id="705" creationId="{36103262-3DD0-0640-818B-67354EFCE0A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19" creationId="{8A7D4080-9AA6-812D-12F9-BDEA1F76001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0" creationId="{57C2253A-E8FF-B7A7-D739-7372D9F3FDF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1" creationId="{DAC7A15A-9C0A-B8FB-D13B-E7235499BF6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7:38:00.571" v="2272"/>
          <ac:spMkLst>
            <pc:docMk/>
            <pc:sldMk cId="2409386653" sldId="850"/>
            <ac:spMk id="724" creationId="{FFB26147-3E6B-A0B8-8A03-BC37B6475E7A}"/>
          </ac:spMkLst>
        </pc:spChg>
        <pc:spChg chg="mod">
          <ac:chgData name="이민재" userId="f97f16f7-28a5-49bd-9e05-fb3ef63d7997" providerId="ADAL" clId="{3604D2DB-B0B3-4E35-9EDA-42455EF74A6C}" dt="2023-06-07T07:38:09.893" v="2274"/>
          <ac:spMkLst>
            <pc:docMk/>
            <pc:sldMk cId="2409386653" sldId="850"/>
            <ac:spMk id="739" creationId="{31DB6FC5-93AF-2C24-3379-170FBD0EE6D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53" creationId="{C6BD47FC-F69D-6F8B-52F9-DD5BEA50C04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7:39:23.583" v="2336" actId="571"/>
          <ac:spMkLst>
            <pc:docMk/>
            <pc:sldMk cId="2409386653" sldId="850"/>
            <ac:spMk id="756" creationId="{72B4D01F-9E24-E24B-283C-3625F75AAB55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0" creationId="{798F19D4-2A3C-9DD7-052C-B3609FF6370D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1" creationId="{A4ABE393-5B38-366D-F252-255CC71F1CE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2" creationId="{C7E0DF9F-2888-2897-F6E3-E4223817E7E6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3" creationId="{224E3AAF-9434-5365-6685-F77C70119C98}"/>
          </ac:spMkLst>
        </pc:spChg>
        <pc:spChg chg="mod">
          <ac:chgData name="이민재" userId="f97f16f7-28a5-49bd-9e05-fb3ef63d7997" providerId="ADAL" clId="{3604D2DB-B0B3-4E35-9EDA-42455EF74A6C}" dt="2023-06-07T07:42:18.934" v="2438"/>
          <ac:spMkLst>
            <pc:docMk/>
            <pc:sldMk cId="2409386653" sldId="850"/>
            <ac:spMk id="775" creationId="{E50C79E8-5ED3-FA3F-AA41-B304F74E4D9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89" creationId="{71FB1843-C8C6-E6BB-E022-DB95DCACCD12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0" creationId="{FA810792-52D2-5037-104F-E4804D0556D0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1" creationId="{FB8CBF99-8F98-7360-E7BB-84EA36D466E8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2" creationId="{A654C10C-042E-4677-F072-E68026D4068C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3" creationId="{4B608BA3-09A9-7AF5-D2B7-984EC86D64A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4" creationId="{B37A3226-E107-E830-4A57-B28025E7E911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796" creationId="{78E35F31-F9C4-36A8-00D9-318782AED35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11" creationId="{1AEC60E8-8224-3201-E926-5964CEA99AFF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26" creationId="{1A569BD3-97C7-E507-E3AB-CC04C63D77E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41" creationId="{F22148EE-3A65-F38F-4E29-6A4B473BCAD0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56" creationId="{F7FD1CD8-E265-5F65-E05E-E6E8F57896A4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71" creationId="{E5738675-A142-1126-B9AD-39FFA4EE8411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86" creationId="{19252035-B90D-F26B-D641-E6D3535B9A58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00" creationId="{D0D24271-83FE-41CC-4A0E-9006F3915631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01" creationId="{4FBB6C24-0D96-D8EC-E743-3D3DB05B014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03" creationId="{91E39D5A-5CC6-36E9-7C16-65AA77ADA1D2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18" creationId="{A7D40697-49BA-5B6E-ACFB-E5E82B095334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33" creationId="{222B2586-C756-BE1D-172E-21482CC0FCBA}"/>
          </ac:spMkLst>
        </pc:spChg>
        <pc:spChg chg="add del mod">
          <ac:chgData name="이민재" userId="f97f16f7-28a5-49bd-9e05-fb3ef63d7997" providerId="ADAL" clId="{3604D2DB-B0B3-4E35-9EDA-42455EF74A6C}" dt="2023-06-07T08:09:00.994" v="2783" actId="478"/>
          <ac:spMkLst>
            <pc:docMk/>
            <pc:sldMk cId="2409386653" sldId="850"/>
            <ac:spMk id="947" creationId="{3DECB256-6EA2-7E48-9B96-557A9ADFA92D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48" creationId="{C91AC4E5-7B70-2F61-0C4A-1F522D77F20B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49" creationId="{2E8112C6-884C-5917-93DE-70DEF2662F8F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50" creationId="{31A372DF-AEB9-AB9C-C05B-7C15862C9D66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52" creationId="{279226CC-4E6B-F38A-F449-638E7817353B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67" creationId="{1F08F903-10DF-7162-9FE4-B09D7E3A7755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82" creationId="{B2F82245-BB5B-E919-69E7-9CEB65771358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97" creationId="{49DBBB91-521B-7D95-38F2-D64C900A9DD6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11" creationId="{C077339B-55A8-7F76-4C02-1BF91D12EEA5}"/>
          </ac:spMkLst>
        </pc:spChg>
        <pc:spChg chg="add del mod">
          <ac:chgData name="이민재" userId="f97f16f7-28a5-49bd-9e05-fb3ef63d7997" providerId="ADAL" clId="{3604D2DB-B0B3-4E35-9EDA-42455EF74A6C}" dt="2023-06-07T08:06:26.146" v="2670" actId="478"/>
          <ac:spMkLst>
            <pc:docMk/>
            <pc:sldMk cId="2409386653" sldId="850"/>
            <ac:spMk id="1012" creationId="{F034E4F6-A4E4-DE92-DBFA-CC6B36F86F1C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14" creationId="{0EC64894-A626-03FF-B612-04D4813D85AB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28" creationId="{56348D89-D7F0-7DE6-9E57-306FA7A28A86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29" creationId="{3239E392-7DFC-3E84-B2E7-3F8CFF2FE9B2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31" creationId="{A370CEEE-DBB8-B673-D27D-6E7BD70795F5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46" creationId="{F3F60830-62C4-566D-59A3-12756B941DB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61" creationId="{44A1B198-9BD3-E48F-8FF1-B2FA238B1FBC}"/>
          </ac:spMkLst>
        </pc:spChg>
        <pc:spChg chg="add del mod">
          <ac:chgData name="이민재" userId="f97f16f7-28a5-49bd-9e05-fb3ef63d7997" providerId="ADAL" clId="{3604D2DB-B0B3-4E35-9EDA-42455EF74A6C}" dt="2023-06-07T08:02:39.517" v="2526" actId="478"/>
          <ac:spMkLst>
            <pc:docMk/>
            <pc:sldMk cId="2409386653" sldId="850"/>
            <ac:spMk id="1075" creationId="{896143FF-99D0-F7CD-88A9-39A695BC6C9F}"/>
          </ac:spMkLst>
        </pc:spChg>
        <pc:spChg chg="add del mod">
          <ac:chgData name="이민재" userId="f97f16f7-28a5-49bd-9e05-fb3ef63d7997" providerId="ADAL" clId="{3604D2DB-B0B3-4E35-9EDA-42455EF74A6C}" dt="2023-06-07T08:01:54.810" v="2516" actId="478"/>
          <ac:spMkLst>
            <pc:docMk/>
            <pc:sldMk cId="2409386653" sldId="850"/>
            <ac:spMk id="1076" creationId="{ABB9BB1D-C791-7C76-DDEB-FB1213B8E8F7}"/>
          </ac:spMkLst>
        </pc:spChg>
        <pc:spChg chg="add del mod">
          <ac:chgData name="이민재" userId="f97f16f7-28a5-49bd-9e05-fb3ef63d7997" providerId="ADAL" clId="{3604D2DB-B0B3-4E35-9EDA-42455EF74A6C}" dt="2023-06-07T08:01:55.889" v="2517" actId="478"/>
          <ac:spMkLst>
            <pc:docMk/>
            <pc:sldMk cId="2409386653" sldId="850"/>
            <ac:spMk id="1077" creationId="{D99BC1D6-7DCF-42ED-5094-84FADCC3EEC9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079" creationId="{A6C80A9A-A2DA-AECD-5A99-37B46DE109FD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094" creationId="{BC7847C0-E111-5BCC-CD0C-47AD9B1D4F81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09" creationId="{2C8FCFC9-7DEF-FBC6-12EA-E17F773A5E69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24" creationId="{B51EA9DA-6428-DEDA-586E-ACAA678BECA7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39" creationId="{6B68CD5C-AF9C-6570-BA7E-51EC71C15E57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54" creationId="{6A929C61-0179-B543-3A9F-8BE0DAA3EED9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169" creationId="{9219D830-E372-CCE0-7627-B9FA48F153C9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184" creationId="{91BC98D4-EF94-2EEB-C9DD-923E515703F3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198" creationId="{1EABF5A7-D8AF-C4D4-F606-D95F0B47AD85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00" creationId="{8996B8C7-6286-71A0-02C5-305B43F4DE2B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214" creationId="{BC7EEF85-FD12-4797-09AE-A9D2AA99F750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215" creationId="{8650F225-0F05-823C-BC94-DDCF4F8A036B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17" creationId="{7112E30A-4A8F-433B-FAB0-7C369CB98D4F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32" creationId="{D7144D29-F264-4489-5EC5-8BF085EB3740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47" creationId="{601C852C-C772-8B03-A054-5DF3360696F2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62" creationId="{9D4E639C-499F-6EAB-203C-A757887046BD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77" creationId="{BC1064E8-6E1B-B1CF-393E-91A4FBF9CC94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92" creationId="{39C32EF3-F3BD-C544-E08B-5661B1DF65A2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07" creationId="{D4323F5C-FD27-2336-2C8C-652611D2A54A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22" creationId="{0DC17B14-84D0-08CE-7D1B-D4D86F2EBBFD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37" creationId="{05696535-D4EF-18AF-F79D-81F9F7CC4BF8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52" creationId="{9C2EBCA0-3F7F-CC35-9829-E9C1C031745A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67" creationId="{8B10CF47-6F2B-2066-279A-B93DE437D3BD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82" creationId="{B2AEFFFD-5972-539A-8865-2213F9F16085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97" creationId="{BBE7A601-FC0F-8B26-007C-D959FEA52C15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412" creationId="{9BC51584-8107-0491-CBCC-D38174AAB31A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427" creationId="{0B0225DC-DC16-86FE-8E01-BD1ABD63E477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42" creationId="{115513F4-9423-5790-E081-9E5490F2120C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57" creationId="{7A6DA4D3-4E96-EC5E-6323-30EE044E1127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72" creationId="{A19EC6E7-892F-35D3-CDC3-D012B68886EE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87" creationId="{0FCF46CE-F87F-4A2D-0C18-325C7562265D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502" creationId="{2400A6BC-8EB5-FFE2-CA68-28D0ABA7EE33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517" creationId="{204BC6E7-795A-DA94-116A-D16138D0E02B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32" creationId="{06D1BF4E-4921-A1EA-8727-A0887AD64DE2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47" creationId="{D11C864D-B035-CBAC-89AF-B53B0D76BA5C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62" creationId="{31F79544-C5C9-617B-B719-1AB8F629CDC0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77" creationId="{7A7AB73F-542D-E104-D83B-EE662DE9A066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92" creationId="{FB9FA798-BFAD-721B-8118-7BF7223304B1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607" creationId="{432BF832-52F3-53AE-57E1-58054AB30366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22" creationId="{67F295B6-C16A-0747-CFC4-9832D55E87D6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37" creationId="{06DA8855-4892-2ACE-A8F6-B4B3172AD8FE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52" creationId="{B0A9F9DC-4156-A247-17C0-2EA1BC142965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67" creationId="{E787A708-7D9A-82A7-A5F7-FB965EAA287A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82" creationId="{F1FDF82F-A355-2DA9-A542-11C46CB7CEB3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97" creationId="{E6E23350-ABF0-8EA4-D103-96D549E309B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12" creationId="{899E7640-913F-F6FF-0701-7ABAD5454A7E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27" creationId="{4B3F34C7-97E6-6AD8-9FE6-C68ED2560FA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42" creationId="{90B15543-F39F-9067-A645-361048DEF314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57" creationId="{6F78B2E5-01D5-4E95-E0F7-0E42E4E8C23E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72" creationId="{26223262-45B9-4A7D-C1A0-35D227BB2B8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87" creationId="{0015066B-5DA4-F585-B9DE-071AEFA864B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02" creationId="{829251AA-2490-B1E1-B51B-82CB81D0710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17" creationId="{3C475225-0EC0-3DCD-9931-A8F3D0428AA2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32" creationId="{355F0C27-EC8A-E5E1-AB2A-48B719BA143D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47" creationId="{69EA7E68-8AA5-1090-838A-B3095510474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62" creationId="{1D28C544-566E-DDC8-0A82-0445A8C0A53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77" creationId="{FAD79BA9-D38D-B319-96B3-62082247D1E4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92" creationId="{62A00CCC-D809-6B26-B7C6-7D9DFDB0A78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07" creationId="{02963EFE-9613-A686-F0AA-CE268C7CFD4D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22" creationId="{E68A3267-F7B7-267C-0836-BC6FC4F7520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37" creationId="{9116ABE1-67E6-56E1-6A9A-290FAC72901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52" creationId="{7A9C7DA9-5451-C4BE-C1AC-62EB71850801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67" creationId="{ED8B5877-73B6-6093-3722-A9F32F0C2D5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1982" creationId="{EC9A9A65-F9A7-5478-272D-5B9F7243F99B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1997" creationId="{0FD8C69C-AC4F-F062-3812-4B9D8F5404C2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12" creationId="{458FFF91-7933-36E8-8781-B8182DFCB644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27" creationId="{7733CFBD-D055-C000-A04A-E85D255C4867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42" creationId="{B20BE1AD-39FC-A785-3FBB-24561A89AFB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57" creationId="{9452A0A9-22D5-6871-020D-E5E776B5345D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72" creationId="{03A5C7D2-95A3-BB12-CDDA-3260C0E09E9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87" creationId="{74468D0E-7B9B-78CC-C426-91D177E06CA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02" creationId="{2C2DF4CC-11EC-EB42-E343-634DC9CD843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17" creationId="{FF354505-A570-5122-9E1B-3583C9045AEB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32" creationId="{9EC3E4A6-742A-CC06-F5A3-46ECA62CD26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47" creationId="{6CAA56BE-6AD1-0FB3-AD1F-379676A2A57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62" creationId="{F95C52F0-3745-59A4-9641-01F19F6052E4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77" creationId="{C43F2B89-1D13-56A8-760C-2E898082074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92" creationId="{1FA8BE2D-64A5-B0C6-C58D-BFCCE319A869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07" creationId="{CE8EDCDA-CC10-8B2C-9991-7539EABDD53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22" creationId="{FD2BE970-66EA-D465-7AC1-95F3186A13C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37" creationId="{4CD5C1BD-86B4-814F-0AA5-794D8FA0E348}"/>
          </ac:spMkLst>
        </pc:spChg>
        <pc:spChg chg="add del mod">
          <ac:chgData name="이민재" userId="f97f16f7-28a5-49bd-9e05-fb3ef63d7997" providerId="ADAL" clId="{3604D2DB-B0B3-4E35-9EDA-42455EF74A6C}" dt="2023-06-07T08:10:39.091" v="2842" actId="478"/>
          <ac:spMkLst>
            <pc:docMk/>
            <pc:sldMk cId="2409386653" sldId="850"/>
            <ac:spMk id="2251" creationId="{A94E57D3-00AD-B5CE-B24E-0E45D7D06A7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2" creationId="{97963E91-B41A-254D-F5B1-06A8576F4A5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3" creationId="{F58FA68C-FFBF-BD16-3C99-21E9F9E8C6B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4" creationId="{BDA0056A-E89E-2643-6F40-81D28D59F060}"/>
          </ac:spMkLst>
        </pc:spChg>
        <pc:spChg chg="add mod">
          <ac:chgData name="이민재" userId="f97f16f7-28a5-49bd-9e05-fb3ef63d7997" providerId="ADAL" clId="{3604D2DB-B0B3-4E35-9EDA-42455EF74A6C}" dt="2023-06-08T07:34:55.672" v="4747" actId="20577"/>
          <ac:spMkLst>
            <pc:docMk/>
            <pc:sldMk cId="2409386653" sldId="850"/>
            <ac:spMk id="2255" creationId="{1E43506F-003F-7D04-AA02-7C628506514C}"/>
          </ac:spMkLst>
        </pc:s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5" creationId="{056988BC-8560-FFA7-656F-463BA32E86FD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20" creationId="{39BBB922-F5E5-261D-9EDD-B32D247713C6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35" creationId="{6894AE98-36C4-7CC3-8685-7BE66A02878B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50" creationId="{63454C6A-CC0E-6365-009A-39116DA7BD16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65" creationId="{28C3CA85-A90F-96E2-638B-764FD3EC20CB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80" creationId="{4934EC70-B403-42B6-A3A9-5C4EC57E6AA5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95" creationId="{298BC201-BA5D-49B8-F4AB-F39D86F81F31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110" creationId="{902AA1D2-1BD5-0563-98BC-E8F292F60C3F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125" creationId="{86600E1A-D8B1-C557-5F7C-8972A4A32D96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40" creationId="{278A2511-9285-8323-2ADA-69D577ECA97E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55" creationId="{4ED4B69D-185E-05E2-5753-F46B4600DCCC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70" creationId="{073B9AEB-8F4E-D97E-EBAE-7948209B4893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185" creationId="{B485A796-B4DC-8A53-D120-E81D3B122B7E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200" creationId="{E881FB41-6A64-B044-7ABD-0319EF46981F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215" creationId="{12DB92BB-1E54-B333-B981-C41542FABC3C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30" creationId="{7BBF165E-320A-9249-8AFD-93AA55F960A7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45" creationId="{B6F53F10-F2C6-8FB4-2058-A180BBB6B766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60" creationId="{2B94B834-46FC-1644-06F9-EF1B3C19DF47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275" creationId="{8A7F87D6-9594-5C0B-5DD5-753230860E3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90" creationId="{9B7D09C8-EC7C-B138-904F-2033BCE55FC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05" creationId="{89AD7698-2873-C177-CDCA-5A17E11C698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20" creationId="{2EF01CB7-43A0-7D43-CDB9-DE4448D08FF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35" creationId="{9D427698-9643-4AB9-8C5A-17E851B1DB8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50" creationId="{796383BC-04E1-DD34-DF85-322F6064B7C9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373" creationId="{2829D4FB-87C7-C78B-DA44-A487E44FBE4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88" creationId="{90534711-4760-A206-21B1-BF5565D6912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03" creationId="{CC54761B-2AFA-18EC-F93B-B7229009C97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20" creationId="{007E1CF5-50DD-FD8A-C6D4-9EBF5AB82E8B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35" creationId="{11A3D3F1-0B93-9EA0-F13B-B962B6679F3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50" creationId="{F7F6D97F-078F-5948-6FCB-DF8FA4259703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471" creationId="{079803F0-A3F8-D089-E8ED-6823729EAA58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486" creationId="{ED679E8F-07BC-5409-6874-38FFACC8ED0A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501" creationId="{0D78BF41-B4DF-A9BF-1F6F-5AD8DF76E089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518" creationId="{B1773616-4DEF-C0FF-6C1B-BDD35D09F19A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33" creationId="{0DF630AA-05AB-4F43-D994-E993412B08A9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48" creationId="{2EB7FE2F-12A5-C6AA-083E-EC0D314FAAD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563" creationId="{2134CE8A-2681-1B0E-8F5C-4FA7410787F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578" creationId="{D693AAFD-0D26-CCAF-5E60-2AA7268760AD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93" creationId="{FD90BADA-7DD5-74BF-EF94-7B2AF9D8839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10" creationId="{2A297DB6-6E97-3EE7-4244-83032DCC132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25" creationId="{9D8C8DA7-6419-D1A5-B302-48D0A1CD2BF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42" creationId="{F04DA6D4-56CC-DDB5-A802-03AC344FB58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59" creationId="{C7C201D6-4D6D-D839-F4DB-AAD3CE98079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74" creationId="{AA475895-6607-8E6E-54F4-ED08AAED15F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89" creationId="{EF8C0A65-6E7F-E041-B2AB-9470B39796B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04" creationId="{67D25C4A-3935-F924-1942-E55F6DD7F33B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23" creationId="{5243A906-B8AE-E95C-DCB0-FFC7D3F2BED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38" creationId="{004E1331-561F-BB2E-2509-83E28C5278D9}"/>
          </ac:grpSpMkLst>
        </pc:grpChg>
        <pc:grpChg chg="add mod">
          <ac:chgData name="이민재" userId="f97f16f7-28a5-49bd-9e05-fb3ef63d7997" providerId="ADAL" clId="{3604D2DB-B0B3-4E35-9EDA-42455EF74A6C}" dt="2023-06-07T07:39:23.583" v="2336" actId="571"/>
          <ac:grpSpMkLst>
            <pc:docMk/>
            <pc:sldMk cId="2409386653" sldId="850"/>
            <ac:grpSpMk id="755" creationId="{D0FFD218-9299-D484-2FBD-014E85DD533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74" creationId="{1E146D56-B965-DBE3-0DF2-650E7F4E6E3D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795" creationId="{A674F976-7590-5CA3-0376-83ED52A0742F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10" creationId="{497670E0-D2A9-1176-73E0-CB6CEBC82CB0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25" creationId="{EA800D39-EB20-AF89-47E1-17F4E2CF6A44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40" creationId="{D7FC6BED-FC63-3DEE-F3C4-43AE06AA0644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55" creationId="{D1648D1F-876D-811B-63B1-1D92DE04A20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870" creationId="{76C1380B-BC1C-3860-08C3-EA0F8D0279F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885" creationId="{162AF256-8894-0DBD-F0FF-7C8843308FE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02" creationId="{DA1A1DE0-2205-A513-BD9D-4578E05D2A7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17" creationId="{6F363D94-C17D-4995-5197-4C8B0C403F2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32" creationId="{5A886F6C-E5BB-8C99-1FED-02CF880D79A7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951" creationId="{8CEDADDB-4154-7015-283F-A4429DCD974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66" creationId="{373824B4-888D-F898-7B55-6865B0CCDF24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981" creationId="{EF11D616-28B8-A70A-F76A-A3681C682095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996" creationId="{C36A65E2-04E3-0462-744B-7F32DF70FABE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13" creationId="{3D1024C4-0329-3C7A-9C67-F85E3CA7F734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30" creationId="{611E3271-F59B-E5CA-70E4-57DD77D25542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45" creationId="{F533C533-1BD1-2A1F-3CA3-36BF2468FA6F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60" creationId="{35EE8F5F-9C7A-BA07-4F4E-16C3A5F756B5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78" creationId="{DA0C625F-1C93-2147-D596-B3D09CAF6C1B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93" creationId="{F55F46DB-36DB-DBD5-B648-9A18351312B7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08" creationId="{860934AB-6384-2BF8-D272-94B2E87582DB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23" creationId="{DF88AF72-75AC-FC2B-61A2-6DF59D056711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38" creationId="{22C59E63-9D7D-8F29-BCC1-C5C0CC4290E7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53" creationId="{6AFA22AE-C8B9-8617-D4BE-6C22371F16F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68" creationId="{38F277A3-CE34-DBDE-9AD6-BCC1B650AE82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83" creationId="{FC36B5A6-AC17-7657-9991-58D801968DC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99" creationId="{A9A7BDAE-CB7B-8DB9-2D35-E385B2888EE1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16" creationId="{7D847B93-E5AB-7457-9DCC-A37A0E2D1C7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31" creationId="{33E54825-F534-1FDD-A89F-89EFB178386E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46" creationId="{4A9DB3F1-86CC-4C29-F82E-6A2AE5F84053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61" creationId="{54EDB7EE-A89D-A361-B1C0-F1929B229B0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76" creationId="{11009AE6-7F1D-A95A-FEDB-FBAB69EAA42E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91" creationId="{37459782-638E-7F5D-2AD7-AA3F11FFCDF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06" creationId="{D748925F-82A3-EB6F-CFD0-15BF9E84431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21" creationId="{88EC7F53-B83E-D87C-04E5-64C29E5E9017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36" creationId="{214737B5-897E-5237-E984-2CCADF39A908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51" creationId="{96F5778B-8562-C8E5-63B0-17FDCFC6B159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66" creationId="{4226FBF8-CCBD-F7A4-920E-B9149A19FDDF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81" creationId="{6E564A58-29C3-6C65-0306-CDC245B52491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96" creationId="{2A1688A8-3DBB-99AE-551E-EC0FB90DBE25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411" creationId="{B79444CB-0DDA-3B45-CEA5-2FB5DDAF8269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426" creationId="{921338F6-23EA-D042-3897-5A4A73F8CA6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41" creationId="{66329B53-EDC1-B2C3-6DF1-D77396233FF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56" creationId="{D667989B-EBFD-4221-B60E-F9A3E2F0C48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71" creationId="{9B4BE073-48BF-D427-9110-1B1717117AE2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86" creationId="{B3184F11-F05D-33DC-9088-25AE7CBDBAB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501" creationId="{4D78379F-E8A5-8BB8-086C-4EEA697F8C1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516" creationId="{DA4A2A00-FB9B-6433-D15B-83C0D504E9AC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31" creationId="{BF066B7C-545B-3BEA-88DB-9B69FDF2368C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46" creationId="{13AA4319-2239-13AD-02E7-83D5E8AA20CB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61" creationId="{071217D0-98F7-5BC2-501A-14BF69CBE0EA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76" creationId="{015980AC-730F-22C3-DE83-667438E27A9F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91" creationId="{32B92C38-7AFD-A129-5FFA-94066DAC069E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606" creationId="{B3A8BDDA-2E4A-6EDE-56A6-6C5F944FBB2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21" creationId="{26E39007-5732-2D5F-37F3-613C99BE513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36" creationId="{58AC5C87-EF15-DEEF-D589-02CC06FAF05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51" creationId="{C93041B2-1CA2-CBD1-858C-6CD8D6B7A4B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66" creationId="{28C73966-8052-246B-C46D-F759710F0A4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81" creationId="{E6AA7CD3-BF1D-260F-93E9-D4BB1EED11E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96" creationId="{273F29E5-BFBA-0908-0D88-E12611DF471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11" creationId="{5A9253A3-A654-E073-662A-CC7282A7AFB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26" creationId="{7AB6D669-4EE8-D0FD-CC10-AD0D458BF76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41" creationId="{5621BB1C-FF17-66E6-79FA-B3519491EB4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56" creationId="{7CE747EC-E816-9FF9-DAC2-F0A1455454D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71" creationId="{99333175-A6FA-9C51-A7F8-96865AC37EA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86" creationId="{8CD81D2C-20DE-13C1-2E79-ACE374C1D00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01" creationId="{62C343D5-5860-3349-C05B-28E10694AD0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16" creationId="{52120327-64F0-F99A-520F-3541A76689C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31" creationId="{3B933B75-0A86-232A-1CD9-FAD8D2C7FB4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46" creationId="{E527E591-7598-120C-A200-C9A0B8A01AD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61" creationId="{725EED4A-AC46-AE3B-6C7D-A556D801298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76" creationId="{5E97F1AD-CB60-B4B3-B0E2-90E2F529A6E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91" creationId="{52AF7939-AFA7-3CC8-E805-854FFD758B8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06" creationId="{1C45AC1F-C077-0439-8A1D-FE2FD8EF9AD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21" creationId="{53F841A0-3A43-88FA-625B-D1B76093470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36" creationId="{B7E26AA1-04EF-7380-963F-10B2F0D7C36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51" creationId="{74DC61F3-BB6D-A20A-EB2E-A26FF64E9F3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66" creationId="{17EAAD18-24F7-2FD2-709A-FCD5D2A3D8D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81" creationId="{6D2E9463-055C-0BF6-34AE-1B7826758F2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96" creationId="{32F923C1-29DF-FD16-A318-E1E3462351A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11" creationId="{CE6478CB-5258-7CC5-3714-4AC7757197C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26" creationId="{5EE6962E-E63A-6128-EF95-5826D134EDF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41" creationId="{43D3162F-1B74-0448-BB0D-98CA680D3C32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56" creationId="{8AC48C66-2B2A-4B5D-1AA3-1853320D951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71" creationId="{6BD16CA5-7626-A4AC-3424-BC2CE766748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86" creationId="{A11C391A-443B-0438-A2C8-BEF37D2A93F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01" creationId="{51FF66F4-8EA1-FB9B-1A55-2198CF913C6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16" creationId="{017DCC4A-DACE-631C-4E58-35BA9F3AB11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31" creationId="{3EF2E0EB-90EA-2ADA-909F-F0C62CF52C2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46" creationId="{F3664AF0-A2C1-9B28-5FD8-BEC956C074B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61" creationId="{64A20485-57C2-6F08-95BF-44FB291BFAA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76" creationId="{7D136566-98F1-5AD8-6BC4-77BDAD2DB76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91" creationId="{5C7C2890-12D7-49C6-0014-F8BE0A9E324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06" creationId="{81D10560-211E-5775-1333-B2C188EA639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21" creationId="{2E2D908D-D406-F912-26E4-171A9281018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36" creationId="{103E2829-7964-BC1A-4281-14D2862856D1}"/>
          </ac:grpSpMkLst>
        </pc:grpChg>
        <pc:graphicFrameChg chg="add del mod">
          <ac:chgData name="이민재" userId="f97f16f7-28a5-49bd-9e05-fb3ef63d7997" providerId="ADAL" clId="{3604D2DB-B0B3-4E35-9EDA-42455EF74A6C}" dt="2023-06-08T05:56:17.796" v="4261"/>
          <ac:graphicFrameMkLst>
            <pc:docMk/>
            <pc:sldMk cId="2409386653" sldId="850"/>
            <ac:graphicFrameMk id="2" creationId="{3556D01D-8C70-704E-5155-A288DA01807D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07:35:16.485" v="4749" actId="14734"/>
          <ac:graphicFrameMkLst>
            <pc:docMk/>
            <pc:sldMk cId="2409386653" sldId="850"/>
            <ac:graphicFrameMk id="3" creationId="{0A19E72C-D2AF-ECC0-D6AB-9A6739823031}"/>
          </ac:graphicFrameMkLst>
        </pc:graphicFrameChg>
        <pc:picChg chg="add mod">
          <ac:chgData name="이민재" userId="f97f16f7-28a5-49bd-9e05-fb3ef63d7997" providerId="ADAL" clId="{3604D2DB-B0B3-4E35-9EDA-42455EF74A6C}" dt="2023-06-08T07:14:54.873" v="4710" actId="1076"/>
          <ac:picMkLst>
            <pc:docMk/>
            <pc:sldMk cId="2409386653" sldId="850"/>
            <ac:picMk id="6" creationId="{7C0968ED-6E5A-3CDF-A118-AA0E085C3DAE}"/>
          </ac:picMkLst>
        </pc:pic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7" creationId="{055B11CE-155F-ACFE-EEF6-44C9FB965492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8" creationId="{66565C2C-5BD8-8236-04BF-5A977159215D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9" creationId="{D2A88080-40A9-5971-FBFE-BF8559A66EDC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0" creationId="{BB8CBD56-7107-027F-B1F6-5AD2BB0AF9F7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1" creationId="{E88ED8CE-42FE-EC12-0512-776C51AE874A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2" creationId="{7A1D42C8-187A-B5C9-54E0-A9C94760D60E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3" creationId="{E51FE41C-ABD4-B81E-A42D-8FBD0395678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4" creationId="{2B75A3A6-509F-C802-F6E3-0F7DF23A842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5" creationId="{8450D472-59FD-1838-310F-13AEFBDB7FC9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6" creationId="{4791EA4C-218E-23DA-0A00-8CD936929B78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7" creationId="{440B73A2-53AE-91BD-A07B-EFFD46F38B2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8" creationId="{3A4A9EAD-50FE-191D-426F-5E7E7F98176C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9" creationId="{3CED2352-5829-9187-E6F2-DCE6C9860DB5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2" creationId="{6DB891EA-C655-6D2A-27B6-5FC010F8234C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3" creationId="{1C60DA7F-DEE3-A28D-9163-67E6C38F1D0D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4" creationId="{F0A57394-5C42-03BA-D4C8-5AD7CA7E1540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5" creationId="{CDBD78BE-200A-6732-BB28-88E4E23CF9E9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6" creationId="{7576A5BE-DC9E-5516-289E-8906AF23FDCB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7" creationId="{B1043902-9C44-18F8-1C56-BAD7A780D299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8" creationId="{E1416D9E-4DCD-E300-9AC0-0D26919E698A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9" creationId="{3B2154E3-189C-BA61-1F21-71F286C7F6CA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0" creationId="{2DCF93F9-0E3D-3696-DCF5-123A6DD1D5C5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1" creationId="{BC3C5F3D-15A7-1BA1-03C2-4ED17DEF9C28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2" creationId="{A1F84C95-A79A-FF6A-5780-C4A6669BAB93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3" creationId="{B95CEA4C-1422-B985-2D1F-01475F8EE9AF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4" creationId="{605944BE-7865-4428-A2B1-1BC90A476468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7" creationId="{0D03399B-422C-5AEC-A45B-EA6C1B95A769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8" creationId="{D5314AA2-3F25-2819-1FB8-6DBFF6F4DFDF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9" creationId="{223C1016-0733-6E82-FA1B-70B892B8C30B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0" creationId="{66EF15C6-6A7A-EB8E-B5AA-829B60B91860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1" creationId="{EB1652A0-C9C2-CCCB-5821-BF003DF44A17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2" creationId="{55173AB1-636E-A6B9-6854-4D3C4511CC9B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3" creationId="{3A9D4212-A461-B9AC-108B-CB43A9D1EF14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4" creationId="{B6E48665-C89C-F9B4-65F4-C2D7E86AC0B0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5" creationId="{C8361F64-B6FE-9AFF-7F31-B96DA69428F1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6" creationId="{170AB426-697C-8FBB-CE9D-F597E2884356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7" creationId="{750BD16E-6918-5115-1909-0CD2127615C2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8" creationId="{6120F364-4BFC-D3AD-694C-3CAF24EDA81F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9" creationId="{1E25C7BB-9ADF-007E-E1A1-405EFF4EE76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2" creationId="{E81D3968-1C7F-265C-77EC-E9EF6E0BFB8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3" creationId="{59FE9AD6-AB16-7E0C-1C5F-35E4EAC15CC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4" creationId="{BDBD9FAB-BF63-5FDA-C147-63F777F6E54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5" creationId="{629F839F-6093-928B-D3FE-4D95AB97095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6" creationId="{24DE8AC7-461A-2333-EDC0-4B8A1DD8E8F9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7" creationId="{AB7E5AD8-C354-3104-1DB1-F1DEA5382F52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8" creationId="{6857D229-1221-B0E4-5A1C-B72BE6DA1D37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9" creationId="{D8E2546F-89ED-6F16-25E4-15380546579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0" creationId="{09CC3850-12CB-93F4-50CB-15E68B4E6AA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1" creationId="{5EED374B-02A7-62AA-5349-7E92EAA72E8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2" creationId="{898F7C2B-62C9-7E92-11FB-52E9DA2DE89F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3" creationId="{B257E9D5-086F-7B28-7372-6DF12D76EDD5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4" creationId="{3EAA47E0-086A-08D8-8ACB-AE15F62FC18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7" creationId="{94CA1BF3-08D4-E85C-239D-0DE318B758F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8" creationId="{1C51359C-DDE2-5776-B47F-FDE4981C082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9" creationId="{2476DBD1-F10D-85F9-D0C5-BF01B666B211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0" creationId="{E0A73132-2852-D071-9000-E07FC279AC2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1" creationId="{820F0D82-BF9C-E900-ABDD-4F6FB2B90AC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2" creationId="{4CB966A8-2BA9-0A2B-91C3-9DA2A487DF5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3" creationId="{DBFD4C2B-B00D-4ADD-C555-998A03AFAE3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4" creationId="{E38D4327-C095-71A6-D5F1-529142110C7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5" creationId="{FEFA9100-2BC8-88BB-7BD1-72D6394D8544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6" creationId="{71B3E903-039E-4BED-DC65-FF7B4D318D6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7" creationId="{BFFFB8A3-0361-8ADA-922D-308F8F4767A5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8" creationId="{D7AC62FC-E0D3-B5DC-23F5-376A7A57F0D0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9" creationId="{6DCF49F7-600D-5F16-82AD-7E98C5550320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2" creationId="{BFD30E56-A9AF-4CD7-4B7D-268D22FBDCF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3" creationId="{C7FB2DCE-D916-C24A-3789-624E3DACBF1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4" creationId="{46A30701-3F4E-1C59-A067-72E9ACCD5A7A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5" creationId="{31780E86-0EC0-3E6C-AEED-B3A3FF73DA5F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6" creationId="{484D2548-2465-AFB4-E266-A1C164FF0F9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7" creationId="{52ABD9E7-2165-0B6F-5337-17030B1038D9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8" creationId="{9020D302-113F-98C6-2C96-9BFB73482BD3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9" creationId="{9A00A335-15C7-CA2C-4332-6A85F38A5AC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0" creationId="{B8F1DE8F-B74B-496E-5052-FDAE5A0FB1E3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1" creationId="{E99D26F7-B5F9-68A9-EDE4-26E9167B1A6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2" creationId="{6AEBDC66-348F-C86A-C6F3-85E40EECE261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3" creationId="{4A031EF4-E983-12FF-11FD-C7F558615F9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4" creationId="{821C2261-6FF0-B193-EDA0-02BADCA3BFA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7" creationId="{8974BA80-BDF2-AA8C-642F-3DC66132A8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8" creationId="{3EBAAAAF-31DC-5CE8-06B1-802B5BE20AF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9" creationId="{7C0C3799-7F25-3B68-19F7-D2580FAFDA4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0" creationId="{FF96E75B-1FBC-9F90-76E4-BF4D23AF436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1" creationId="{F87D4AAE-0249-03E4-F3DF-748AC322173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2" creationId="{2E600E92-EEC3-A001-7FD7-6D72E92F8AC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3" creationId="{5B44BB72-069B-C621-EBF7-5B22775134A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4" creationId="{95B65E6B-0AEC-7D0B-23AE-22492208C91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5" creationId="{7FC57BA5-9105-B657-EEB5-43DB27274B4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6" creationId="{519B63BA-4915-8ECB-C7E5-B04CE2D4B88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7" creationId="{F362BCDF-CB66-714F-38B6-F210B232DB9F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8" creationId="{EB5B1542-2207-5608-2D85-AFB5E0BDA65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9" creationId="{8C69A3BA-6B36-DBCF-E97C-934203EA8AB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2" creationId="{037A4F68-E7D7-A506-6788-75966E34FEF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3" creationId="{212BF91E-A0B7-D1AB-3012-A83CC512C8F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4" creationId="{ECC0B09E-3995-E354-233C-88B6CDB0FBD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5" creationId="{E857A269-7616-35F2-349A-039A402F3F7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6" creationId="{15B7994C-6BAC-6A84-EAB8-5B82212C535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7" creationId="{E099CA9B-4A28-1A04-C227-4E06F49D2D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8" creationId="{AD479765-6396-7FDE-4921-722A5CAED1B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9" creationId="{E7BA771C-03FA-E73E-CD5D-E360A3BE50A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0" creationId="{1891EB7D-7BDB-F56B-4E0F-292004E10EB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1" creationId="{FE6BD6E0-D27B-5D9F-2BFF-D37A0FE287B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2" creationId="{0C501C0E-0948-2073-5474-39F3DAB800D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3" creationId="{A0A7903E-5E54-98B9-5BB7-6CC62AA0766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4" creationId="{31681F2A-CDE5-C826-746D-77E139C361C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7" creationId="{8F1EE4B3-D1B8-C8EE-BA04-F18EB002AA2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8" creationId="{CB96AEE6-823D-9E60-790D-2E7FBF1F9D6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9" creationId="{8851DB94-7094-27C1-F289-DA9D25A7E9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0" creationId="{0E269D47-DBB1-5412-332B-56EF845EB00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1" creationId="{05844759-625E-1114-51B2-BC574877C3F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2" creationId="{DAF63C18-BC35-66DF-231F-DB75B44FDF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3" creationId="{B6BEAFA2-DAC4-F557-6C0A-14924FD2497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4" creationId="{A0FA0FD1-89C5-5434-2F1F-9C530D80F37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5" creationId="{8E706287-3D66-AEDD-DACA-99AB9DAFAA2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6" creationId="{BC0D1919-D93C-5E63-5283-4DB41034782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7" creationId="{FAD34A1D-EF7D-05F7-1F0C-F8F48BA38A3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8" creationId="{11B26358-32D1-2DE4-5706-E039609C9A9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9" creationId="{DB14E298-A1BB-B3B5-6FE0-BF22200BBF9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2" creationId="{1307915E-B835-DDF2-1EA5-B642937BF0F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3" creationId="{C103FFDD-3983-2C11-E2AA-9A9A927996E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4" creationId="{798243E7-73FC-8509-CC1A-9B7619D2897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5" creationId="{CD6CEEBE-B23D-2D81-FD58-A561E4836F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6" creationId="{90EDF027-306D-CD8F-E5DE-8A42302F5F8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7" creationId="{8C0E50B8-6040-F85D-3F68-65B4BDCE912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8" creationId="{9A183B30-B193-29E1-8EC0-97B6D2E4F86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9" creationId="{91A991A3-CFFC-89B3-3BC8-3B055C142640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0" creationId="{71AFCA79-55B2-4F1F-5670-39FA40289D6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1" creationId="{93181A92-445D-8196-5B98-70C0044D914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2" creationId="{15A4C460-42B2-6059-D61A-E9F51D215DF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3" creationId="{EA8B543D-F52E-E497-51EE-DE9ECC9EB82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4" creationId="{2D63F40E-B0FA-02B2-1E1D-FC52F659762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7" creationId="{C52BE010-919D-1C10-6EDC-2115C0AE43D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8" creationId="{DF567939-EE04-ACEB-79D7-6DDB37E268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9" creationId="{467D7C02-47A6-1974-24B0-04CE65DDDB2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0" creationId="{CB95623F-320B-683F-0841-2993FA7E658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1" creationId="{D47B57F8-CCB0-3A7D-5C7C-6B28559260E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2" creationId="{32BD316F-A5E2-9232-8B67-94971E54216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3" creationId="{C5D3F50E-C961-18AB-3173-79C9068FAC0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4" creationId="{ED1A173B-D4B7-1F2B-B4B7-DD9735CD77E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5" creationId="{EA779A4B-A179-0AEC-311D-8CDACE258A6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6" creationId="{E35B74FE-031E-5C56-3776-A406F9D979F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7" creationId="{7DDA5E28-877C-001E-A557-68E2DFD6A4E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8" creationId="{BB15E61C-9893-E497-DEC7-F85F25ED786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9" creationId="{7B576FF4-E1B3-EE04-88E6-69B8B54D53B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2" creationId="{365AD5AE-52D9-08C9-B5F9-A5BF53F4070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3" creationId="{B8942872-8C05-8052-57FC-DA7BBF2BB5E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4" creationId="{25D5E099-1E71-A041-B71B-DE7F7B3E363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5" creationId="{E70569D8-02B2-6FC0-24DE-C7CF3D62338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6" creationId="{A86A379E-85E8-B8A5-D982-2AF963B6016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7" creationId="{2F3CD5FB-A64E-0E33-368C-7E8E7D21BD6F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8" creationId="{EAB15187-2D40-D9A0-77BA-4B3D04CFB04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9" creationId="{B6E9BF5A-2A99-35DA-8C45-722D7346D2A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0" creationId="{6DF68568-DC43-EB5E-E58E-F732D3D7E1A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1" creationId="{5693EDF0-5557-D907-06DE-2CDF0B4AA5C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2" creationId="{3A3B27F6-75A8-5028-9ACF-50F09E4B827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3" creationId="{51864505-4C50-C168-74DE-3038A5E205A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4" creationId="{97BD5429-7346-91AA-F978-F47E52136EA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7" creationId="{CDD67287-8F85-F41A-6B47-910FD37A653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8" creationId="{846111F6-A77F-48B7-337B-DE4312763E3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9" creationId="{C0773CF1-FDE6-DA10-EC2C-1D83A4D8D35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0" creationId="{9FF9E449-BB9A-EA6D-B554-0164ADA3FF6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1" creationId="{1339F550-E516-3BC0-8534-A100DEF00EB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2" creationId="{B17FDB39-0A84-E3DC-7A50-FEB63B856EA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3" creationId="{708A1709-5219-769D-C883-8A03C875300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4" creationId="{074CD80E-B12A-784C-88F0-0732FD95702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5" creationId="{03E02AD4-2060-772D-53C6-3759A523F4A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6" creationId="{87C99986-43B2-5C4F-6DB0-62A7A67534D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7" creationId="{A700C253-6268-C40B-1A2A-ABD6C330696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8" creationId="{5659C346-B6C3-77C6-D8D9-F9191166D5B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9" creationId="{2EC3E07C-354D-55A8-019D-A22B25C1D6D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2" creationId="{43F3CF69-8570-13A1-5CF5-025B43CB6BE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3" creationId="{2BBE0903-B712-689D-25C3-D2ACD900A84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4" creationId="{C912EF1F-FAA5-37BA-3ED9-BBDAD9E8442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5" creationId="{0A925A9A-27EE-8C57-B841-49CBF7AD60BD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6" creationId="{7D1C0883-EFEB-E6F4-D414-F6CC63517A0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7" creationId="{246F5064-F89C-FFD4-925C-54C0B3A695E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8" creationId="{B2206C38-78E6-3DD9-E745-CD3AFBFDED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9" creationId="{CF4DCB0D-10C6-ED10-2D03-522269147D2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0" creationId="{BB1C5572-5395-1E41-8E3F-44596B00FFD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1" creationId="{DB8EDE27-3BE7-6C7B-CE17-BA1523CEB19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2" creationId="{F013C00A-DC54-7262-27B6-DFF24D42424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3" creationId="{3C4C0FE0-31D7-4098-B54B-D94DD2E48F0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4" creationId="{7A5446DD-69CC-11DD-A9E5-DF841856DAA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7" creationId="{39CA3E27-64AC-7F74-204E-B5CA8111AEB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8" creationId="{CEF00E61-188B-E387-7939-24C07A9FEF5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9" creationId="{ED732C72-04B1-8023-F0EE-CAA8AA4E82F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0" creationId="{B5CFB256-7FFD-6277-B480-847FE2D8160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1" creationId="{06589E56-80BD-8F0E-1013-1CEAF817820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2" creationId="{731CC20B-7E26-CF30-E728-A92100CD6C7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3" creationId="{C93D4831-7BA9-9171-EC33-F1B685B50C7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4" creationId="{A4E45FF3-8345-7666-3A7C-EC6FA6DA29D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5" creationId="{ED105389-CA3B-B64F-166C-3805C06724B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6" creationId="{30938E60-2A28-362C-9983-14FC9036B58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7" creationId="{7357FFB5-1E9B-17F5-9F7E-2C0666CFBD6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8" creationId="{49F70F2B-4E9C-17DB-167F-F21491D61CB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9" creationId="{BFF2F3FB-A0AB-6A93-8151-A2ADF64B720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2" creationId="{DA8C05A5-BD2E-F16A-8A7D-B4444536735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3" creationId="{E3B48652-C3E6-E5C6-6F56-87AE98F527B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4" creationId="{70189D7E-B958-B646-3553-6AFDA984DF7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5" creationId="{5777D3B5-84D4-B80B-36EB-CAA2476C9C4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6" creationId="{80C2EE68-91AE-32B3-C082-387B86EACEF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7" creationId="{B10FAD56-9E71-4AC6-255A-88EC6F8F299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8" creationId="{7C4CA795-0636-2A95-3BDB-73E5B6ABFB3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9" creationId="{76E92F9E-27FB-6EC8-7923-21B9DF026DF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0" creationId="{74A7091A-8967-081A-7B94-25A46A73C4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1" creationId="{383631E7-3714-2135-91D7-3A66E8734D5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2" creationId="{C5A31CCF-7CFB-88AA-2A79-2DC7766BA09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3" creationId="{3A494F1D-819A-D785-8E24-871C4C5665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4" creationId="{F454FA51-445E-50E0-5F62-3B49C1831D8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7" creationId="{80C85BCF-67A0-5589-5B0C-7D360519132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8" creationId="{479E4C67-7F9F-8C9A-F133-5755CCCCA98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9" creationId="{AE86902D-B879-051A-1079-D0B5F69561C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0" creationId="{E67DA128-651C-F6EA-F697-A45AA5F35A1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1" creationId="{6950C102-1CAA-6949-E6B8-A2E5F113E80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2" creationId="{24031499-7248-C2F8-70AD-936E9D6D2AB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3" creationId="{4C2861ED-AB4B-5B8E-9064-BF8FEDDD8FE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4" creationId="{BFA4ADC1-F91A-CDC6-5AA2-B72B8A553F0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5" creationId="{8B49E554-1414-2C2E-7CC1-AA7E1974849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6" creationId="{488E2A9D-9A7A-4A9B-0E9D-1B2C61430BE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7" creationId="{1800482D-1A4C-C0F0-C38B-D3AB7487EF7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8" creationId="{8D90573A-28CD-5EF3-3AC8-C386F3D5EAD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9" creationId="{74787B41-0C29-4E46-E8CF-807F5F4E170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2" creationId="{3E0B1B96-48FD-191B-3AD2-0F1E1B0B5BA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3" creationId="{CA6FB116-189C-379A-5CEA-5B2E88919E1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4" creationId="{81FADAF6-04C9-AE79-A6F4-C2BB4773238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5" creationId="{C400D1F3-7A43-0DE6-1185-E598D7FFF6F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6" creationId="{599EA966-BFAB-9210-AB92-CB3A1322DC2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7" creationId="{503C7EEA-18FA-AFFD-E5E0-B288CC09680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8" creationId="{2CE77FED-80D6-4B23-2945-62D87309AA6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9" creationId="{41A2494D-6FF7-8E2D-E600-80945108089D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0" creationId="{1C3FA85F-B8D8-E75F-CB2E-225A532CF9B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1" creationId="{E03AD5C4-D5E7-247D-0C25-B7B4CB60017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2" creationId="{CF95C80F-9E32-525F-2426-6255B7C1E03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3" creationId="{BD4D6807-BBF4-B62C-E3A4-0D05734ED7D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4" creationId="{55739EE5-DC91-55D1-D439-72A9B02F9C9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7" creationId="{69E50546-A6BB-6EA4-4376-08633AA677F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8" creationId="{982EEC59-C9FC-417C-0605-ED28EAE3CFD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9" creationId="{A6A01626-5C75-A454-BD7A-0F1AD6F04CD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0" creationId="{AABA0091-2A85-2B22-57EC-ABC20B870A1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1" creationId="{0CD954C4-18A2-E8DB-3D73-F860981F552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2" creationId="{E58B3D64-8F3E-0B5C-25C1-B476FAE2B07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3" creationId="{469697B7-8A27-8A68-6336-EB622667A0F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4" creationId="{F5E39E32-7D8A-DB15-20EA-EBA54596D98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5" creationId="{634308DA-9D24-2141-B0C5-77F3660ADF1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6" creationId="{FCADD168-6E37-B5D3-421B-69B7C47CB36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7" creationId="{1EF896A6-700B-AB1B-1B1F-00C02DAD694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8" creationId="{BB4D377D-D0D2-2D82-D13A-841536A141B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9" creationId="{17F8DF26-6D47-3E0D-89AF-E823790273A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2" creationId="{441DE5E5-6CF5-6009-86B8-05937DF880C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3" creationId="{E9596DFB-9599-FBEC-5184-9E3CBFE9F5F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4" creationId="{39E749BD-32CC-C2B3-2E93-46C9755F972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5" creationId="{E462A4F3-530A-5AF0-BC48-06F50E977AD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6" creationId="{28DC96DB-6D04-6907-CEBC-E3D6EEC9572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7" creationId="{78E10654-32A5-A0B1-9150-09914734389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8" creationId="{939F0CA0-9BDD-6EDB-27F8-66D8AD592FC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9" creationId="{E14B19E6-B53C-2B48-1390-234FE88F180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0" creationId="{17435F5F-7286-F88E-1A82-F1011124C8D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1" creationId="{560303C5-BB23-D369-23E0-652DC5459EE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2" creationId="{492D0F59-DA3B-7AE0-C856-0ABEFFC3479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3" creationId="{D347EFD3-2CE1-785E-60DB-848DADD2519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4" creationId="{0CAF1137-8809-73BF-D07A-534C81FC275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7" creationId="{B8C57C05-F273-372B-1936-3B1157B7580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8" creationId="{740DC724-A5E8-513E-8464-D612139BFF6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9" creationId="{26EDA51D-1DD4-4FAC-34F7-5A12019DEA2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0" creationId="{F945AF94-FB35-506F-D2B0-7738E3C9092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1" creationId="{69AEE87F-3445-AC3C-44FB-C3D3C845F53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2" creationId="{84071EC0-7074-E7E3-F751-35B371AF850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3" creationId="{1A954068-A85F-D98D-C82C-E13CE12FABA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4" creationId="{9604A5D5-FCDD-9312-8217-2F0AC8D94B4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5" creationId="{8CD964F2-967F-BBDB-309D-FA4A36FA5AB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6" creationId="{7F6062F0-E356-D610-022B-1285EB1A995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7" creationId="{BFC1AB17-9C83-4A3C-D847-F56A14A9106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8" creationId="{01E60E47-9E41-41A0-7A6C-5AB45750D3D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9" creationId="{0FD1435D-ED00-3E5D-C2B2-E1B68D5664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2" creationId="{2ABA69C4-F5D7-46B4-8F09-2098377E181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3" creationId="{2DA6E938-8E00-8DB9-EE51-2523744ADC6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4" creationId="{21BA8732-0F67-22D6-FE4D-2D76F4F16D5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5" creationId="{E0AD30DD-E407-E7B2-E07E-353D73FC514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6" creationId="{EF29DDD2-3EB6-B479-5647-1D3E44D9BAE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7" creationId="{DEAD236E-BB4E-5C20-FFEA-2F62B63C0CD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8" creationId="{9DD8FFB1-2093-D655-E1F3-7924AACC970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9" creationId="{BD371E29-3FDD-209E-0BEE-037DC3A4C3B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0" creationId="{0B2B0333-64E3-5B91-3A28-4777E9EF81D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1" creationId="{989A2068-C849-14EB-EBA7-57BA60C130B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2" creationId="{799B17D9-DA08-1050-135D-18BB6191A36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3" creationId="{3C2E05BC-E61D-59B2-96C5-30EB5DECB2F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4" creationId="{3A20FE2A-51C6-36FE-1260-9FD6486140E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7" creationId="{C32EDE45-09F1-19E8-8A2D-4157B44DB9E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8" creationId="{BD25493D-AA1B-069B-95AB-D4E340183B7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9" creationId="{E500D907-0937-FE96-3F55-71B2E6BC25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0" creationId="{F6777C98-DD8D-DBD0-2C4F-55E7B478BCC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1" creationId="{09573CD2-6D54-B92C-5FAC-7B5E6AA099D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2" creationId="{12B814BF-EF32-A95E-4E3D-65FAB23F876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3" creationId="{1889AED2-61E9-7C83-B7B2-CC672BC8229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4" creationId="{B2074CFC-65CA-2407-65DE-9CE32C56B05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5" creationId="{2075FBA2-72EC-0CC4-F49D-E44C291808A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6" creationId="{D1ED1DEF-CFBB-8EA8-C742-EB204359C9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7" creationId="{E618E247-24D0-8672-20E3-D71386F3A9B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8" creationId="{356C7A80-0F33-FA80-14FB-0F63747E86C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9" creationId="{B75928A5-269B-5697-AD9B-6EDC207DA0A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2" creationId="{D43EFEA0-178E-18C7-8AC1-1D29B59291C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3" creationId="{693A184C-3D4D-3CE8-0F48-50E680797D4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4" creationId="{E80D318E-F283-CDE7-BA79-C1567332220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5" creationId="{995FD91B-17B3-9443-DD7F-62B0C133C0C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6" creationId="{687FF293-263D-068E-828D-D35B78FB49E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7" creationId="{88BB9A57-7F55-6B3D-834A-060831CC432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8" creationId="{3AE1A2E0-03D6-6DE8-54F0-5C737E9F2EB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9" creationId="{8D2D283A-9049-039C-968C-663472C0990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0" creationId="{2D9929B0-1BEC-1E5E-BF16-F0650F8328E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1" creationId="{53D20C75-D1AD-9071-CD33-B72F3C52121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2" creationId="{8B2EB24B-4167-C845-3836-2D607217EDB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3" creationId="{7E89B49A-FE1E-6471-4103-711053904E6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4" creationId="{0F40107F-0C06-E1AF-4102-9DF131EC034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5" creationId="{09B5315E-7F43-908A-824A-849B6F945E1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6" creationId="{03EACB3D-E130-C2C3-A942-F2E6BA735978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7" creationId="{581693DD-EE51-0DB2-64F4-046B603764B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8" creationId="{A6AC9E7D-DDAC-B255-399A-8B0EAF83AAE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9" creationId="{53B6F5C5-2637-90D6-E2A7-39F524318EA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0" creationId="{107389C7-2175-7C10-8E4A-8E2B54E4E6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1" creationId="{0BCE19CC-C9C5-3E9E-8931-197628801AE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2" creationId="{E3A4D4EA-F7FA-15E9-35FF-045050BF09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3" creationId="{B3F725F0-C5E8-7588-3F95-9F864B06C12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4" creationId="{90D5520E-7DDF-FBC6-67A3-D922AA2B349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5" creationId="{93393724-F5E6-BDF6-85AD-2F86E2C2AD5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6" creationId="{2B409DA9-68AC-3CC3-C071-772FAE0FC1A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7" creationId="{2FA37B24-7B83-4039-3BE5-2C0D17F3358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0" creationId="{D06C82C5-4F6B-6E56-4716-E6B2EA95B645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1" creationId="{E1A11F6A-1167-484C-87F3-C65F6A4F69F6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2" creationId="{BF2EC493-6780-3F8F-B083-7987900915D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3" creationId="{D0FC4A16-1722-D7D9-270C-3BB0A1936C2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4" creationId="{1D320E73-509B-245C-82A0-DA753F0AEAF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5" creationId="{490FFBAA-9A34-5905-7C68-59345F5C0C9B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6" creationId="{ACFC6842-CBD9-3E02-7F17-E3939420512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7" creationId="{D304040E-8AC5-68D7-B843-0859185A089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8" creationId="{AAF580A0-1F58-F59A-2AFA-C94D496ABB8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9" creationId="{EF57F84E-C209-B4C1-0F61-B2538FBF32F4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0" creationId="{ACBA333A-5AD9-B54C-25E2-3A445990CFC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1" creationId="{983E7EA5-AB14-7F1E-4218-740908EA8B30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2" creationId="{9D7AB1F5-90FD-4755-1B1C-2123A008E10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5" creationId="{4BEDF171-FEA8-231B-A3A2-73F15BE06E2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6" creationId="{1BB755F1-82F1-319E-3133-D147B1B219C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7" creationId="{86BD4BBA-5638-AD66-0970-CC60D1355912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8" creationId="{389C25A2-9BAA-BC9A-2447-9DD0C2002FD3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9" creationId="{1C45087E-9A81-0408-A1C2-A8D52410A640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0" creationId="{D76BC64F-DC75-1D38-B5F9-49B7E4C3A9AB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1" creationId="{9E2FEFF2-9C89-CDE1-31DC-37D37E92E26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2" creationId="{68B59E78-3DD3-268F-14E9-2635CAF64ED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3" creationId="{C1915AE6-539A-5CA0-3375-FE0C75348268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4" creationId="{071CC3A3-E5DF-7FCC-1F41-A56DDFA9947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5" creationId="{0B5B68D8-D9F5-C89C-66FF-CCD05A5960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6" creationId="{FFFBCBB2-2AB5-AD7E-A954-25FB9B56DC34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7" creationId="{9978C82A-016C-7942-9033-16CB6AA11FA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2" creationId="{779312F5-2E97-6754-55F3-525A5537EB23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3" creationId="{6D8A55D6-1EC2-6FAE-12DC-22FD1A362B5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4" creationId="{6279955B-DA26-287E-915F-C89CB2FA827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5" creationId="{A3EEA4BF-DADB-473E-C18F-430BD31BE754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6" creationId="{D2B21B05-92A4-3206-795F-3341D9EC845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7" creationId="{ADAED299-6E8F-CC5E-92C9-47C26745A8F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8" creationId="{3670D802-2163-31B9-D416-CCCD0481BDB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9" creationId="{1269EDB7-7245-2836-5F59-D1264AA19EC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0" creationId="{4E622C5E-D075-299C-3E34-C8840FDC846A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1" creationId="{9BAD85B4-BD14-6BDB-5D71-E4DC0B9699D1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2" creationId="{30712C40-B772-C20C-FDF3-37183F38B125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3" creationId="{F35E5B45-A4F0-2FE1-D8EF-AA0BEA42AAE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4" creationId="{BC1823F4-F934-C108-8896-88F602E9B7E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7" creationId="{6DED08CB-ADCD-9DF2-ECA1-472CE7741F9A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8" creationId="{88346AE6-379C-CE22-6A31-3087E3EF0D5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9" creationId="{895B94F6-56A1-261A-DDBE-301F7D0B44C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0" creationId="{AD3E9360-5403-C72C-A40F-5E2BC88E5C6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1" creationId="{C587A904-0899-F479-4B99-239529B580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2" creationId="{6B05076B-A047-1F4B-7408-9D7A6CCD50A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3" creationId="{46E0A957-D685-C1CB-84C5-C67B573B03F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4" creationId="{52BBB185-2AD1-3DA3-16C1-7252E732888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5" creationId="{2555FE62-0798-832C-ED2C-F1F509B0BFD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6" creationId="{4D45660F-C063-EF97-ABCE-78F7A03D4ED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7" creationId="{9BD19F3C-A361-AA30-34FA-2FCD7BFF64F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8" creationId="{FC9BC389-49D1-6D41-6AE7-CB116CD66012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9" creationId="{670AA0D4-A7AB-68AD-5FC5-C8FCB89BE02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2" creationId="{C90FC1BE-0E50-7691-ED3D-27D68EDCA39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3" creationId="{31AC06D8-3092-5B66-5501-4D73C6A70D31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4" creationId="{90243A31-1585-7994-CC54-77A4C455E556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5" creationId="{DAF61EE7-3777-3986-BFA4-4DFF4C2649D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6" creationId="{81E8D9F2-1C73-1C38-7A6E-11501A2488C0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7" creationId="{1AAE1F04-6647-6089-5972-86DF20B6184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8" creationId="{60A02A05-0678-73A6-355E-B1CC7E0608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9" creationId="{4085302C-B2F8-7FA9-19AA-4BA842E745B3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0" creationId="{993B0D85-2861-165E-CC3F-9F109AC218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1" creationId="{56CA919B-06F9-D14A-C13C-1F2CE4DE315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2" creationId="{FDA6979E-465B-8152-F1F3-89C916D2A7C5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3" creationId="{79EE5612-A5FB-C720-01A9-86DCC4C68708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4" creationId="{0C2196B6-0D14-1EF2-DC3B-47544F3ED244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3" creationId="{2E9834DB-7285-DE36-F018-2CFAE8B2FF4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4" creationId="{A4DE835F-D5C8-4A99-46DC-E17E257E02D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5" creationId="{9043F06F-019B-0AE6-5885-19633C0CCE9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6" creationId="{E6F89692-8963-9A8D-1CE7-2228DBA3AC2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7" creationId="{8C627762-7996-AEBA-C861-1934C1C666D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8" creationId="{A3E4BC36-641D-3C21-9614-70DE74BC457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9" creationId="{F1435799-F8B9-DA3B-C562-B54AFDD9A7A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0" creationId="{BF0DE97C-B75E-3C6E-2BE0-FC484C86503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1" creationId="{43404AEC-5EFB-0F50-41B9-24B790E7541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2" creationId="{3DD52BC8-86B1-B18D-0821-86954C522C8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3" creationId="{BCC82E43-DAB9-97F8-678B-258E5DCCC04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4" creationId="{00408069-4B7B-44EA-D61F-F78BF8F8EED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5" creationId="{E436D821-9D4B-63B3-6F46-954EC97A123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8" creationId="{E52A8F48-9BF7-C070-5AFF-6A889E0E167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9" creationId="{066A6421-A9D7-326B-BFC0-C2991A5453D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0" creationId="{2BDBA42C-D586-9E11-BE51-36E448EC8FA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1" creationId="{428E6637-CEAE-8CB1-6124-AE39A9BBB058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2" creationId="{5B7C6C23-74DE-21A0-41E6-96FEBDF844F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3" creationId="{15582971-A877-CAEE-D7CC-A9E7FC7A51BA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4" creationId="{C85CC9DC-7627-B549-CA34-33036DFFA1B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5" creationId="{2818729A-D062-C718-29A6-5CF4EE8B536C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6" creationId="{0660AA48-31A4-3F5F-198C-9144361E32A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7" creationId="{0B2F282E-2055-44EF-5D84-8EA4B33C73C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8" creationId="{D43F59FD-1CD7-3142-0A26-9BEB4369B78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9" creationId="{96B10B10-76E5-5967-CFA6-F952CB0AEBA4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0" creationId="{4DD8EA89-C199-9710-6393-F65B433A779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3" creationId="{7379AB46-DD03-5D67-28CB-1C4C34ECC59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4" creationId="{7B3EAE31-2CF2-1355-891F-4B361320D2AC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5" creationId="{39C9D596-77AD-3AF3-C13F-86E5B518D8F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6" creationId="{E0C38679-8DEB-6E74-2931-D635BE5D319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7" creationId="{A159444C-C626-5943-20B6-940003FDA50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8" creationId="{8EADBFD0-85D7-BF97-A977-232012AB49C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9" creationId="{397CD9EC-29E4-9793-25AD-6DF634E60398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0" creationId="{5FAD2559-FDE8-8CD8-B104-CD1A7C8259E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1" creationId="{55B5E203-3F1E-CC07-492E-E38444A615A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2" creationId="{670F59D4-DC77-3C6F-BA7B-45DA368D2E4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3" creationId="{FD711273-4415-887D-866F-8A76DBCC00FB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4" creationId="{6E0CE562-EA62-46FC-3D5D-41CFCE3874A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5" creationId="{B698D996-0C30-9FF0-79C7-BE34FFED1EE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0" creationId="{FD1D6E49-BF39-A963-E56A-698033FC8988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1" creationId="{07D76C1F-19E9-D1AF-5A17-3DB1554930F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2" creationId="{A9D387AA-6CE8-AC02-6E2D-575EB15F9F7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3" creationId="{6EADEE2A-2A1D-56B7-D096-69BECC915002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4" creationId="{27420CA2-3CF6-E067-728E-2753CCABF2E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5" creationId="{275A179E-FAD4-4C90-49A7-9BA55A9D18AD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6" creationId="{2EC70BCF-696A-B861-A362-D8E43AA568E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7" creationId="{E1124A78-204A-45F7-8D3F-BAA9C2762FD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8" creationId="{8BA168E5-A068-0B00-6886-5C50A5956CE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9" creationId="{5D3A6F5B-03FB-F6F9-58E5-D7B604F6186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0" creationId="{500912C3-8337-4CD8-45E7-873CBE959EC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1" creationId="{86BC1E2B-7830-205B-3CDE-C87C78B5E75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2" creationId="{B54D518D-6332-878E-5FAF-DED027F21D2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5" creationId="{F61BEE6C-7554-3D2C-CF1D-01A4D609C083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6" creationId="{7FD96AE7-80D6-C51A-CD2A-C9BB85E24119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7" creationId="{24780E3F-56FE-74E9-ECF3-415806FC20D3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8" creationId="{D4B04B88-342B-A4B8-C885-8D42ED00DB7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9" creationId="{07F646C0-20C7-8F4C-C167-2232138EE3FD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0" creationId="{C5EAA2E3-74AF-5F1B-6FC6-0A8DE2AFB43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1" creationId="{7C059F9A-45EA-3768-FA37-7FE538B69AC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2" creationId="{FDC4B7D8-6704-959F-B1DA-95132CDE48C2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3" creationId="{3B91A714-A1E0-0D7F-0900-47C41C2FB77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4" creationId="{83C6A4A6-EB0F-2D96-04EA-6FF7F12F7EB8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5" creationId="{E114A5CD-4767-C942-B033-5D59EF437D31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6" creationId="{AEEE62EC-691C-BB0C-3D53-116F00364C4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7" creationId="{4C5B4667-DE9B-CE76-8F03-851B3AE9877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0" creationId="{65370BC0-EAEB-1B16-6EA6-EED642D929C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1" creationId="{BB6F6996-4DED-D0D7-2281-022D97C972F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2" creationId="{C8DF8F2E-D317-A889-B62B-656AA66644B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3" creationId="{D173269A-3282-7E23-DA7C-04A10E32C44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4" creationId="{D5CD0257-E28E-6026-72D2-4B6AE0B1F9C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5" creationId="{9267AD80-66EC-CFF3-C550-EA24C24A7DBF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6" creationId="{AED6EFC6-3C4E-86CC-2F44-6EEFBF4E8DD4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7" creationId="{E80D355E-4540-5A95-3284-91E6C5BE428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8" creationId="{50365365-3567-C4E9-846F-939482974025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9" creationId="{66275042-738F-783D-EA16-25FA3D196C8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0" creationId="{73126E25-A11A-C45D-837D-1456D22051CE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1" creationId="{75167ED7-8239-AFC8-1BA1-499BFBE39F3E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2" creationId="{AFFB15D1-4E83-8080-ED67-0963F8281432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5" creationId="{200452CC-5BA5-5199-6333-4D2241B5B7D9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6" creationId="{CE7DDB2C-2DAB-40C0-9B6E-74653C6269A4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7" creationId="{4A64044E-6F79-B78B-ED77-2B2FC329C5C5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8" creationId="{BF4E9834-D2E4-AAB4-3FD0-598A2C08E0CF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9" creationId="{5734C784-7946-DE8A-C3A5-BD3904DB2A6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0" creationId="{788BD5E6-E628-6069-0774-30DB1CAEEFE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1" creationId="{E327C23B-C139-0355-76E0-050A05012EE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2" creationId="{AF6DD799-2649-6DFA-7F1C-D8A49FE5036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3" creationId="{D1B422C9-7BF1-F3BB-92C6-08E864A2866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4" creationId="{83FC4BFA-0E8E-52D0-7ADE-2FE9087F3EC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5" creationId="{FAF27FD9-0103-4924-FCE1-2785CBB1446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6" creationId="{0E687BEF-7F47-3C9D-03AF-33B26C3D5D5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7" creationId="{D3407D20-4839-CEF2-D26B-C0001ED537B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0" creationId="{3CB4AD67-448D-FD5D-EF76-56D6314E03C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1" creationId="{6161E75B-86EE-B029-A9F0-A79A6B91EB9F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2" creationId="{AFE7029C-BD4F-7BE1-03AA-B7B6F43A297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3" creationId="{8B55DA03-7961-AD74-39F6-293334FE39D5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4" creationId="{93BFDDA3-F2F0-6557-6CEE-03DE6A31A4B7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5" creationId="{82C01E0C-2275-05F8-E167-1E187AA0DA0D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6" creationId="{5311F440-E3A5-D841-F9D6-1E1F30636F56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7" creationId="{46FDB72E-BA2B-C455-1042-8C1DEE72F34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8" creationId="{8FF102F4-8503-02C9-AFA8-589D1C672EBB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9" creationId="{BE006A98-86B1-CE62-A56C-7B0008D190B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0" creationId="{87DB1DA3-990F-F583-22A0-F493572BA66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1" creationId="{BD43EA23-3E7A-AF8C-104F-3603AE929EEA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2" creationId="{174D1E4F-C39F-F61C-87DC-6F1142AF37D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5" creationId="{62ECC079-673C-A18D-71F9-62259A406B9D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6" creationId="{D8FC833C-BA91-4B1C-FDD7-DE14C0B0B167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7" creationId="{F7260E4A-B97C-DB8D-68EE-D9A93C5AF23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8" creationId="{26C51A43-B853-435F-A170-5CDECD7A8BE4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9" creationId="{8C0DCD3E-87B2-76F5-4AE3-432E98BEF7F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0" creationId="{3D5D2CC9-572A-9234-B5F2-A9557AC6A6D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1" creationId="{1403D864-5348-3AD2-29D8-4A6802CC3F2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2" creationId="{8A8305C5-1976-EC88-B4CE-7CB902D204F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3" creationId="{862D9A28-1F1E-D687-097E-76113633361B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4" creationId="{64B52CB4-2274-E4D1-58FC-42965E6EE67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5" creationId="{943C9CD2-B0DF-4DF6-014D-AE6EF0FB06A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6" creationId="{FCC510FA-91D4-6234-B3AA-4C1499DC0D7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7" creationId="{7A39CDF4-5DAE-7451-1F30-7CECD3DF406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2" creationId="{8AACC2EA-F3CC-2F05-DCCC-D0C5DDCFC274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3" creationId="{941C9685-DD36-1B49-596B-A2E708E4761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4" creationId="{267DA111-2470-098A-4235-9A99D644546A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5" creationId="{8B8F6D90-C485-ED40-C221-4E6A0011BAB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6" creationId="{6F0214FA-6C86-9364-BA20-434C8035AC80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7" creationId="{7BBC79FC-526D-A4D3-1593-B89F03FFC7C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8" creationId="{0B79FEAA-4C54-25B4-EF45-998AB3955C3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9" creationId="{F7FA8165-34B5-5628-328B-A4C71B5D355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0" creationId="{2AF32AB5-6A41-7EAB-2533-157808BD9B8A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1" creationId="{9433ECC3-A632-C306-D975-A110E145957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2" creationId="{91272A2F-FF98-BDC9-9DAB-ECAB14EC1BE3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3" creationId="{4B84FCD0-D1F3-8F16-ED4E-0B569F09D918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4" creationId="{57555EE6-0F00-88E1-501C-5328DF685748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7" creationId="{F22FEA52-36EE-975C-AAAF-A7AFD20F04E1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8" creationId="{8064EE3C-486C-9495-DB74-6F0681B0E07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9" creationId="{4AACE8BD-D032-61CB-771B-2504A05EDDF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0" creationId="{DC35C4B1-4D2C-E2C7-7DE9-9643C5C75D3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1" creationId="{7188A796-B6FA-5360-15A6-841FFE5E789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2" creationId="{B881158A-A4C9-12CD-E505-CDDDCB0381B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3" creationId="{3B2B7BF9-8E8B-6908-7CD9-50322CB8D29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4" creationId="{B96873C5-5794-5DE1-5C1C-6871C131E57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5" creationId="{C1DFF21E-FD97-01BE-0651-58A7956B942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6" creationId="{5F6061BD-352E-769B-4F04-47CD18360F8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7" creationId="{C591D775-BF43-3747-EB6B-E23B18DD2DC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8" creationId="{512E2680-E3DB-3B55-0D5C-9F531BF6F32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9" creationId="{31C63335-0B72-1195-5D8B-52CF7C9239B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4" creationId="{3C2949DC-96AE-ED16-2B4B-0A2773FEE77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5" creationId="{11AADE34-42D3-6D73-2482-F953A6D7683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6" creationId="{AB64D93A-B791-85EF-8A0B-C6C522ABBE74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7" creationId="{1BE376AD-E4C9-72C8-CBF6-344784E3FCA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8" creationId="{80D51BCA-C980-8285-434F-889C61B2CCA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9" creationId="{7DACF6C0-FBD4-8798-5B43-5948E4F6A0B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0" creationId="{3D70666B-C888-1B6A-884F-97B5E387E94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1" creationId="{2AD796D9-E260-5623-F113-96A541AC584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2" creationId="{B067B174-6D89-518B-4B19-BBAA2F6EBEC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3" creationId="{5903DB89-7384-45F2-A7FC-49BD6097FBD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4" creationId="{FA9B7447-18AA-4FEA-2524-9D0202D2CE6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5" creationId="{16F2D503-8E91-06CF-51FA-9984291C4C4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6" creationId="{9C5EE06C-22C4-6EAA-330F-1F073DBB2C2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1" creationId="{A4E86F4A-5E67-5D9B-C59D-E0DBEEFDE0C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2" creationId="{93812156-23E2-3851-32B1-73535C4C00F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3" creationId="{93638C76-C26A-52E8-9B6D-74CBA6974F47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4" creationId="{62D5F59E-3674-547E-416B-9ECB6C59BFE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5" creationId="{5FB82DC6-A605-B9D9-79A4-EAB1028FAFB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6" creationId="{A573A075-B6BC-9F8C-8C64-9573425ADF0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7" creationId="{64B70ED6-42B9-5D51-C597-737F6167875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8" creationId="{B8E25501-24C9-9434-7B8C-A34EFC8CB9F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9" creationId="{77808B98-5046-8DDB-BBA2-8E5E827EB42E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0" creationId="{C3770B29-047F-B251-9A26-1B448F48A4B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1" creationId="{9F755CA3-4E0C-5227-B898-E9C9DF55796D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2" creationId="{999294FA-ACB3-93ED-94AB-5EFF6F4FE60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3" creationId="{29953A51-941B-1A59-976B-0BE97528283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6" creationId="{39F495F2-A7FE-AE2B-28C7-BD8F746CFCD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7" creationId="{E542BD72-9B94-FC69-E919-10C12BFD25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8" creationId="{B5D7150D-3F05-7957-8347-DC3FC87843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9" creationId="{C3C17B21-07B9-B27D-CB86-EBED6F7E2DE1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0" creationId="{56DB0778-E8AA-EF9E-4267-6C480473A26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1" creationId="{2F415823-0EA7-6424-2EB4-B8BE06C7175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2" creationId="{FA0164E7-7DC5-308C-79F6-20A290B15A6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3" creationId="{2DC5E8D4-6DE5-E0A0-9B17-A1746D43291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4" creationId="{8B56C326-6405-E74F-24CD-B19D2190030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5" creationId="{BE18B7BD-B389-3D56-E75D-F63ACDE35D8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6" creationId="{7CE70FDD-445E-9B17-2AFB-B53FCFC5CB9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7" creationId="{5396429B-8AD5-8B77-CE2A-A3FB9AC80AC2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8" creationId="{7BBA83F4-B30A-7B75-B865-98DF2214D86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1" creationId="{A71D7380-1962-368B-2694-5E49D917F74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2" creationId="{2E3CD8F6-8C3F-966C-D233-8F99281AA48C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3" creationId="{ED799418-FAD4-3F03-5C30-EA108EEC733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4" creationId="{A41AFD8A-EE5D-8B85-DBE4-C36CEC71728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5" creationId="{8CDCC386-6424-4F24-DB85-ABEBDDCC7887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6" creationId="{1B98A179-5A9D-2EEE-CB29-0891231C77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7" creationId="{BA8AE3A8-D93F-00AD-637D-843056A6BBF8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8" creationId="{D5A6AB4D-A5C9-F3F4-4F24-BC7D16B4D159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9" creationId="{4DF18727-50EF-388D-7D01-93B269772B9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0" creationId="{6027DB3F-7149-CF1E-3C09-D0A8A950CABD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1" creationId="{33C4639D-AB72-2F06-A9AF-3217DD92133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2" creationId="{B7C2FFE8-F052-D645-AFFF-2C4E9864E6D1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3" creationId="{3956D244-19A3-2D97-DB88-8F55A7FE6259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6" creationId="{56E8A1D0-DDC2-AEC1-7872-47E8695A141B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7" creationId="{0AC944CC-1975-3899-DA34-EC1D82F26F8F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8" creationId="{EFD666B1-AD85-31AE-D453-F774ECD04B1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9" creationId="{1F5CE28F-55F0-0E7E-B94A-C99B3A7E51BA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0" creationId="{EB7D9F43-7FC0-08DD-FD5C-0B130362514E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1" creationId="{9B0DA0D4-2961-14D4-37C9-EC3C9670E54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2" creationId="{C87C5D41-EF7C-B6E2-726D-5E6FDFED41CE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3" creationId="{1FAD2144-42A4-B8B9-8A9E-6154CD14392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4" creationId="{3CDFE377-65EC-D503-C1DC-103CE6F529A4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5" creationId="{1FA3AED7-D9E4-6B5F-3289-2DB7E99F878D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6" creationId="{F3250B89-3D7D-F9DB-E2EC-5CCF0C077D2A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7" creationId="{3813ED7D-CA4D-54BC-C9F9-AAAB2422BFC3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8" creationId="{12802ADE-7881-FBD5-6BCD-F6BA00E7FC6C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5" creationId="{FD3DCFA0-B043-31BC-CA01-244AF8532362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6" creationId="{48E6A05E-4B6A-40B1-ADB6-4F9A04ED907B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7" creationId="{595B8F25-8083-0276-8B1E-321C0354B389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8" creationId="{682EFFFA-F05C-73D5-8112-F6E54EF93E5F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9" creationId="{708E1928-DF37-6D31-BA8F-EC07AD02629C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0" creationId="{FA016B26-F627-E129-63AA-DD73F3B35A95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1" creationId="{6054645B-202A-C33A-E167-746507277EE9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2" creationId="{7D895CAB-5031-9EA0-3929-8F0A7B2D0A20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3" creationId="{FE900FDF-E0EC-F9E9-834F-B2AC554D4592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4" creationId="{25EDB1FB-2570-4F04-445C-C9B1FFB4147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5" creationId="{B2AF73F5-3329-6EBC-D71B-9AC253CA0C9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6" creationId="{95DEF65F-E6AA-78B9-1C5E-E8E1344EE59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7" creationId="{A1B73AF7-15A9-B98D-1C52-CE4DEDB445EA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0" creationId="{1908233D-DC2C-1003-E18F-46493D37DC24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1" creationId="{54F1D115-4DF0-052B-5056-5AD6624C9625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2" creationId="{1C1A60EE-9EED-2D4B-93D6-8BAC34A7649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3" creationId="{367265F8-10A6-4D21-722F-8AE16A5B64FD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4" creationId="{639BC34C-F564-4889-856B-8F6029953C5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5" creationId="{E613A9DB-5158-D3D5-DF9E-93ECAF0B4B7D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6" creationId="{4135B084-8CBB-3A09-795D-3A4AF451450F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7" creationId="{16EE6A05-2546-EF4C-1DBF-96218FE24B38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8" creationId="{BB00A813-2DEE-C434-E5D4-B9684A4F694B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9" creationId="{2604C4FF-4F54-D28A-9D08-D328E71E9C9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0" creationId="{67E57459-BDA7-1F5B-7C42-DB3FA6E30A42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1" creationId="{1DE748EB-A69A-6EAD-018B-FADC95D09906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2" creationId="{D74A67F0-FA7C-D277-BA80-938826F0B823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7" creationId="{CC598AD9-D239-E87D-BB26-F433B4B59001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8" creationId="{42E38F29-5F66-3318-51D3-8F907EA1429C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9" creationId="{F80CDC23-BAA5-CE84-D5D9-5D82F0DE7DBB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0" creationId="{4DC33FC8-B2AF-DA69-9766-9FE3D0554BE2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1" creationId="{BCCFF558-F0A3-34C9-AD85-0512F608E2CF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2" creationId="{B683BC29-0B2D-CF6A-FB25-B863BA0B7D0A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3" creationId="{AF914B63-D7E1-ABB3-52CC-1DF579CC0BE8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4" creationId="{3FB55224-8B5C-753E-B318-8C0238F68475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5" creationId="{BF280C5F-46C3-466B-031A-0AEB2D46F291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6" creationId="{E69AE29B-933D-1277-203F-BBF9A31D70DB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7" creationId="{CBD398AA-65DA-F0BC-AC97-C4E980A9CFA0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8" creationId="{6199476A-AAEF-D157-D2A9-8BC4FB5A8F2F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9" creationId="{56769731-AFA5-4704-CB78-D9059EB4D424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6" creationId="{37C8A83C-D616-465C-50BD-9B8D08492930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7" creationId="{7123E66B-5377-599C-A756-6CB1CF35613D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8" creationId="{578F8357-8AAD-D08E-800F-524A750FA6B7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9" creationId="{0C5CB98E-8E9F-BDC0-A71B-D37B52A688C9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0" creationId="{5AB43BB6-58ED-F39A-1CD1-2610DCB9F922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1" creationId="{A22320FA-0BD0-B616-A58F-D0D90F6FF36D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2" creationId="{CD5EC9FE-55F1-7D88-C18A-E2BC839ECB26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3" creationId="{F019A856-3453-C344-D8C8-471EB78F0D77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4" creationId="{C611003E-BE02-CC50-902A-7629C96C2CF6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5" creationId="{4E1C6DF1-1611-AB81-F377-95223896EBEF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6" creationId="{E3973B74-53FE-4A96-E33C-AEB9E666B358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7" creationId="{24C27BFB-A6F1-F882-66D8-F2D4730E16C3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8" creationId="{4B94E547-D8B9-73D7-F815-C0803C701DA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7" creationId="{92F86263-B936-986D-3329-FA93FC0EF1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8" creationId="{75A70DA7-9C81-D0E4-6009-08EA9FAE83B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9" creationId="{920DFDE7-0033-D63A-26DD-AF6E702CFF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0" creationId="{0CDC4E4B-5AE6-653D-CD2F-ACE26ED231A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1" creationId="{D1C4BE03-5A8A-F7F6-36DC-2F52DC5598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2" creationId="{87167507-946E-BEF4-BF31-31A5121105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3" creationId="{87DA9624-C3B6-6297-1556-4E970354499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4" creationId="{D19CC878-2574-4036-F0BE-B8366A8D34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5" creationId="{91CCB20F-2BC9-656E-5AC4-7B8807E5459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6" creationId="{7B46C6A5-3BE9-D552-BB74-583136D25B7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7" creationId="{933FD610-FB74-D1CF-E970-156AB811A6F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8" creationId="{FDD2F455-0C2B-2717-0FB5-82431AF072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9" creationId="{B8172C8B-7624-387B-4E27-8429FB93557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2" creationId="{6A59BC17-CBA3-A482-4E21-049C42A9EDD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3" creationId="{635C8C58-A93D-34AE-9362-EC6F633ADC2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4" creationId="{2B3EB872-07BC-B57B-D4F0-D16A043D93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5" creationId="{5912F6E5-92C3-55AC-18D3-613896B1CC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6" creationId="{9E887153-01B0-AC39-4267-DB4CA0BD9DB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7" creationId="{722CD5F7-B40D-9F5D-653E-4E8EC206FF2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8" creationId="{38AEE217-08F1-BE9F-D620-03E52133B30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9" creationId="{CA1C0F7A-A27F-F74A-7646-3380BF4D08C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0" creationId="{44FD1DEA-CF4A-A521-9114-A2D33806D4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1" creationId="{138A251B-E3A3-086B-5B8E-7D5610D4795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2" creationId="{2FCCEF1C-825A-FFFF-FE73-AF5E1AD91B2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3" creationId="{857F3C1A-2AD0-85AB-3714-ADC5BE7756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4" creationId="{B29F4BA7-B9D4-167F-9DD3-B9687B07450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7" creationId="{C7B64D81-6AE3-BB3F-E86A-18E72E05F9D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8" creationId="{7E78A1F0-D88C-3B73-3F89-647D8052A24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9" creationId="{769EA9D6-F41C-D380-BB99-3C1476AD6BA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0" creationId="{9810C499-71FE-13D4-2DDF-87B7BF8F37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1" creationId="{69B3AAAE-936B-F6A2-2B1B-DB939CB4146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2" creationId="{AA3559CC-B93A-CC7B-DD1B-57F1D8FBD9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3" creationId="{EFF7CE71-597A-EB25-5913-6CFE9A957D9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4" creationId="{75EB116A-2B3D-D799-1291-20557D9D548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5" creationId="{168F78EB-E2B0-D94F-221D-37D0A920C68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6" creationId="{D318C0E7-5244-62FC-6419-3216CC54429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7" creationId="{75EED3CF-0589-5772-19F6-91D315DA15F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8" creationId="{6FA880B0-96AF-E6D8-073D-3914C2306A7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9" creationId="{5F7C0627-9F6B-027D-B356-3A6A2A92AC0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2" creationId="{4135130C-2D1A-93F8-5AFA-8EEA5FF08D3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3" creationId="{85A6A594-3F16-B836-2A2E-6428A54A65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4" creationId="{E221CD38-DD13-D0BB-B1D9-15420741EA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5" creationId="{A5BA05A0-D7B3-5AE0-EF9A-19E640B080E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6" creationId="{9515A2DD-9EA7-D082-E773-56CEA5C9938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7" creationId="{9C535B89-A352-E574-70B5-A0573DC200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8" creationId="{E8247DEE-31DF-99F7-21CB-FDDE2538BEE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9" creationId="{8E163C57-E19C-19BA-B1F3-63D85F00A9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0" creationId="{B2174261-C6D9-576D-87C4-FBA6B6B6C6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1" creationId="{01F8FF72-B405-44E2-003A-FE261E5FCC1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2" creationId="{11D0CD93-2693-3CD5-CB49-31BCB1A0DE1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3" creationId="{3FB6F06B-AF5A-C9AA-72A3-6C7EFA3DBF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4" creationId="{31973BE6-BBB1-0FEE-A0AB-B4A49563A07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7" creationId="{92ED2AE9-5047-774E-0B63-EA1757AEE32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8" creationId="{31EDC3D2-D914-FAE0-15FE-22314847C96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9" creationId="{3209937E-0B0A-0772-07E2-E323A4413CF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0" creationId="{3CCC3B16-9B9F-3806-8B02-AE660F9B415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1" creationId="{003307BD-AAFC-B70D-7BC2-1974BCAF81A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2" creationId="{FC2B4C72-14F6-ADC6-DD7B-2FFC91C04FA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3" creationId="{257A3B88-5A01-6C1A-8B15-53C5B410F88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4" creationId="{43FA0299-29B9-54C9-3D55-1EE5541E5B5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5" creationId="{90BE02CC-8923-5D0A-0EAC-3FDD6B98B7D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6" creationId="{E1E21B3E-FD1D-5F7C-E13C-1B14532C7D5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7" creationId="{36DEB50C-BCE1-4B65-29B7-3E816F3CF16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8" creationId="{01E78EBE-20AF-3E71-FFDE-4429BD9D77F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9" creationId="{F66A2F48-D0CB-F2DB-A2A8-88E8E4E096D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2" creationId="{CF04C249-2D99-55C7-5EA1-4ED335533C1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3" creationId="{23F8B1E5-B8C0-8871-6077-29C8060B35E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4" creationId="{BB244A6F-F190-CDE9-27DB-DE46CD96069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5" creationId="{E0DD458C-E246-3F14-364E-01F21F88043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6" creationId="{A7F1CF1B-3DD6-9BC7-DDE2-D0B3E72D04F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7" creationId="{79229C20-B70C-7788-BDED-F936D253392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8" creationId="{39027FBC-495A-82AC-7C21-EAB3CCC7BBC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9" creationId="{2A6A96F4-D0A2-0712-0F47-13E69713E46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0" creationId="{54DFA40D-D19D-BB2F-76F2-75AC68C4F94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1" creationId="{03CC1EF8-5D49-2131-D0B9-DCFFF59982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2" creationId="{5D39A289-3B85-F8F6-3831-45504F9CC2A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3" creationId="{182EE5C4-696E-7567-285B-6738558744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4" creationId="{9267551E-9372-C240-C866-2676749FE2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7" creationId="{14978490-8798-1D1A-9922-5416F5CEC4B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8" creationId="{95A8509E-1ADE-AE79-0AC6-4664B1CE9B1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9" creationId="{C27F0052-BD11-D6AA-72C5-80075F4286C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0" creationId="{99745EF5-1D70-DAD4-35B2-4AB4CE4305C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1" creationId="{C6555E2C-855C-40F6-5E81-97EE1496F83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2" creationId="{25D3AC7A-9F79-AC95-019D-27B1A4403A0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3" creationId="{D9FB213D-F339-18ED-C6BE-05D4BD8A515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4" creationId="{8D6742E0-1B6C-F0BC-F026-1045B37AF2D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5" creationId="{52E982EE-29D7-057F-E826-7E3960F12DD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6" creationId="{B106432C-A162-FBF2-0B17-A50243706B7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7" creationId="{6EED004A-4191-C807-9796-87FB010B831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8" creationId="{D4BAD36A-EBCF-2CFC-26BF-B4A2D90182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9" creationId="{6D9D3C02-8501-93C3-0F70-4FA1728723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4" creationId="{F20D94CB-48E9-1142-A837-521BA1C597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5" creationId="{2390F23D-FD32-8616-05C7-FC0404FDD99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6" creationId="{F293C2A9-483C-1B73-7E6E-46AE23440D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7" creationId="{213900FF-1792-E8B1-ED83-052119D6B1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8" creationId="{311103F1-FEF4-AA32-E3E8-68425605E93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9" creationId="{40BF6F9C-F37F-02B3-32CE-0B87F6E0D76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0" creationId="{8838A2A2-3466-1C2A-6783-1581634EF1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1" creationId="{8933BFBE-8C4C-E08B-17CE-E15B598E66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2" creationId="{7F0B13C8-8F14-A7FC-65BF-C067546040D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3" creationId="{C760B8F8-4C20-9D73-38B9-31D9D9BAAF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4" creationId="{A648FA81-C53B-CA04-7997-3C582B815EC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5" creationId="{5AC4E7C8-4E57-D9D6-FBEB-B11B39214AC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6" creationId="{C4CB2BFD-5B83-9587-F86F-5343CE87EC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9" creationId="{87CF35AE-F44C-3F79-E655-C9D8297AB43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0" creationId="{03A25EB9-60FD-3CFA-400F-6FBD7BB316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1" creationId="{5511E407-D0F6-407A-09EF-472211F5371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2" creationId="{1064329D-789C-0CAE-1938-A2334069696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3" creationId="{0EEE5846-F629-393D-B2BD-805F39E3CA8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4" creationId="{4EB7A8C9-8706-7A11-F5D5-9F982E42BFF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5" creationId="{6C08BF0F-0271-7483-A824-0628C46E4C4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6" creationId="{36C0D991-F942-C999-0343-E7D514B342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7" creationId="{200AC93A-3F3B-A67B-A8A5-F3415E8102B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8" creationId="{49E8221C-FF7C-EC12-BC41-2F36F6CB1FC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9" creationId="{04B81EF4-2D95-EEB0-F5AD-28C75BEF13E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0" creationId="{A7FFEA28-31E2-AEC3-9514-DFE0EDED7C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1" creationId="{F3482F09-BA37-E5A8-4C54-96A3BD6A3A3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4" creationId="{E06FC8E5-95B4-FA18-B5AC-CCBFA7DB31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5" creationId="{12C77C09-38A8-B847-3337-96739E6685D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6" creationId="{6ED3DCA6-D6FF-67D1-9F47-2763A9C7B1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7" creationId="{E130501D-220D-3949-744B-B332B3BD85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8" creationId="{41DBD116-761A-5E06-DAC9-457F23D8633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9" creationId="{E74618B7-4BAA-1104-AFB4-5E0D4029B2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0" creationId="{73BCC2A0-42D6-F31E-F1DE-FCFE48FC3A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1" creationId="{D536F07C-C382-FF7A-627A-4E5E87E8FB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2" creationId="{568C2057-A628-5F1E-C2EB-E606D399094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3" creationId="{D842FA2D-9273-CEC4-347A-068AC105E36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4" creationId="{FD9D046F-9E3E-206E-3A4C-501784E626B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5" creationId="{634737A5-2FF9-0625-0F25-5D78F7559FF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6" creationId="{C4ECBA23-CED8-9C92-50F8-E2DCCBC1394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3" creationId="{4ECDE933-DDC5-FC05-E755-3AB1FD98E61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4" creationId="{4F0EBD24-40D2-5EF8-9A9E-EB7F643D728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5" creationId="{A261C1A9-4171-E7EC-9AA9-8CCB27DEFA3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6" creationId="{711103BF-D123-2F6A-8598-034A35589C8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7" creationId="{EA5A6589-1AB3-D725-3371-8C0765254E2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8" creationId="{D3F05267-FE6D-89E7-6541-1E58612DF52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9" creationId="{7509218C-B8CC-F63F-F062-E695B1737B9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0" creationId="{E4764ECA-6A78-9E51-8214-120C23B638C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1" creationId="{14807665-450F-762A-B14E-DBD1DC8DB87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2" creationId="{5FD77257-8938-7A83-58BF-68180EC407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3" creationId="{044AFA73-1955-CBB3-9118-5E19791E4AA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4" creationId="{279D0814-EB8B-65F9-4584-E449FD5E061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5" creationId="{265970CF-88F8-96A7-5797-355A3C91B11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8" creationId="{3B77B228-36B0-8560-A774-84CED7F9D95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9" creationId="{AE18DE2A-BB0C-5840-BB58-1349403FBDB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0" creationId="{0BAA1541-1CFE-2BB4-290B-BFA7C71772D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1" creationId="{0463B391-8DD6-D72C-4984-3C4E8318718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2" creationId="{3B5090CE-762C-E314-1823-43B2AF47C4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3" creationId="{5543188C-7CF7-8217-6D3A-28FCDA2DD85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4" creationId="{F6B52CB5-6C9C-9312-F49C-023BBAC729A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5" creationId="{85D49DFE-45A4-B8C1-3DF8-C6E15B1A92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6" creationId="{EFBEDE39-325E-F001-A9B2-40D6C2DB407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7" creationId="{87793103-AE36-6DBB-E3ED-E3CEAD405E8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8" creationId="{41254106-CEF1-4ED1-ABC0-A70F40C8F64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9" creationId="{B4C3EA78-2861-0CE5-6F30-94DBE72E821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0" creationId="{98697530-389D-38E4-5E6B-DDD0AA31E0A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3" creationId="{FF783196-8079-CA04-73B1-5010884214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4" creationId="{5764E290-245C-C6E9-604C-E9DEB9AC4A9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5" creationId="{284F803C-D9C3-DAD8-19CD-E27B014189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6" creationId="{60313195-8FFA-3036-1442-2790860CCEC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7" creationId="{242F1F10-C71D-0949-F643-7FAC6DF180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8" creationId="{66CD82A7-4C5A-F3A2-46EF-585670AE80D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9" creationId="{A47BC01A-8832-8DEC-B14D-4D8FD1E4D68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0" creationId="{56564F8C-E350-352A-6C84-3C6CB91F816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1" creationId="{5C89C090-987C-B8E3-EAC5-0D4A60BF473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2" creationId="{D8EDAA50-17BD-3858-698E-7D330365CB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3" creationId="{6B62C9DF-5296-8071-A03F-D2464772FBE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4" creationId="{81E4F819-6F6D-2FF1-7CA7-BF57C895E38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5" creationId="{E33BBAD5-8799-2387-7840-1181826C2F0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8" creationId="{1096DBAE-1544-71FE-60EB-A9C278B30C0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9" creationId="{83E3A2A4-7BF7-8DD5-ECB4-063E5E7C264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0" creationId="{025CCBA2-A3CD-0CB8-5DA2-09A5D03FB7B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1" creationId="{70260294-A57A-46BF-81E8-4EC2CDA7DA4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2" creationId="{E11FC44B-4A04-48E8-5C7D-EF8A05DAF3E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3" creationId="{64BCF3F1-FEBE-324D-AAC4-9D81815C91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4" creationId="{46FB5392-1781-2818-9BE8-20AABEEA64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5" creationId="{2FC9A2E2-BF1C-5B10-8247-8242157E4A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6" creationId="{E55B99A9-87A9-05EA-936F-C1BBD61A4B4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7" creationId="{074B37DE-8B1C-23D6-5CF6-FBB6791CDAD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8" creationId="{02E95A59-F78C-49E0-E565-AD5A0FFBC75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9" creationId="{F55EB6CF-8122-CDB5-517E-F293632F26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0" creationId="{E6F82EAD-D405-AD07-D200-935F07B3972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5" creationId="{6E21DF2F-19C1-168C-7FB4-CD706EE2F6C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6" creationId="{EA612EC6-B57A-68C0-0E52-16892604CA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7" creationId="{79F3B4E8-1273-1F7B-E08C-CCC51C91C90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8" creationId="{AB883966-5458-6F95-5C85-61A7236033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9" creationId="{2EFA1E04-5861-96ED-4CA1-7663EC924F1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0" creationId="{5F6C5E7D-4615-859B-0BAC-F10F9FF7F63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1" creationId="{662BFA17-254E-8BC0-797A-8E8C755BBB1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2" creationId="{3B924D1E-E916-D78F-62B4-8806AB36D2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3" creationId="{8D1E247B-F2B5-CC5C-CD91-63E174D9735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4" creationId="{A5B2BC40-69FA-DDEA-6501-FB3D6D4AC3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5" creationId="{CBB9687C-8EA5-6758-F595-8336A5B3A3B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6" creationId="{15CF51BB-7F0A-77B4-9243-3D7A357D4A5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7" creationId="{4FDB1F3C-856C-E224-A23C-324DF7CF6E6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2" creationId="{7ED73C2E-1332-3BE0-2501-90990638FC5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3" creationId="{6E91F2E2-10B5-B796-5F18-E133CD115BC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4" creationId="{B3CC364C-4FAD-4B38-62B7-B9CD680F14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5" creationId="{46286A87-736A-4138-AAA1-9E6D6496F2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6" creationId="{DB5EF4E2-98BD-A082-3765-A14899B863D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7" creationId="{4C941DAC-FB84-EE66-D646-E44FBF563D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8" creationId="{EED95FAD-00DD-A00A-B162-717A2CE2170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9" creationId="{9E693F01-B743-FB6D-611D-FBBB297094D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0" creationId="{7F104EAE-7100-D98A-024B-4F8BED5D815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1" creationId="{8BD6C0F3-BB8D-D62E-4573-93C47EE7A4B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2" creationId="{1275A8BF-B320-EFF3-8E20-829A993AEAD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3" creationId="{89A9CC20-C4E3-C686-4831-27833993CDE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4" creationId="{66DE8EFE-7EDC-586F-F27E-DA8F10B5C87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7" creationId="{66DE59ED-3EBC-43C5-3A11-5F84A22C7C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8" creationId="{7FBDCBAD-9592-BB43-B05F-8CDF7D814D1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9" creationId="{742FF845-C7CC-E2AA-31E2-6C2DAA83C4F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0" creationId="{33C173FC-B984-2979-E532-55617538BF2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1" creationId="{26DF3986-2A30-6E6B-B801-3382D89021B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2" creationId="{C66A5701-4CF4-D406-BF7C-1E339EA1B8D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3" creationId="{248DBDD4-1861-2E6F-2F2F-7FD2CE3F5CC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4" creationId="{4B28FE7C-D6B6-4C12-3C0A-23B94CFC180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5" creationId="{2C84D990-9986-F8AA-6B1E-2CBE83476B6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6" creationId="{B938D8B4-8232-2C07-6C17-149662A744E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7" creationId="{DD334A25-860D-C513-1315-1BEEFEB1F60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8" creationId="{F94EDE24-A83B-0781-CED5-B0410CC48E0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9" creationId="{7420D111-56BE-551E-775B-B9A6CF40888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2" creationId="{E4BD1762-13D6-C00E-905D-CD837DE630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3" creationId="{238FB7CA-93B9-1E24-6514-6B09971CF0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4" creationId="{DAE7A655-3CBA-0E44-295B-A3927DFE767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5" creationId="{E1A7E284-6260-926C-17DA-1239169FB9D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6" creationId="{ED83A79A-894D-591F-79B2-282DB9F9B0B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7" creationId="{88BCF28A-29B7-4BB8-F0C6-0A850363618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8" creationId="{16E2C997-4CB1-F9C0-3B15-681DE4F26C8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9" creationId="{3279849C-BC20-0947-1977-5BC159832FC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0" creationId="{DCDFB267-3ACD-C8B5-E4C8-1123CE81AF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1" creationId="{E55CE713-9431-9F99-3FCC-43B14C09937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2" creationId="{91CF6E01-D3AB-46DF-5429-3B47E2E2377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3" creationId="{808B901D-0FDB-8D93-692D-25B7F326E11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4" creationId="{91CC11F7-D18C-86BF-0CD5-BFFB31708E4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0" creationId="{DFF870EC-52E0-8453-3217-6DFC6037A9A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1" creationId="{9D314F09-6023-47F1-4696-89E560C708D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2" creationId="{789B1E5B-293D-92A2-3641-D9B4C00614B7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3" creationId="{A3D8EBC8-6F6C-9A1B-58EA-FB53BA211E4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4" creationId="{5B85A2CC-E608-A154-F905-1D6C5F42784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5" creationId="{98B39A2E-4194-F7E3-D114-409A35A0411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6" creationId="{9CFB1F13-211B-8F11-92FA-A691EBFE8BC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7" creationId="{C5E79FC6-0210-63F2-8140-7AD54E0A07B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8" creationId="{F7DA8048-6AFF-64C5-2B1A-13EF2EFE405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9" creationId="{58E990E5-1D7A-07C9-72CE-54A8202BEDB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0" creationId="{5574DFFE-E938-E18A-CF1F-BB36D76A9D4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1" creationId="{C2FEF551-8DE2-291D-6AFD-C95B9BB0740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2" creationId="{834017FE-6914-047F-AD10-B6E2E86F026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5" creationId="{C974DB51-9AD8-783B-3C72-79111E7C5DB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6" creationId="{DD345C5B-5EEF-AEF6-A0FB-2EB2FC38915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7" creationId="{966F45FE-753F-EB4F-8A82-0D0435E62EE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8" creationId="{49E75C03-238C-8E20-1C92-A558AF543D8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9" creationId="{C5D70A07-2A9F-26C6-BC19-6AADA69A16F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0" creationId="{F06B2BBA-4314-50BF-622C-F476714519A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1" creationId="{3E009187-3F5D-43C9-611E-BE905E19F03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2" creationId="{F1F16AB2-3270-0841-A206-208FB2A2F0C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3" creationId="{AB1CDBF9-AE7B-F3A0-3048-610C72D08E4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4" creationId="{1F21805F-3E4F-782C-BC60-61CB61BE190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5" creationId="{9590EC80-FE74-FDA2-36AF-25CEF8D2E41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6" creationId="{857D6104-2F6B-874B-2ED6-753CBE091CA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7" creationId="{AD46C7A6-5B6B-D60F-C4A1-108D816F5DB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0" creationId="{4D81ED67-3AE8-DDC9-6055-2498AC6E612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1" creationId="{6D107F22-6955-7EEF-33B9-B7B0F8150EA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2" creationId="{504453BB-2D7D-8A60-7B7B-936DACACC4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3" creationId="{59710DDE-1C7B-93D0-EB8A-6AD17E6528A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4" creationId="{8E96C0E6-481A-228B-327D-5F7474EF5F5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5" creationId="{2394351A-77E8-B1B2-9A12-6491811CF5E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6" creationId="{F79F2DDA-0166-595A-17F5-6B2476432EE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7" creationId="{3EF50033-607F-A58A-D4D2-8502510BEAC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8" creationId="{0E9C0975-B4FE-3064-16D9-8662C43E74E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9" creationId="{89B54E34-FF93-CA65-664B-9DC5AD48D8D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0" creationId="{DA9EBB7D-2CDD-3B3B-D04E-2F8D7C8D08D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1" creationId="{D03E6319-37FC-0D84-F1DD-2C0465AF47B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2" creationId="{6E3038D1-8964-4524-06A3-07E57B6AA2E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5" creationId="{5D091AC6-C1E7-FC16-63EC-56D8A8B8133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6" creationId="{C0FD7822-B6BC-F5EA-5031-2EF79DD76E6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7" creationId="{49024C34-1505-AA9B-3287-C997C2FACEF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8" creationId="{C4159A61-F7A5-34A6-5A70-354241723F6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9" creationId="{39E1A31A-3A86-98AD-E870-42B1E6A3D307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0" creationId="{5DC769EC-0701-C976-C593-DA1D21E9C43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1" creationId="{5D738B7C-9C26-03A0-69C4-0FD8FA9C933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2" creationId="{D38CC92C-6373-3184-34FE-726A71B7D4D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3" creationId="{29FBBD4B-BDB9-A6C5-6EB2-C2207B097C7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4" creationId="{3A5270C5-6ABB-5E5C-2401-44E62B6CD17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5" creationId="{FC26DE01-450C-CFBC-7A4E-CC78871739E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6" creationId="{527247E7-064C-DB74-6D36-47BBEF11B36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7" creationId="{76B00BE8-9C35-ED76-EF68-377C5E6865D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0" creationId="{9478F103-E4B6-215E-5185-CE0350889B9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1" creationId="{244C6081-61CD-9518-F32A-8314BE7D181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2" creationId="{F35B6B9C-2F8D-24A6-A0EF-AE1BE11D12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3" creationId="{00240C39-734E-245C-8473-AA7D3D835A0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4" creationId="{F6F4C3F1-7C50-8B8A-CC60-B319F98BB9C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5" creationId="{3E3B91E5-E1C2-44DF-168D-337D77967FD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6" creationId="{A21BBA9A-1DC3-5C4D-8791-261FE6E8D7C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7" creationId="{E222993E-3811-B3AE-4E1B-1E1A89FAA16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8" creationId="{46DC570E-1C00-BE30-E62A-1B7A20C471E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9" creationId="{7CDF9843-44DE-6926-34AC-7C0D913CD4A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0" creationId="{2D2F4875-93A0-2F06-09F1-579A778E77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1" creationId="{5A4F7FD9-1E50-812C-3C6B-9F3C1CCD528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2" creationId="{133D22C0-3F78-E44C-1E09-AF57A469D99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5" creationId="{4A1B7089-31B2-A0AE-5308-CA2181F3CFF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6" creationId="{A09AE110-B041-AB59-7516-03ABAD35831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7" creationId="{3B53F40C-624C-AD29-FCFC-77D3EF9D283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8" creationId="{6ABEEEE7-322B-9FE1-72D0-8F4F5AE2A18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9" creationId="{25360EBF-2E8C-3413-D7C7-8935DA1256B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0" creationId="{21E7D1D9-3303-ED1D-2E08-6313E390390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1" creationId="{34CFD7AC-86FA-181A-1A1E-3B47D422A2C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2" creationId="{9EAFE7B7-5D2E-B40C-E5D7-DA67D168EDE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3" creationId="{63C682CB-F91F-69BB-F75D-96A5A0FCD65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4" creationId="{A76B2A2D-5351-2CA7-F1E6-6AB861B7EB7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5" creationId="{FAD82892-CF61-5FEA-9B45-C3F4E646133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6" creationId="{A4B63328-2E77-9F7C-48C5-93D8AA936DC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7" creationId="{B4E5137F-EAFE-7F0B-FA50-0B4B089E434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0" creationId="{E0F5C1BA-E247-63EC-7CE7-98249EF9B21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1" creationId="{2470914D-37C5-99D6-11B8-C81179F853B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2" creationId="{E15C23F5-2A93-A70B-ABFF-624E326BDD0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3" creationId="{49CBD637-00AB-AACE-7A9F-71BFDD292B1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4" creationId="{86FBEC0B-C56A-92AD-E013-3A11479E34A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5" creationId="{94136E20-9228-8FB5-20B7-CE7B9CA8ADD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6" creationId="{699A4F1A-C05C-4A98-2A7C-677A1E5E83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7" creationId="{DB87E9D7-1D18-D534-66A4-67A6F4F1FF7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8" creationId="{38AA0836-CA3C-9A20-F3F7-8F993B43360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9" creationId="{DFFEBCF3-2E67-1392-5978-D16AEA31A7A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0" creationId="{9A00FD1F-D40D-8346-FEFA-BED7C240FB9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1" creationId="{15B7C140-2B60-8091-D27B-6EDF39283F4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2" creationId="{BF87EF10-D39A-7C2E-C0CB-C351E22B372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5" creationId="{18EA85DD-8960-CE55-62A8-A9493582BF7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6" creationId="{D2363EFD-7F29-504C-4EB7-D6DB66CB7E3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7" creationId="{34A566DC-40EE-371D-92ED-3A700B35CDA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8" creationId="{0883E8F8-1959-79CB-A005-B855CBFD64B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9" creationId="{9E7FB5EB-D7C9-C006-126D-0FCF606ED62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0" creationId="{5800C53B-4D3E-A3F7-68CF-CCD32B2CF4A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1" creationId="{82A7E915-7D64-E785-3BDE-CFB0A4DD3A5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2" creationId="{4AD24AE0-971D-FBCB-7211-BEDBD28871F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3" creationId="{63ABD327-72CE-C904-D46B-1898A6CB737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4" creationId="{88D42818-54A3-7B24-4A19-385572378E3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5" creationId="{1DB841D3-5170-8868-B84A-CCB6356F551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6" creationId="{F7B177E5-B718-6E8B-986A-30AD973CF35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7" creationId="{10CC94D3-86A4-250E-3262-93489A29566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1" creationId="{BB724E2F-B2D1-6EEF-C653-FBFABF7B80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2" creationId="{DD5BAE0B-CC7E-4BE5-9EBE-D285AE43CB5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3" creationId="{1C4C4E86-161F-4061-22D5-58EB71620EE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4" creationId="{B7FC1D36-6D66-8FB0-4674-EB0EA3E0712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5" creationId="{D15E7C58-6EDD-F5D5-B280-02863885675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6" creationId="{070E2C8B-83E7-1DBC-16D8-0DEDEBCD020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7" creationId="{757C99FC-10FF-20AC-064D-D3E5F05FACD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8" creationId="{8075BE87-3826-45A7-D804-1A63C7858A3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9" creationId="{961CA518-1CB2-55E8-9035-38137AC74EF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0" creationId="{CC9F5CEC-CAB8-54FF-CF8F-8C7CF318CEE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1" creationId="{70F6C754-6BCD-FC11-7227-064850AE478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2" creationId="{C990CE4C-B2D1-FFF9-E9EE-C8E813BA30B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3" creationId="{F674F2B9-D1ED-8766-CFC6-B3C45EFEE6D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8" creationId="{4BC9438D-CF1E-9D9E-B3DF-710C91A6380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9" creationId="{39532A1D-BA55-0CDF-81AF-4F9CABAAE8A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0" creationId="{7074CDCD-8D6D-1F96-B5BA-EE62F6A9094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1" creationId="{0E9B20D8-7E71-17F0-B27B-DA6EB6DC807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2" creationId="{932F840B-8774-37D2-DAC9-B6C9F53AB9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3" creationId="{14497660-00C6-93F4-FAFE-961EC77AF24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4" creationId="{87584086-CA8A-0B51-DD09-05B8DBEF404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5" creationId="{B90AC935-29B5-4647-EAB4-184D970619C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6" creationId="{AFE65E0A-DB92-290E-41A9-2DB1086754E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7" creationId="{15C049F7-F52D-55A4-45B5-D58F9A877E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8" creationId="{B84AE5E8-E488-FF62-FE6B-3A282C5E0D3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9" creationId="{A2DD7124-E54B-AEC5-4EA9-2926A5FEF16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0" creationId="{11F15337-A38B-08AA-9C28-46B30864044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3" creationId="{39AD3CB9-4CE2-1A3D-1BF1-09B8BD094B2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4" creationId="{AAAC9D11-CBAE-F964-9554-0E0483966DB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5" creationId="{CA7BB914-AB7D-3CB7-6E28-93866DC7D0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6" creationId="{04EB1E86-3821-E22C-7715-AF6B5545BEF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7" creationId="{F3780D42-5542-5BDC-91B7-71F0B4B3065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8" creationId="{8DC29213-E326-18DA-65F7-E3A79C0D6B5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9" creationId="{89CF97EC-488E-6C3C-44F3-11C7475DA82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0" creationId="{89D51E3B-C70C-9C14-F537-5D20C366745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1" creationId="{430148A4-6587-A889-FFC2-21475D6E51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2" creationId="{2235BB2D-DFBD-E5F3-442A-B9F3C11C2C4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3" creationId="{6C787CC5-326D-BB10-125D-EAAEA44E18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4" creationId="{F7F7BEFC-D5FF-2B1D-32F6-D56E4E6D9F0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5" creationId="{96F1C382-09BE-F5C2-632F-FF5FDC3C497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8" creationId="{8E2528FD-C9F8-2AD5-5F59-762A7D2AC0C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9" creationId="{624503FD-5CEE-1115-65C3-DC8290D35A9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0" creationId="{4FBD02C2-88DA-7C29-002C-6FFB0507808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1" creationId="{FA192374-1525-7195-12C4-07239A6C4F4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2" creationId="{D7EEA1D4-8026-F379-F035-3F2CA567820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3" creationId="{96821598-4803-E198-2AA4-8AF8D11379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4" creationId="{CD22A867-BD88-27E0-06FD-3725410A5F7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5" creationId="{204D73EA-B1B5-0CF2-14D4-08382585DA8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6" creationId="{624026E5-801F-96E7-52BC-73AF3CD875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7" creationId="{F882AC21-F8CA-9C1F-03A8-46E4FE8E335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8" creationId="{11EB9766-28C0-695D-7EBA-AC1B6B648D5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9" creationId="{FB7517FB-99FA-C6D1-3DD9-75C33F04CD3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0" creationId="{C474D739-D305-6BB2-82BD-DF65FAFC25D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3" creationId="{7B230105-B70F-ABDC-25CB-5E1FB49330A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4" creationId="{8F97C840-919B-DAFD-D845-FF6A701C80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5" creationId="{24D3116E-0A69-E99F-17C9-7BF8124FB05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6" creationId="{37666EC9-F7C3-B986-04C7-466B6E04AE9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7" creationId="{A42D1D5F-AD55-AE83-9A34-DD1D1F47771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8" creationId="{CF243424-6AA7-F4A5-032B-4ED857221C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9" creationId="{A587E43D-6FDE-051F-7374-296A9D3E839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0" creationId="{CDFEBAB8-45F7-4FC0-34A7-28D63DD366A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1" creationId="{970BA821-C887-3BC8-F7EF-9DCB6206A91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2" creationId="{5398C257-AD35-4EEB-D264-9134CB349FA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3" creationId="{60FC7F94-BB20-8A43-4AD2-55D2A10C9B8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4" creationId="{5C38C7BC-870B-87C6-FE92-5F473F0B0C9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5" creationId="{8285485E-5530-258E-2063-088BD20804E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8" creationId="{B35004E9-8AA3-46F7-6010-9C9642744FD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9" creationId="{474A2772-3895-A9D2-4DBB-087A45AE1D4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0" creationId="{985DC09B-43A4-66EA-8DBC-DC44CB0737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1" creationId="{D407762B-C084-F7CB-6C02-936FB7D194F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2" creationId="{66476DB8-6AC2-37F8-090D-5FB90D542D5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3" creationId="{D0B3EB9D-38B5-6684-8851-F1819F1A7EB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4" creationId="{1523F1B0-D41B-9E14-554C-5DC45E86DA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5" creationId="{F8D9DB58-271B-AFC0-BA10-4EA41627E15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6" creationId="{D3D99CEC-9165-F2E4-A0C1-5CEC8408533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7" creationId="{4DAB9FE3-A0FA-0E8E-09BD-C1D8D981392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8" creationId="{2246758E-B9D0-8A6B-7F6E-7B8B854BAF1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9" creationId="{D418386C-29E0-FA32-9132-022157B2816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0" creationId="{49C64E11-6AEF-589C-1CFD-2465B80A6A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3" creationId="{1DF13B1F-215C-4FA5-7490-CA237C4773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4" creationId="{EF581F63-0A05-CEE0-D000-E3F36BEB9DB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5" creationId="{27785F3F-10F9-5537-CDFC-6EC06CFA370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6" creationId="{6AD2E8A2-080E-6149-0ED9-DE48A03A68E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7" creationId="{AA090344-67C5-0895-A904-14E4A39D004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8" creationId="{796EAE22-52F2-C6F6-3469-569E1CA3F1B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9" creationId="{CF1FACA0-DE82-34D5-09AA-5022ED05E55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0" creationId="{FB26231F-015E-3C16-98F2-CD828D0FCF9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1" creationId="{074FB2A2-A49B-A69E-983D-0CDB5A46E64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2" creationId="{FBC94EDF-12EF-8388-5C55-F0FA262DF70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3" creationId="{9E539CFA-713F-AD2A-C7BF-F96C976C82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4" creationId="{08F0A681-72B3-BB07-8867-47AD80FEB32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5" creationId="{B424460D-D9E0-67FE-57BF-A289945311D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8" creationId="{D4D14F2A-83D4-FB42-C1C3-0E40E220C34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9" creationId="{C342A9E7-933D-276A-D204-7136A4E5E3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0" creationId="{19C491C0-2D51-4C43-AF02-AB34A625EBE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1" creationId="{9F311638-FF45-7027-C297-6932D3BB8DC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2" creationId="{FF5BF64E-10E4-52E2-547E-EEEDFA2BDA9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3" creationId="{81F1D158-0356-9070-6E7D-0FF4AF97532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4" creationId="{14091316-681B-A018-0562-CA831277DF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5" creationId="{38D82C81-19A4-754F-F253-2490D997359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6" creationId="{826745F0-BCBB-7CC3-9E35-716B35B2818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7" creationId="{CC972907-ED43-03AB-0E84-152480ABBB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8" creationId="{DAE5D38A-41E4-537A-14B8-E005F7AA575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9" creationId="{5BE33652-4F92-A907-02DF-A70EB30311A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0" creationId="{ACBC2FFE-B434-2B7A-13B6-98846D4CC2F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3" creationId="{78B8E3D9-12D8-3A58-C1EE-FABF7D9B708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4" creationId="{2EFADD93-2B46-2CB1-E528-4AAC3C58611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5" creationId="{630970E4-B983-5B7C-7BCD-9E30125DDB4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6" creationId="{BF3C1ADB-7089-D482-DC5E-AADD1DBF635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7" creationId="{F695F728-722D-F23E-09D4-1D51B4D2DDF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8" creationId="{EDAC53C8-10CA-1E04-9195-6C4E1C935C9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9" creationId="{E529F3E0-697F-9DAB-697E-C1DAAE4D1B0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0" creationId="{5DA1370A-5F7B-CD8B-4EFE-06D722EA89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1" creationId="{FFAF8691-D9DB-199B-60CD-EB4A5073099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2" creationId="{E60139C5-DFCC-FFD2-92AE-41D0F70D20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3" creationId="{8162C0A5-EBEB-6B7E-E9C9-94BD4AD0105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4" creationId="{24801FDF-F3C3-75C9-6FBB-7F4C8BB9509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5" creationId="{A9281B50-6FC3-BA55-B053-3864ECDD49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8" creationId="{09F84AB7-BDD4-FAEF-0D10-45B9ADE2FA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9" creationId="{D10C4CB6-1B44-15B2-B7F6-8E59499633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0" creationId="{FE46FEC1-C6C1-B840-3B66-CF45DFFE3AD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1" creationId="{4CDEE424-A7C6-F42D-EE59-2536F15B58B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2" creationId="{859126E0-E4E2-DA6B-650E-E0DA3EE2E61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3" creationId="{A3530A67-CB89-3195-88E5-6A0179EE2DE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4" creationId="{62F92092-C45B-9C83-2036-6C4A1767D2E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5" creationId="{0CC02F7A-28A2-F577-A1B5-47FF5FAF9D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6" creationId="{4CBDC7D6-6881-899C-40EE-A627B5BAF13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7" creationId="{3B0BFB49-59C2-8707-1643-F618C92EB42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8" creationId="{855EF445-CDEB-27C0-489A-043F2704141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9" creationId="{F320CBE7-3779-996C-C07F-432051A1A7D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50" creationId="{B5447E82-FC80-3EAF-5CC5-9FCB80A088C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3" creationId="{B871F144-50DC-CEA2-7625-10D3E8A1F90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4" creationId="{0FB8890B-7083-0836-697F-1D833FFEECA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5" creationId="{2C445CB9-970D-2C89-A923-9730A7165EE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6" creationId="{55F8BF86-115E-2C1C-DA26-9DBB0DAF694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7" creationId="{921AD09C-DBC0-B982-D75A-DEE59A99798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8" creationId="{D683E666-EA3D-211E-F4F8-12D183566E7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9" creationId="{E83B372F-97BD-10ED-F86A-85D1DA4A6DC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0" creationId="{1E2788A0-E54C-7793-D677-09DA5CD2228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1" creationId="{6F1F139A-6A82-7994-AEAC-5B37ABFE88E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2" creationId="{FF0C64D1-86CC-34DA-1715-7C2F580A355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3" creationId="{3FDBF264-1DED-8A9F-E743-BF083A1F4CD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4" creationId="{2BA58842-311C-4C39-9C23-6B6FCC0C1AB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5" creationId="{B199EEEC-7B2B-3A20-B65F-0ABB44DA6A6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8" creationId="{6D413E69-3A2D-DE48-14B8-34833101CC1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9" creationId="{E55F8A3F-814D-1B4A-DD77-90C2ACF3E11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0" creationId="{6920918C-CDD3-6E38-BC4E-33C2E678636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1" creationId="{94D9C87F-E570-4C24-C516-66E9888B50B5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2" creationId="{B43B5C30-825E-E9DF-0481-0DCEAF048D0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3" creationId="{C7F97201-6A71-081D-37BB-5C2FE23F391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4" creationId="{441D3988-5AD4-FF39-FAC0-32E61BEF488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5" creationId="{CD9C3A9A-173E-9F1E-DF8D-584F97E8E3D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6" creationId="{C1E5243E-6DE3-597A-04D1-48DA524B700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7" creationId="{B1CDD894-8725-575A-EA22-37949C56C13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8" creationId="{59B2FD12-03BF-ECC6-849F-98AEAABFFB0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9" creationId="{968E556A-6E6A-CFF2-CE40-17F15D0FEF8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0" creationId="{45793EB4-C8CA-266B-B956-70662B14B625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3" creationId="{2E1CD35F-D181-2E40-5A73-9C175468A92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4" creationId="{153E6D2C-FC39-318B-A227-8D8C77E9DCE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5" creationId="{7783F219-FE92-AA34-4F64-E1183177700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6" creationId="{CFBE7528-4310-6800-AD8A-6C0E7CF2097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7" creationId="{029F39C1-60FE-2375-6A71-8DA1183B641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8" creationId="{9D8BC456-99CC-1046-BCBD-3614F9D1A4A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9" creationId="{4BCE4D04-760C-BD5A-D2DD-28D2EAC9866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0" creationId="{62CFDDAD-7609-8447-80C6-AC9C14A5C1C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1" creationId="{7B7A403D-081A-8491-1EF5-344267385BA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2" creationId="{C8E1B70B-2919-789E-FC28-E96023E46C4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3" creationId="{95BC7036-6ECC-14AC-6B5C-87872CA90B2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4" creationId="{A86BD3FF-1FB5-526F-3577-D152ABE0BF2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5" creationId="{42EAD3A6-424F-48FC-9171-B7460D611BB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8" creationId="{AFA2CCE4-FB85-1ACF-B6B2-9680A201027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9" creationId="{8333D28E-6261-4F57-BB9B-103CC8895B0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0" creationId="{4BF33AE7-795D-4584-CF25-41A88360D01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1" creationId="{A85CFE04-1D04-425F-26AF-4AD4698599F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2" creationId="{13DD21CB-46D7-3ADC-9905-83AD072B199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3" creationId="{DB86F768-3FEC-FCC9-5A7D-711DBD1355A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4" creationId="{3E0697F5-2517-364F-AD7E-856B20097FA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5" creationId="{710BA5B3-2A81-DA4B-3B24-37E849D04AC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6" creationId="{4011B220-2E76-CDFF-2E20-46F886D6EDA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7" creationId="{D0C97B63-47A8-D5B3-D635-F383A1465F3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8" creationId="{5036E1ED-1E91-423A-9653-692A64EF5FE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9" creationId="{BE133DCF-04A9-8270-833A-2F828086DDB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0" creationId="{B453EDB4-CC2A-6CBD-F766-C3E1DB75B84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3" creationId="{9008148A-5D58-1680-6311-3915E749C67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4" creationId="{A2586F3B-26B1-4B7D-A091-BF60C741390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5" creationId="{33B755D5-F500-9A0A-E6B3-E87ED5CFB0A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6" creationId="{75BFDC5C-4A2F-2EBF-43B3-5B9FC7466DF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7" creationId="{1DA28BDE-D306-C6AD-C629-C424D0CBF1C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8" creationId="{6F79750D-707F-385E-E74E-1207FB36795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9" creationId="{3887A0FE-7EA6-60C9-F62C-5810ABCA22B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0" creationId="{D49A8620-DE0B-F5AF-72E1-32EEBFF2BD2D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1" creationId="{CACB42C9-7C88-D5C7-953A-7E84333F5C2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2" creationId="{0FD68EBE-83EC-C30E-BAB8-D8C5F03E0AA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3" creationId="{781A0E23-0D2F-E75F-865E-F75408A1133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4" creationId="{6BB8A19D-334E-ACB4-99A7-1358EC4719E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5" creationId="{5A15043F-9F09-CF3A-B630-0CE7901364E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8" creationId="{FE677413-4A02-8A55-95A3-7BE055A1066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9" creationId="{CD72C29C-293B-E34C-09D4-4D7CC16143F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0" creationId="{79C4AD65-A415-E9C5-9054-572A4612AFC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1" creationId="{0B844478-7AF9-432D-4078-A72F897021D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2" creationId="{94AEF400-2A1A-69E5-89EE-37541F8C848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3" creationId="{BE066A4D-150B-A9E0-CE05-6E257D0C4C8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4" creationId="{C98707EC-696A-2B1B-3FEE-85F78E60A30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5" creationId="{10B4C06B-4F89-F978-7790-94BE185B855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6" creationId="{73F22D86-A890-0D0E-F5C6-35170CF495E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7" creationId="{3BBA539C-B7E1-E884-C195-4CA7EA9823B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8" creationId="{9D2F95B0-F936-CA36-9166-6C6998BD7A4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9" creationId="{9EDEF48A-26A2-39CB-E26B-B1EA64CAF02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40" creationId="{6DFC49A6-55FE-83C2-20A4-B1165B75A7B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3" creationId="{42F2ECB8-F409-9AC1-82A1-24216808A93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4" creationId="{38D3EB0A-814A-E5C7-4AED-65256857D42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5" creationId="{AF82A2EC-3A41-FA34-04E3-D466D33FF2E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6" creationId="{53F9290A-C579-02BE-A9E7-061A2AD3BBB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7" creationId="{8C65F4CF-05FD-E7BF-1D77-BB86B5D93EDE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8" creationId="{69DF55D3-EF81-16A9-9A70-2DF342DF443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9" creationId="{C2C38728-0048-B72D-34B4-414E96D42AB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0" creationId="{C8363CF2-6CD2-2A65-F88D-EFBDF5C4DB5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1" creationId="{5FDB6259-4C2A-D9FE-AC61-A2265364407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2" creationId="{57D4A398-02C0-BDCD-CD28-E71710248EF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3" creationId="{2E2E5E5F-AD4C-8416-A736-BB85582FC80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4" creationId="{D9A0DBA7-E85B-3E21-0450-71723381810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5" creationId="{8ABDCC75-F820-F030-588C-5DC162844A6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8" creationId="{33B81E76-2B38-7ABD-53E9-8F97411D390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9" creationId="{71C1BD88-AEF1-2AD0-CCA7-9768CCD0136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0" creationId="{1A2669A4-60FA-F8B7-34E9-B0663BB05A9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1" creationId="{FC1895AE-D5FA-1113-DB00-A1FF70FC7CA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2" creationId="{458F8E18-8110-598C-74FC-CB945ACF0F5E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3" creationId="{223CE9AB-6011-F1C8-8E64-3A3026F56B5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4" creationId="{492801CD-BB0A-3E9F-1263-9A9E7B5BBAA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5" creationId="{24839FB6-85C6-7146-B72E-CD5D48D8097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6" creationId="{4C60E394-E5AE-06EE-C3F0-681E18EF63C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7" creationId="{A5FA5E1E-EA05-F841-1C65-092D99805FD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8" creationId="{15DF159C-AE2A-E5CC-3567-5CFC5301CA0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9" creationId="{D5F4EAD4-419A-86F6-F03B-5E3B0F15965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0" creationId="{B41D88FD-9EB8-C764-BAED-FE010C99E2A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3" creationId="{E4DE2679-DD10-9740-D677-53863191272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4" creationId="{75400383-442C-EC6F-70A0-E9D82DFE566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5" creationId="{E6E44A95-0BA7-7FB9-9E6F-2D6F5E257FA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6" creationId="{79BEEE25-E2E2-A010-D510-8010CAAAC7A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7" creationId="{0299DDED-5E86-A84C-8207-34468A6713B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8" creationId="{06215C2F-F3CB-E188-BE59-C75547E9EAF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9" creationId="{C396A573-E2FD-8863-5EC9-1313D82BF5C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0" creationId="{6AF328FC-E22D-4455-1CFD-0C55D3E8A74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1" creationId="{8C0B665C-ECEB-AB08-4222-C5B1D6AA3AC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2" creationId="{001F7D1A-9973-D243-8AEE-7502791A4FA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3" creationId="{CDD3AC34-E492-7368-73A3-554BAF3602D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4" creationId="{561A44A6-8A71-4D02-21EC-935A11285A9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5" creationId="{1D81033D-5F25-1141-D67B-B26A60EA82E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8" creationId="{6BA247A3-53FF-3254-4B8A-E001EB2A71D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9" creationId="{BB3AD395-B817-56B9-61FC-95586382E0F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0" creationId="{1CED5EB4-5983-030A-9A19-D782E594A47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1" creationId="{E1191737-AAEE-7021-03CE-50256AD88AE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2" creationId="{3B9AAA36-9806-441A-A0FB-7A5E594720E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3" creationId="{8296070D-4B84-431D-A8BF-D5D3A286C0D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4" creationId="{5EFF66B3-6907-88E7-3286-D5811F87A01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5" creationId="{77AFD3F0-39C1-E0A7-AD80-D874D193022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6" creationId="{24FF2E6F-DA6C-76D1-3969-A7045F7B3AD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7" creationId="{7DA8F168-0FF0-4D3F-9846-F4B26AF600C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8" creationId="{AE66BB71-390B-16B0-51E3-589182EB649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9" creationId="{7D90B056-B1D7-149A-587C-70475FF5211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0" creationId="{E77D63DD-AFCD-838B-CC2C-6877EBE71DA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3" creationId="{762D57F6-0ADE-ECCC-C148-A59E9928A27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4" creationId="{F70100DA-D213-A8ED-3441-BFFFAD73709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5" creationId="{F67B9C8B-3003-E00D-3285-0943FB1E595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6" creationId="{1BD6C863-3802-AE61-3220-AB09A795FF8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7" creationId="{0091ED72-4964-E69F-8EC0-96999AEAD0C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8" creationId="{822D244C-7CDE-A25C-DB25-46985D03337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9" creationId="{96BC55FF-BC14-0DFE-B373-E5AF897A71A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0" creationId="{BB22EA93-7AD3-2477-B855-6A9914A2DF2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1" creationId="{67514868-1987-BCDF-F312-1DC78234719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2" creationId="{51D08C2C-89E3-312C-CCAF-43A3B2B1159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3" creationId="{50E5820A-7E3A-7C33-777D-02CC2FCD9FD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4" creationId="{7882EA2D-7C01-9B49-263C-4C040275E74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5" creationId="{8AD04E4F-8F76-5C84-2A7B-07E18A66A39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8" creationId="{38EAB112-5193-B845-69A9-F615882E054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9" creationId="{EF61F23B-08BF-F21E-7FC5-2455F8FCE3D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0" creationId="{9C619E39-8E8A-7BCC-B152-F62BEB259A2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1" creationId="{E393278D-9422-085D-91AA-809214ADBE5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2" creationId="{AB35EF95-6A8D-04BB-BD4D-7BA2A5819D6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3" creationId="{0EAB8B59-E3D8-E163-3129-778E3C0195E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4" creationId="{58B7AFD8-B529-C605-F02E-9AB4C7476A1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5" creationId="{0A3DA76A-1643-EE8E-C6A7-C01DC9D7CCF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6" creationId="{C6A27B95-0FF1-3706-A930-C9408B7E797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7" creationId="{63A90CCC-694A-978C-CD06-EE6EBB45747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8" creationId="{62ACD1EF-CBC8-7B77-3BE5-F0ACF4734CA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9" creationId="{355913DE-270C-B04D-10FE-341E8100EAE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30" creationId="{62CB9A5C-13E9-E069-30CD-34654A18CC2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3" creationId="{60AFA046-4975-4208-0FD3-6C3D5F934B9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4" creationId="{A57D5F41-0A60-4E78-D7FB-579CE234001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5" creationId="{1D289E7D-EA3B-31AF-41CE-DEDDD655601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6" creationId="{6836A879-7EFC-FD64-2302-A742B620841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7" creationId="{94724AC6-2360-CEF6-FBC2-185405DFC5E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8" creationId="{EAA55A7A-7FB4-3C34-BFA3-F4452C425F0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9" creationId="{7B11B2D8-9A44-FF7D-5B45-6840AB9BB20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0" creationId="{4B65613C-B6B0-14F7-83D1-61D3C87CDBC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1" creationId="{52CEBC3A-D305-CCA6-8367-B8369761619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2" creationId="{33DC2F16-4B69-5760-7CFB-DA355213BA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3" creationId="{BB711C50-80FF-130F-4357-7BE79E32393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4" creationId="{406B8102-78B2-DF31-372F-5A21F870DA8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5" creationId="{802970AD-3FEA-0BCB-C8AA-E0D57B3C999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8" creationId="{45B8C939-9A45-54FC-794B-C7178A7238C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9" creationId="{946EB03E-4750-83B0-F3C8-4E88A75ECC7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0" creationId="{AF6CBD02-8604-D548-666B-D6996B8CD8B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1" creationId="{0EE9374F-D88F-BEFF-3D86-68FD6D0E3A5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2" creationId="{6714681D-D537-ED8B-F3F3-4FA80FFE64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3" creationId="{59103C3E-8F62-5A77-9503-5DFA43DFF09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4" creationId="{0C8C2049-539A-187C-072F-F8B8CB4DD7B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5" creationId="{AFEB2AA5-7E5C-99E3-DC23-CA3A421E5AF9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6" creationId="{035D3531-8DD3-70D2-9A8A-12BDE67A8D3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7" creationId="{24EF8F57-416B-A0F2-87FF-EB88E8940D5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8" creationId="{0905F907-EB14-3B15-0E91-F187B81DFF8B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9" creationId="{59826642-8900-D6C8-A64F-6551D69638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0" creationId="{0F8BC703-8863-1F40-EF17-664C7A8241B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3" creationId="{851AA9D5-21D7-9B79-537B-FC11516FDE7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4" creationId="{B7D0830E-0210-CD6F-9E32-979AE2E4B99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5" creationId="{B51E1B92-8977-9751-8FFF-BDE08BC3303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6" creationId="{F4B773B5-5EB8-8904-80A9-1CDCF596292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7" creationId="{AFA2F3AB-D7EC-33B7-C444-DC47F66A992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8" creationId="{463BD226-7929-509A-4DCA-CDE556DB60B9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9" creationId="{B3355B7C-F445-3EFF-9B99-A5F819EA8F2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0" creationId="{F492AF63-FD91-F9EF-8653-B083058D460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1" creationId="{78F9AA28-858C-F15C-9B83-72F1227F56D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2" creationId="{9E8C6E98-7C17-DFD5-E89C-17825CA2606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3" creationId="{3E799CD1-8290-02BC-E272-156280211CC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4" creationId="{5FA755BA-4855-3782-A92E-890194F229D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5" creationId="{47F220A5-05C1-F0C6-AF2B-6A1C32883C0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8" creationId="{156DAD16-C980-130A-03BE-C4CFE391F42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9" creationId="{ADEA178F-B546-192B-C3E8-773697561A6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0" creationId="{ABF924D1-AF35-32CA-E20E-A3C2945882C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1" creationId="{B5D81DDC-8ACD-A059-1800-23C847CEB1B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2" creationId="{8C863AEB-EF4D-9F08-729A-90B87547BF5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3" creationId="{44051B66-7AEE-BF77-0691-16DDEFB3513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4" creationId="{52C14323-F7BF-C2EE-1588-CDE4BA5E6B1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5" creationId="{C41DDB39-B82B-D606-0FA1-922FE38F1CF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6" creationId="{6C309A4F-9B7E-0C99-7005-84DA5178408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7" creationId="{B3ECEAF7-1F26-962D-22C4-3734F5F5BF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8" creationId="{C84771CF-DFA2-FDAC-67B0-E2C659A2E62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9" creationId="{87752012-EAF7-E379-CC66-537914AB739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0" creationId="{1185D079-7543-4799-512D-2AF9FB6F50A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3" creationId="{8E17AAA3-3DE1-65D3-0DE2-7DCF9A3CDE8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4" creationId="{144F61AA-49A0-1537-3297-F9EE6149F86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5" creationId="{6EE9B427-5246-DBCA-6482-558A5D330DE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6" creationId="{76BAABB6-1BF8-C2E5-4EC4-89508AAC8E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7" creationId="{A64A804E-76D5-3606-F8B4-A1CC67FFE4B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8" creationId="{2DCD3080-F756-FE16-C9A9-A3C9D50C6A8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9" creationId="{787952CE-F6E7-B587-2E62-133BBDB467C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0" creationId="{DC772E98-AE19-C93D-005B-96EC9FBB327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1" creationId="{FD7A1F22-3179-C6C7-DDB5-658D12CFAD3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2" creationId="{EEA950D1-2AB9-EFAC-1948-354CE88DA0C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3" creationId="{A4105A6A-6AFF-15F8-F912-F5AADC118F1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4" creationId="{E58D5625-1D3E-82AA-7622-3A6B7F983C0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5" creationId="{49472390-9C1D-C9D4-3F02-55D9BDBEEAD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8" creationId="{53DFE9F9-26B2-B87D-49B5-EF722985DC9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9" creationId="{A16EC9EA-6953-8FC6-8378-C40335D58E4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0" creationId="{B8E5E3BB-2E94-6FF1-84ED-2077DF0A6F9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1" creationId="{2993357F-8E84-BA3C-42FE-FC69035C034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2" creationId="{10AA19BA-A10F-6E96-98DF-C7249CA065A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3" creationId="{22929370-887C-8438-1C38-22EDA1EA91E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4" creationId="{1A6ADA1C-5036-016E-7A80-4559415D2C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5" creationId="{56B97D57-15B3-20D0-B14F-2ED945B2ECF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6" creationId="{051B16F7-631B-F9DE-0066-DF9AC7EF8C3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7" creationId="{DF994522-E670-6FCC-FC99-48FF8F33E0F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8" creationId="{0F7B6FE9-17AF-C7EF-1BB2-B353CF5D3D3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9" creationId="{19AA4D68-08C6-3DAC-4A40-A4CAA8C3397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20" creationId="{D9EC29A3-C40A-295E-DAF0-AD30012E809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3" creationId="{9C90C1BE-6C29-2E57-06A0-85CC3BA394E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4" creationId="{C4FC1358-7724-A3C8-957B-897D45FAC32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5" creationId="{FD58F66F-885A-C761-4FBD-BE648AC19C2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6" creationId="{EAAC2E87-1018-121C-FC3F-DCE96D7093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7" creationId="{49F53399-51C1-6DC3-D876-60BE7A65ECC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8" creationId="{14821D69-4767-C4C4-6B0C-3330C5E0B21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9" creationId="{D005E72C-74FB-1459-433B-3CB3A63FF7F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0" creationId="{0C10EF23-E706-E541-F24B-654CB825152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1" creationId="{879D889A-2719-F2A5-EC63-4A6C2D358BD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2" creationId="{9CFC1404-A9C2-9065-0B88-4F32E85C4F9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3" creationId="{4178984C-CF45-D6B6-5C06-E283321389B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4" creationId="{AB5D08F5-C33C-33C9-C949-F3DA52C31EF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5" creationId="{D675C206-C8A5-4CCC-50B5-3E0D39642FB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8" creationId="{11A85E06-D00F-4549-99EF-28B09071C9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9" creationId="{1149636B-C623-6AF6-D706-14A11F3C107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0" creationId="{111EFDB0-9E1B-2C4D-6DB9-3F2FD31EFC4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1" creationId="{E722AF89-6C3F-EEA9-893C-7C69BB940C6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2" creationId="{916CFB14-A64A-218E-2D40-5FCC2A412B6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3" creationId="{399B4A8A-8AAF-BC91-A51C-C785016F31B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4" creationId="{51EC599D-E5CC-6DA9-D8EB-46AA8E89550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5" creationId="{829BB559-96DE-5A20-8B9E-50EFD3ADA10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6" creationId="{D3BE49C1-65C9-6392-5F1F-83D8B38D796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7" creationId="{862B1F2A-1F38-FF42-9067-A98B27B85D8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8" creationId="{6E098A9F-236E-672E-9818-C6D3634DE45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9" creationId="{0FE3AC45-D736-A6F6-C294-8946BFA1A9B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0" creationId="{0150BFC9-AF81-70AE-33FD-BA09BC3F308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3" creationId="{80D09D8D-D967-FA76-B049-FF76048C441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4" creationId="{1930CCB1-9F92-9F76-8AAB-3FAE3829F74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5" creationId="{26525D12-36BC-F1FA-81D2-179E95948B8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6" creationId="{0BD71FC1-D3BC-B142-5A87-683BC88639D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7" creationId="{17D1CA0C-ED85-29EC-CE12-619FE8E0627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8" creationId="{E23BC2BB-D267-9759-F393-F17A5AC25F8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9" creationId="{1DA56D06-E057-D72C-3E18-9873BA4D38F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0" creationId="{E7A13DEE-575D-D4AD-1854-C87EB845333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1" creationId="{E3660ED1-26BE-24B4-CCC7-E5F8D4144C0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2" creationId="{1B935CD8-7E54-4598-7A79-EDCA423D4B3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3" creationId="{4165EDCA-B7C7-75FF-3ADF-46C3CFE2696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4" creationId="{05A6F509-6AA5-294C-8E5F-4C7CDA44E53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5" creationId="{AFF723E2-D7B7-6281-EC3C-66077C9E98E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8" creationId="{570BF5D8-BE6E-F322-4D2C-BB1071F8240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9" creationId="{B4F35DC1-DB9F-DB1E-1BE0-698DD013842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0" creationId="{C5C89765-F3A7-4BBC-1FAB-FFD698839C2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1" creationId="{774C7BB1-FC51-F070-4792-3ED2E6D9FFB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2" creationId="{7D49FEAE-3F5B-D0C5-48F5-8B9ED237DF4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3" creationId="{A2C5F09F-6686-FAD9-65F1-05FCFED10EC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4" creationId="{975DD703-93C7-021E-3BC1-EF1AC1646BC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5" creationId="{98534325-5AF0-5FEC-C75C-EFED7E70864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6" creationId="{52975811-D895-9AFE-3699-56A0A293AA8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7" creationId="{E53D7216-04A8-4C07-1FCA-48A6133CF71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8" creationId="{418B0F45-7883-726B-416D-90E52B9AE3C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9" creationId="{44D9EC70-45B6-D0C1-C9D5-30BAF9ED052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0" creationId="{CEA6767D-D2DC-AC1D-4825-13F1E020AC0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3" creationId="{C0FEC188-7F1C-CE3F-715C-5FC6227958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4" creationId="{E8754868-6135-F119-E961-D9F223DA550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5" creationId="{59A5600C-27E1-A4E4-FEDB-F68E1992892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6" creationId="{578D1C5D-8CBF-7221-A3C6-B46CD5E7C87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7" creationId="{EE239F1D-F713-6E1E-4DE9-96ABAE73A1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8" creationId="{07FABED2-E6C5-7C17-72A5-2EC9501A880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9" creationId="{D9CDF7F7-5A0F-F989-1D00-252C0B27C9F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0" creationId="{8CD02A7B-28F8-7E3F-27CB-ADC42AB3057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1" creationId="{ECBB537C-028D-E93C-6643-4D9B3437C03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2" creationId="{0F13FF74-F298-23B1-E1B4-6DD9C435DB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3" creationId="{22C03CCF-8040-9923-A584-F81AAB632D8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4" creationId="{F0E86D13-98DC-FAC4-C9CF-444591F712F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5" creationId="{38421179-001C-3E55-91D4-198ADB78132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8" creationId="{FEE1C10E-D08E-D2BB-45F8-9817005781E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9" creationId="{E52A6492-7F94-CB45-865D-0F9D15DE1F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0" creationId="{5B050DC9-EB46-DB7C-88D4-6D7616D0F01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1" creationId="{B94AFBEA-708B-81DE-9CED-105C6D4C010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2" creationId="{A6B7D35D-588B-33B4-8F40-F2AD9544CF0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3" creationId="{2397F48B-C7F6-3FED-40AB-FACD8E1A502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4" creationId="{2EE60ECC-CB90-4579-6262-7E85ABB4961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5" creationId="{76906476-30D0-4653-9CB5-9C6CF29A990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6" creationId="{A4CB29FB-174F-EAF8-8E1A-49BF6BEB6FA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7" creationId="{3A3FC55F-6401-02EC-78DE-D0BBA5F9665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8" creationId="{F97C1034-CE3B-33DA-3B13-31FE73D548D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9" creationId="{1BD6EA73-12BE-34CE-EAD8-CEAC795B105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10" creationId="{7F17B14F-4E03-8D88-555C-8BC77E818E3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3" creationId="{D0363FFA-CE7E-0D51-6CCC-C9739677BB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4" creationId="{E6DB76AA-EAD3-545F-F2B4-A6A29D6DA51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5" creationId="{4FD3E434-DEFB-C7F4-F473-0B7684278A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6" creationId="{85DA6FA9-5ACB-7D27-2B7D-99095B3E25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7" creationId="{7970F974-5712-4BA1-C478-096C1E40CDE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8" creationId="{B8FCA4F9-E74A-1571-8406-0BC3CF50A7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9" creationId="{9167C94C-366D-1BB0-89BF-12135109584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0" creationId="{2ED377EB-E08C-B060-05AD-ACF6151D9B0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1" creationId="{052AC657-B4EB-3221-ED4A-4823EBC1B5F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2" creationId="{F6B5A098-6AD5-10F4-6FE3-965BBC3473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3" creationId="{4C8F5D39-5373-0781-6AB6-82A4A166B84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4" creationId="{58536C40-B069-A44E-6C65-5031F191C03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5" creationId="{4B40D3EB-9475-079B-64A0-909FC9C9333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8" creationId="{350BD5AA-EC89-2268-7E36-4E5DC1E93F7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9" creationId="{039638F5-6780-F0D3-A5DC-28B85277970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0" creationId="{C0D22684-51D4-0218-67BB-4E3EEE89551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1" creationId="{01438CD9-95C5-75A5-2C9D-79E8DAFA6D7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2" creationId="{6CEE493F-2386-BDAA-51C1-B46D336E856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3" creationId="{376D5729-5F8A-4B33-B7AB-ED248E6D978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4" creationId="{0D2D1387-1C72-70FA-D3DA-0C010BFEE23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5" creationId="{7F9A4539-C968-9F61-6124-335A27F059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6" creationId="{3B197F32-2696-1DDB-1456-BE83781D2BC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7" creationId="{D03B68C6-C2D1-070D-8B39-EF914CBAE38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8" creationId="{11F1622C-1F52-4BC0-63F4-18E49C13446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9" creationId="{B284749A-EE55-9CA4-4481-120403E4BC5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0" creationId="{B47191F1-143D-5464-6082-37168156F1B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3" creationId="{FA50EB79-6B6F-5BA4-529F-B4C3989757A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4" creationId="{6B12969E-7EAA-CA3D-218C-04E008862D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5" creationId="{360ED31D-AE29-E6E7-0B66-1A82EAC7C6E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6" creationId="{33F61F8A-D87C-BBB7-0307-DECEDAC185A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7" creationId="{5AEFEE12-AAE3-A625-C71F-0590BC74916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8" creationId="{27193F41-0CA4-CAC7-DB91-C754CA86452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9" creationId="{CEA8C77C-8611-1DEB-D80A-B51F42180C0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0" creationId="{1867D456-3212-8822-074F-277E26BAFCF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1" creationId="{13183300-F0B0-7F2B-3957-C99465A7A83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2" creationId="{118B8D67-41ED-AA50-F3DA-80307FE8DB7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3" creationId="{C3C911AB-FA30-8851-5DFF-FEB6042BF20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4" creationId="{D10D203F-E2B9-0C36-EFEC-622FB0BBC6D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5" creationId="{477A2D56-6937-9943-AFE5-67D6AFC8D5A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8" creationId="{A9B1BD7C-70DA-1FFC-A817-05EA5A278F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9" creationId="{393C2EB5-1C4A-4482-DF85-1489C2065D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0" creationId="{1D59DCB1-61CA-E698-ADAF-EB07F3EE8E2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1" creationId="{93964497-9A55-7650-2E36-B005214505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2" creationId="{CC299AD7-E3B1-11D3-0C4B-4C9F141DAFB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3" creationId="{3DD84F79-246F-A849-518E-748774A3652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4" creationId="{2B5EAC3A-0574-FBE6-78BA-76B7D7BE082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5" creationId="{2CF503E0-EF04-0E5D-126B-537142140A3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6" creationId="{42877DA4-D277-A221-6533-E72E1D91608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7" creationId="{9783ADBB-AD64-8E41-FB18-3827DF6B728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8" creationId="{F5215222-BAE4-A39C-E459-89CF553861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9" creationId="{1FD16541-AFB1-428D-D2D2-48E013632E8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0" creationId="{3F355424-3C2A-ADBD-630A-B6C66878ACF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3" creationId="{FCEEBF04-8437-C999-0676-30EFD292331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4" creationId="{F31CF519-67EB-BC99-CDE0-A5CA9835C23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5" creationId="{73F0EE94-45E0-DBAA-59A6-46E881BE971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6" creationId="{3A59B33A-11A4-6DEE-3D2E-1900524C6C2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7" creationId="{4590CBC4-4BE8-671D-2CB9-D81B2ED95FB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8" creationId="{D0377B71-D74D-BE6C-0FFC-4A2BF65F02D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9" creationId="{B77A2DF2-0B98-00EE-03A8-A51DE4C302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0" creationId="{A80EA375-30E8-078B-F74F-2F05A223257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1" creationId="{9D4977E5-EF00-52AC-7343-25C65C63C9A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2" creationId="{3AFE602E-FE9F-4A8E-FDE7-66001FFEEF8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3" creationId="{C385EC30-3661-32E1-3F24-F009DFA889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4" creationId="{EFA6C2D6-F351-9E94-2918-0AC934053A0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5" creationId="{E4FA341D-78E6-D8BC-4B90-04199E972C3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8" creationId="{6DB74BAF-6D86-2EF1-7298-CF2147D6DDF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9" creationId="{F0064A72-B18A-BF1B-E4FD-D426506021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0" creationId="{519D426F-5398-7B0D-884F-908DE517765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1" creationId="{21319060-E7A7-8967-7504-DA19EF9B02D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2" creationId="{7C29E58B-37BF-7DF5-08C8-6E9F4CA4BF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3" creationId="{084CDC08-FFC9-95A8-C866-E18F03F2944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4" creationId="{D58027D5-211B-B37D-95E9-C2436382FD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5" creationId="{22A377CE-8A12-3314-D061-7A829FDB7AD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6" creationId="{D6C65E02-785E-ABE6-1D60-52D9ACA3843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7" creationId="{CF4F292A-3428-E97C-F825-43780508C83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8" creationId="{ED567F14-5E93-B050-E1A7-22AAB45148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9" creationId="{A41F8C5C-4020-6431-DFF3-C15404E075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0" creationId="{092E8548-CD88-04C0-1735-01331AEB0F7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3" creationId="{36F4C68F-3D17-3AD0-045E-478C8C2B375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4" creationId="{76118E4B-CE28-3C9F-23EB-B07ADE288DD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5" creationId="{19AB3527-BE27-BD3F-BEA8-AC0A97B78F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6" creationId="{215AD15E-0E96-8BE5-D60F-4322C5D365C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7" creationId="{0F5D817C-4BC9-EBF5-BBC5-8C2FA3471FE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8" creationId="{56B3EB2E-BE4F-3C03-DDF4-C90C87625F1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9" creationId="{F841DAC4-B9F7-49A0-7E20-C614DF6C46D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0" creationId="{7D888EA2-F4F5-A02B-443F-32315207B00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1" creationId="{3AD1B8C5-804D-BBE8-7A7C-0B150BC3259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2" creationId="{4CE9EC77-2B58-D4F3-5A98-7C80628810B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3" creationId="{3B45FA99-9DBB-B559-53CD-18E18A2DCB5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4" creationId="{9BCC1250-8E12-52E0-3952-DD926942C01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5" creationId="{00A0894F-3FBD-028A-9804-DD2FFCD6DC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8" creationId="{1BB71EF1-E566-F3E1-BED0-5E7C404C0A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9" creationId="{5DE5EE5E-3A4E-6858-BE0D-701C4E89EC8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0" creationId="{D7003EC8-05E0-1601-B62C-BC31D157BA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1" creationId="{A1B0C7C4-FFC2-7798-24CF-6402AD039D3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2" creationId="{35C9E054-B10E-EEF8-C0D0-F1089C9D757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3" creationId="{021D179C-3563-4929-6056-70B2A224405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4" creationId="{A9177CE4-E709-DBF0-9C3F-184CDBE41EA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5" creationId="{29AB4A68-3643-B0A9-6AB0-624AC86AD8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6" creationId="{FE9C876B-6D38-4C87-E3A9-E1E2DDFE31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7" creationId="{0AFF3910-3B2C-B020-6FA8-543BABB6A0E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8" creationId="{D2C38BCE-44C4-8965-DA6D-084DF7C948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9" creationId="{C6EC7F7F-FAEA-8E7E-ACBA-A874763BBEF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0" creationId="{FE965A2B-22C4-4F8F-49C4-D95C2969237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3" creationId="{F65B1F39-743E-9CBF-CF7E-B08125E85C5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4" creationId="{40B3BB17-509D-4876-32F7-945BFEA78FE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5" creationId="{A53379AC-9140-8A82-9E44-E63D9A060E4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6" creationId="{1DB3A993-CD26-FD6C-D5D4-5BD7B4A388D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7" creationId="{0C58D47A-BD6F-6E5E-946E-0E3F87D2E6E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8" creationId="{81E6E6CE-58D7-528D-6DBD-61D138FE39A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9" creationId="{AFAE2DB8-3D9D-BC07-1C8F-7114751F17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0" creationId="{E09F4DAF-5656-C84C-3EFC-7C27A3C0DD2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1" creationId="{EA5F9015-204F-6574-5A52-990700B0DC7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2" creationId="{DABD537B-48FD-A42D-8B8E-85974B93C2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3" creationId="{0D43410C-DA7F-BFD6-F558-C62276EC36C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4" creationId="{378BCB0D-930D-3C2D-0177-C4FAAD2C60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5" creationId="{8B3E0278-A9DD-A933-96F1-1306F88016D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8" creationId="{DA37B060-F128-2291-605A-A6B417077C9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9" creationId="{946599B0-C11D-1D0C-D342-37D967D8C3F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0" creationId="{59897DD0-B94B-C273-89E3-E38FA10EB38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1" creationId="{58EF74D9-8C0E-1E0A-35AC-28201DF949F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2" creationId="{EF6EFCAC-2CFE-02F6-97EC-7A24D6B4D07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3" creationId="{5FF27E35-6583-CEC3-90B9-617C1EFDF82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4" creationId="{06844550-C15A-3E99-4A2D-F762710DE4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5" creationId="{39B9AEA0-A2CA-646F-AA9A-86B8384C7C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6" creationId="{4C7195DA-C06C-4ECD-2398-AE9BA21EC27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7" creationId="{FC7C9194-89FD-ABEC-761D-777038E498C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8" creationId="{82DF96C8-6E4B-386D-2ADF-6E936ED671C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9" creationId="{05C02DA8-03FB-9354-5613-D44F0F748C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0" creationId="{21E90995-0DDF-04B2-8BC2-1DEE84C34EB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3" creationId="{58F07ED5-E8AA-2F1E-70EE-27C85619359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4" creationId="{2FB6D882-A8B9-2865-82E2-D1A238D908B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5" creationId="{0A161766-E245-8EB8-366E-A7E9E9B4D3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6" creationId="{A92F0F94-0D60-3771-71FF-2FF2301CD83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7" creationId="{A903A16A-63E4-8F73-5D3A-DD2F20C0C91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8" creationId="{D38B53DD-17F7-89B3-4211-AC9F524828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9" creationId="{B124936A-8597-78A7-BABF-6B0E65C3557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0" creationId="{7328A518-033B-3EF7-FAB2-E33944FB99A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1" creationId="{655CC73C-0111-6F68-D7AE-785B9FC7EB3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2" creationId="{BB5B8437-66C0-FA78-56D0-5138D1D7004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3" creationId="{D6960F23-E869-AD4D-FAFC-A78A0E11663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4" creationId="{ABC098E0-9511-63D6-F041-320B4EA70AB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5" creationId="{72705845-EAAD-482E-C755-87F1DE1C5A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8" creationId="{7A3CF5F5-32B2-0C8B-7D65-CA228E5DDE8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9" creationId="{ACE0DC26-1342-B2F8-56A8-B182FCD6F98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0" creationId="{545FDE31-DC6A-4BFD-31BA-B508984E09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1" creationId="{60F9D24F-0604-D161-98F9-97941732426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2" creationId="{62091AFB-7FB9-2561-6FC2-697AEF0A27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3" creationId="{62B38DC7-79BE-3928-50E4-BDA14F5C8D4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4" creationId="{34FB24FD-4AB8-C166-B503-7168EEF9F3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5" creationId="{CEC21A0A-FC2C-6E76-D85D-71AD4AF9E33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6" creationId="{334A11AC-2077-B1AE-D3D7-29AD84DEFF9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7" creationId="{42CBDD07-3348-B250-B168-F99518EFE0E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8" creationId="{9C28F77B-4D19-0958-38B3-337079834F1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9" creationId="{7AAD8CE1-569C-B928-049A-E59D75691BD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0" creationId="{A4D6BCA3-77CA-C99D-7A86-C0FFB6BE382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3" creationId="{42F25776-1FE1-F1CA-865C-00A902A6B83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4" creationId="{31DA3B12-6DC1-57B4-4BD9-277BCC8F9D2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5" creationId="{E51542A3-C8EE-B848-5936-3A33CFD0B96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6" creationId="{0BF42FB1-CAE6-D9E7-0C02-D92FCAE5266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7" creationId="{DF8A2212-DA1D-7F08-86B6-340D7B8959C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8" creationId="{915891C1-5879-2031-46FA-8D4E80AABA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9" creationId="{0FAD0AA4-1D88-9F8D-9DC2-C013948043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0" creationId="{2EC55CE6-CDA4-3733-0EB0-CBA2819C1B3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1" creationId="{66421F2F-1767-0359-435B-22009EAFFA4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2" creationId="{FABBD11B-CFF4-CED5-64D0-961FA1ED826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3" creationId="{85969AFC-B774-A276-7E70-DB84F6F7B50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4" creationId="{928045F6-527C-839F-82F4-5CF9837D3D1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5" creationId="{0C5361C1-BE15-D12E-8606-63094447934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8" creationId="{34788C1B-8C86-D05E-B7FD-4F0B301167C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9" creationId="{0DF7518C-47BF-1E2A-F964-3AB9EB3E84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0" creationId="{27D0514E-C423-BC8D-8E04-8C44BBA3A56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1" creationId="{7068B004-7292-7527-D25B-3053F9A4B8D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2" creationId="{74A22D06-2C71-FCB6-F1DD-659A05FBA1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3" creationId="{94731309-8FE0-1E54-B502-9410F28D4FE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4" creationId="{88A168BD-7C9C-2123-6735-E7A68A9419F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5" creationId="{5415E75E-71E2-7964-B7CD-27120A7CFBE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6" creationId="{2686986D-0A0B-FAD6-2792-1A7BDFFB9D8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7" creationId="{767091C8-E13D-D3F7-591B-F9886B581BA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8" creationId="{C084AE15-B589-66B7-F285-C06F27C5C6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9" creationId="{7986FE37-A14F-D7E2-E0B7-0E8895DD1C3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0" creationId="{DDD0BF03-2619-931B-2904-5B8496E7011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3" creationId="{8A4D5A76-362B-68C6-8D06-39722E3796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4" creationId="{8FC3164C-B835-E635-C9E0-574B549D744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5" creationId="{AB3DB1D6-F8F9-AAB7-77DC-01D2F10FD3B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6" creationId="{D2ED92CB-75FD-0105-BD8B-C0D24ABB3A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7" creationId="{12633142-E039-D677-4EA1-6675ABD5B3F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8" creationId="{E9ED1A04-370A-2027-657F-8BE0C526E2F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9" creationId="{D304728A-F701-4BD9-253D-0BE32B2C358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0" creationId="{4F2F7648-6E0C-8779-79B9-E5F757FAB3F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1" creationId="{670BDF00-67CC-5660-80CA-7B136EEBCA1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2" creationId="{51D2AEC2-AE04-851E-CAC4-A46157A6000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3" creationId="{5A8EAE48-92DE-98A0-D2B8-65A25247F19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4" creationId="{22B1F672-3753-7F54-998D-C3EC98284A6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5" creationId="{B718EF41-E329-8942-5224-8D3197EFA04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8" creationId="{DCF618F1-1BC2-CD1A-58D0-F215C13927F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9" creationId="{89CC5C0B-B697-E566-E03E-F937C0E6F91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0" creationId="{6A0CBA04-02C8-2C2B-6E09-5DA04AC608C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1" creationId="{2B4C156D-A09A-C618-513D-724AAB62787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2" creationId="{5960294B-5DCC-EF19-CDCD-E7435FA0DC2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3" creationId="{90C471FC-1487-31E3-A404-5CF3FE3653F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4" creationId="{0DE79F1C-1D7E-9172-E560-D541846E6BF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5" creationId="{61F778BB-11E1-A831-B97D-AC159CEA24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6" creationId="{41ED5CD8-596E-74E0-AAC9-FD896F7E26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7" creationId="{73CDEAE4-BF59-06C5-CB04-606B3D3522F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8" creationId="{765B6EC2-1F92-949F-9561-D4EA04344FE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9" creationId="{3F292C0E-9C9B-9E78-C718-DD57EBF334D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0" creationId="{019E2F1C-61DB-20A4-D3DE-0625E9EA4B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3" creationId="{B902DD70-92B2-63C0-0E70-90EB9B963AA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4" creationId="{2535CB20-E07E-DAA9-BA12-450FF2C1D3A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5" creationId="{F739E960-D987-A786-11BA-9FC90E56605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6" creationId="{C2D98658-3952-9EB7-4B72-BD6DE3A3167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7" creationId="{D8751E0D-0D9E-3E12-3FAC-11BA2DD7CF4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8" creationId="{375E7EDF-2707-B207-FDBB-A7C0B1B5803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9" creationId="{2DC33F0A-34D2-0ED9-A716-3E8226A201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0" creationId="{C5AE0B3E-7E70-3887-49F8-865A1F08569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1" creationId="{FFF211BE-45E8-592A-831E-2B468C2F6C8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2" creationId="{C298194E-CF4B-504E-72AF-EF57BC82D3D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3" creationId="{E205A68C-C561-DDAE-8315-F4A4F64F21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4" creationId="{50416F9A-0E46-AAEE-7562-30D88AFB997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5" creationId="{698FB930-5C97-2B23-456B-FE5F4C4ED8F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8" creationId="{543DFFA4-795B-0AB5-24B8-C8E189921C0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9" creationId="{5149BCFF-6C97-4985-1B2D-8270504ECB3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0" creationId="{5E9BA27B-D70F-A3C1-FC18-2E30AF05EE6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1" creationId="{C2FA5A06-6652-F64D-80F0-EFA9F26FAA8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2" creationId="{5101AB21-8B42-B1CC-1CBD-07EE1D894F1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3" creationId="{16274782-67E7-B715-4F7C-E9FC4B98E9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4" creationId="{EA0D7A89-0BD2-831C-A019-622206409D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5" creationId="{B18866F5-6565-67F2-1626-C1DEF742106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6" creationId="{221D19B5-CC5F-5441-FC54-64EC6EB1B5C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7" creationId="{B547579A-FF04-B9AF-421C-F400A6B5728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8" creationId="{4A5CBB5A-26E1-5858-218D-697E5D00406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9" creationId="{D34170E2-B066-FE0E-1C24-070FB3AFAC4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80" creationId="{DA4E911B-157E-FC66-7315-A8D97C7EA54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3" creationId="{7D649263-E0D7-E78D-E763-58F09207563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4" creationId="{2DCDEA4E-21A4-3E7F-7884-4E9EDE03948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5" creationId="{62BC5C2B-A636-E324-A35E-FCAC3BFF476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6" creationId="{FB7E2031-5A0C-C4A6-9E2D-EE15CAC9F1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7" creationId="{116090BF-6F24-FD08-B231-42637E4046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8" creationId="{090311DC-A232-FE86-1225-34850CA7DE5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9" creationId="{0F4BEEA6-0BA7-A98B-FE97-DFA48B0CF9C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0" creationId="{5DC9FDDA-1B34-564F-E132-974C4CF304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1" creationId="{B1932AB1-ADEA-F6F0-8C40-45B60DDB89F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2" creationId="{DF0DB20C-BAA3-1E2C-6170-56DCD10CB18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3" creationId="{38015D38-0FF0-74D9-13F3-C12D76F70AC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4" creationId="{ADBF0C82-1BAB-5566-4715-B52BE1ADC71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5" creationId="{0CD74CDC-47E1-B8E3-B2D0-DAEA77366D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8" creationId="{C21192ED-69EE-F7EA-5680-33AE890B2F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9" creationId="{D76FB4C8-3C39-C862-95B5-ED06A952F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0" creationId="{9435F340-2964-5860-7C8A-D33C0960B0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1" creationId="{F6536ABD-F7C7-F2C6-652A-57523C1CAE6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2" creationId="{8B14C6D4-3A07-4C78-4200-414A2A1B121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3" creationId="{30930CBD-8790-0705-99BC-241FFBE5DD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4" creationId="{1E5C80F5-7300-4637-E2B6-073308B88CC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5" creationId="{3F5D83A1-38FB-22FC-7B11-E3E8416248B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6" creationId="{18D38F76-ED6A-9F87-94CC-61C358A3E5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7" creationId="{316B0317-1574-E4A1-1AFC-0E82805076B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8" creationId="{08FF22B4-AEE4-833E-E9C6-B3FCFB97058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9" creationId="{12E6AE5D-DA94-B47F-2498-E4C91C8B6FB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0" creationId="{7AAC2F55-02D2-ABF0-A040-0A1AE64AE3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3" creationId="{E3359C3E-5710-7017-7436-A8BF2F248BE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4" creationId="{6EB79575-A504-B630-2E26-915849467A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5" creationId="{8E1DF7BB-BA48-95F6-CAFC-C1A33348277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6" creationId="{33299305-A805-B6AB-D32B-0598C976166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7" creationId="{C561CD57-55DA-B34A-2C56-8A9C7A5A6FB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8" creationId="{F327F186-4E4B-3E70-AED7-BB1669486D0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9" creationId="{98EBB6D2-9557-D34C-6AD7-4BBAC50D18B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0" creationId="{4D46C8B5-D371-0EB2-B37D-5576AFCB2E6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1" creationId="{FE5A27EF-751A-99E8-47EF-AB08C179155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2" creationId="{16D915B7-6FDF-9542-650B-45DAEBEBDF8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3" creationId="{92D03117-CBEB-A578-9873-C38E3260928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4" creationId="{1C96DEEF-A612-9A0C-8252-4C407C6E87B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5" creationId="{ACB75997-4977-B1FC-D9C4-8082E6509CC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8" creationId="{98035E97-75F8-CEB4-9DF8-B08EBE2948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9" creationId="{91C5C5D0-F1C0-80C9-504B-09B45AE71B6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0" creationId="{12B0EB38-5C1C-E657-85CE-74BE2D3C043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1" creationId="{04B8C5FF-FC56-63A3-5944-00B3E7605A9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2" creationId="{32B0C353-36D3-EFCD-1E05-067797EDD51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3" creationId="{AA993C2C-4D24-43C1-4E37-B78D767D061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4" creationId="{231D2296-4699-F1A8-FEC3-8CF00EDF907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5" creationId="{808A5DB2-F17A-22A9-788A-23CCC2276AD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6" creationId="{F7DE1D98-FBD5-E68A-4092-C467FA82894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7" creationId="{09368F08-E918-7EAA-0089-E519BF7D8AE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8" creationId="{4FD93C61-3CBF-FEE3-8E3C-60F9B641B33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9" creationId="{B2DF896B-7E81-CE14-1BFB-DEE3D3C13D2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0" creationId="{92AA0A43-EC21-C3BE-689F-FDEF804D156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3" creationId="{8B8AA576-5638-1DF5-3516-6C9EAC1CFEF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4" creationId="{29ADA355-DD73-8DBD-C361-CA5FC0ACC21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5" creationId="{0F7FC182-58AA-5AB8-0B3A-76F89807DFD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6" creationId="{9F9B5019-88C0-0B3F-4F23-79472F2B80C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7" creationId="{F62BB721-ABA7-6161-E3CA-91F4AC46B61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8" creationId="{87132ADE-A1F7-82AE-8D29-E433151D0B4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9" creationId="{ECCF81AA-C7A0-E0C7-729E-F4BD014D083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0" creationId="{C3654C00-BE5F-9134-B288-127AAEACDF5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1" creationId="{51FDEB33-0B79-850B-B71E-CC6A4739B76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2" creationId="{CB489ABA-DD75-994E-0D95-503A241F77C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3" creationId="{6349F202-459C-6A9C-96C4-B01ACB26807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4" creationId="{8BAC9AAD-9913-E961-3A1C-91418E152D7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5" creationId="{3F5485AE-F362-8E49-CF29-D56072A8934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8" creationId="{FD0E64B8-2055-4EBD-3887-238373916E3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9" creationId="{14CBD257-0319-17AF-7D93-99E971A913B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0" creationId="{72299429-487C-B774-F4B9-31FC1C54B54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1" creationId="{EBA54524-9916-ED6C-F24A-12A7C3FF712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2" creationId="{B8C5549D-E972-80AD-A884-EF89BB6569E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3" creationId="{C75F42A4-AB14-13BA-F7EF-494059615AB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4" creationId="{AE965563-AD8E-5B12-7729-BD5C2D482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5" creationId="{B3CFD101-2E80-D545-4479-91FD4E3446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6" creationId="{F357EDDB-525C-47C1-4912-414B8A1A334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7" creationId="{280A51C2-23E7-28C1-F040-C03D5AD208F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8" creationId="{49A118CA-A357-7276-45FF-00DCAAFBBD5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9" creationId="{842CE03E-DE89-0E48-1B0A-76085F39F7C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0" creationId="{09943A32-B847-4F43-1F80-AE3E868C6BF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3" creationId="{8A6737C1-D774-A526-F63D-DD7E25CC790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4" creationId="{8101FF40-F133-F2AB-1DC0-DA5C2069F57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5" creationId="{5B0EEB5A-52FB-CF3C-1054-EB37D389507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6" creationId="{E826C2F0-C96F-37BF-3190-956E713473D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7" creationId="{182CA13E-4ED2-E442-809D-DD36257C31A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8" creationId="{E59AB8B1-46A1-B980-9458-C56C84F5BEA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9" creationId="{69D1B893-8714-9D2B-2D6C-3C6E29311FF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0" creationId="{F38E8105-A11B-EFC0-1B0A-28FD075CFE1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1" creationId="{6CFDA4E1-0616-93D1-EE39-6AE8D75F7D9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2" creationId="{D9AE259A-1303-97D0-8B7A-CDF0B9CBF16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3" creationId="{A5A55649-4921-8BB7-7607-70E14EC6541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4" creationId="{7965B9C3-D39E-ACD8-38A2-9854F1F8F1D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5" creationId="{0079AC01-1FEC-1BB7-69AB-7703D4FE2D2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8" creationId="{97DCEB6D-C333-921E-9C86-D74B12A4F05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9" creationId="{8053190C-D657-9DC6-A366-802F239A419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0" creationId="{66096813-8B4B-8136-E2B2-9C8638AEB79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1" creationId="{F71FDC57-F106-C3F6-A077-E0A0FB73EC9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2" creationId="{86DB5FAE-101B-186C-58D3-C89573AEC76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3" creationId="{11973DC0-1617-064E-19AE-71AE84426C6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4" creationId="{7A93C0B3-1861-CBBE-F59E-8F81FC1116D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5" creationId="{2747EC5F-F759-EE34-DAD8-9E16310A430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6" creationId="{AA3AD274-8704-4144-D553-4DC716F265A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7" creationId="{CD33FC2F-8730-DB0C-6A1C-02A1A25B4CC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8" creationId="{FE9EE67A-18A6-6EBA-4E9F-66A5E3D32F6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9" creationId="{BE8720A1-B4FB-DD07-2299-3B90070B651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0" creationId="{96161F90-9614-6621-536D-186BD7EE1C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3" creationId="{A8451B1A-C06F-779B-478B-3C306720CB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4" creationId="{A46A6930-905D-DD91-7982-828F6BB311E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5" creationId="{297430FB-C434-7E88-E695-8475A785654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6" creationId="{9E8BB463-048D-97DD-B1BF-CC11D3BA06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7" creationId="{D1F1ED0B-CD7B-B38E-861E-D96A5BE12CA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8" creationId="{73CD0FA5-E822-0A04-7E50-14C29817001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9" creationId="{A023C35F-284E-A293-A894-AB87DF8712E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0" creationId="{BFB49883-6A80-1A3F-C26E-2F21929BD22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1" creationId="{EFF9D200-7D36-707A-F07C-327559578C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2" creationId="{52272CBD-8E5D-67CB-E90F-17BD8AD2E88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3" creationId="{34D9D267-E90D-B721-C623-ACA55BB8126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4" creationId="{49588252-DF8E-6CBE-0029-22A21235143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5" creationId="{50E856FB-B6D7-11F6-B723-6723FC254F3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8" creationId="{18C366EB-55BA-6B3C-1CC3-7D9B746543F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9" creationId="{15C91C02-5D77-7DDA-AC06-600024AD674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0" creationId="{CF357B16-A40D-EBBC-5805-7C84ECED17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1" creationId="{EA89E9D7-FD4C-5C1A-CCE7-147F4C26D43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2" creationId="{15BEF2E5-2F83-54A7-18BD-370D185E33D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3" creationId="{2F346FC5-3FD9-0564-A5DD-323CE45733D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4" creationId="{656D7330-A372-C647-B078-0E707E8CE62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5" creationId="{F38CAAB3-C17E-9062-FBCD-E315BCBC2CC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6" creationId="{BD80EE59-FC70-EBB4-1387-9BF521AA188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7" creationId="{E00CE492-7885-F2A5-E5D0-BF00CEE712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8" creationId="{23005114-B32B-448E-5E41-3080528F7F4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9" creationId="{5AA79F24-C015-6EFA-0B2E-B7959B5D6E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0" creationId="{FACBC535-F393-03EF-547E-D675636071F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3" creationId="{4D193F75-CE39-BD54-3AF6-6F5B28F88A1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4" creationId="{BC12F232-9BDA-4858-DEBE-5AE13F2D956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5" creationId="{87BCA2AE-81BB-382E-4A1A-85F939DB359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6" creationId="{BFB90EC7-CE34-A37C-8683-6972765351A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7" creationId="{3D084918-3C95-0193-2008-D5B5D007A8E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8" creationId="{AE11D327-1A78-D879-A4C9-D456BDF2D8A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9" creationId="{1DD5F75E-6A6C-2026-2206-BDA70DBCC0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0" creationId="{F5183239-C2EB-9084-B1E2-9187C68B0D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1" creationId="{DD15B858-E66E-0DD8-BCC3-69CEE979390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2" creationId="{BAC48DBC-AE10-D1D5-07C3-FE21579C2CD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3" creationId="{72402508-C7A2-9F22-207D-4F715F3CFFB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4" creationId="{CB17E07E-F42A-2CF4-DA31-242B369EA9E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5" creationId="{EE3F93BE-0C58-3F46-75D6-D16F84912F2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8" creationId="{8833455D-2360-6F94-054C-EFE35278203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9" creationId="{2CBA0326-EFE5-C6F5-0FE2-78DD8A244D9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0" creationId="{1F254AB9-0331-6967-5F4D-F9DD46C43A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1" creationId="{3F77776E-E7A8-6997-0BBD-A2F43B06ECB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2" creationId="{75918448-DEEC-1311-D887-5263A96F31B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3" creationId="{A5CB4C7B-4AF8-8799-5C39-EE46170FA1C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4" creationId="{1C51F74C-0C32-BBF6-65E0-73D4E5585F3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5" creationId="{3F6EB774-6435-DF26-F044-1A149FD54F4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6" creationId="{D71BFDF7-C28D-8307-15F4-2CA4EFDE16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7" creationId="{0632BBB0-4A70-9D6E-93C9-8D48A0D73B4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8" creationId="{4427E2B1-27BF-161A-3A1F-4BC8F2B2DC4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9" creationId="{C2D51723-8508-912B-2601-EB28EF21F2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0" creationId="{571E0097-30A6-E1D6-400B-AB2A65CC26F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3" creationId="{25B59ACE-C471-BCF8-9374-624AF9F83A0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4" creationId="{3D4775D7-0297-8843-C3D7-0FA7EF51E17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5" creationId="{B04F9EA8-FE0C-AD80-82BE-40450C38387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6" creationId="{81687010-64AA-0EF7-BF2A-006291E417D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7" creationId="{3CF61835-D5A4-4A0C-C491-BBB79580DB7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8" creationId="{A74E0432-1A9D-55CD-327A-10C559790E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9" creationId="{29A0673C-C6D8-28A8-4E80-898E8EAF028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0" creationId="{E276E19E-BB70-F539-633E-B6311F82AC1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1" creationId="{157A7841-7FD5-03B2-A897-1098E67D752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2" creationId="{5CC4A14F-1B2B-9F1B-7ACE-51A09CB78A8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3" creationId="{B34C105A-8EF4-B287-8C4D-4E39C184379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4" creationId="{284DED6F-CF56-3F9D-F1CA-74EDB5DFB7A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5" creationId="{E868C7CD-3FCD-BC08-837B-7B8A9122765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8" creationId="{FA8A8DC7-36A2-5C4D-D70B-400A580BBB0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9" creationId="{C4AFA8DF-70EC-60DE-337E-E97232D151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0" creationId="{147A792B-7EC9-631A-19F3-14FD97D3CFD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1" creationId="{147719F2-B00D-A156-F3FF-48A12BA78A3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2" creationId="{C72E2346-3FF5-AF95-62C3-2BB9EE278B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3" creationId="{1D468BCA-AB35-8D39-E342-8BB454D9A0D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4" creationId="{AEB0E4B1-2E46-C387-26F7-224185EAB2C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5" creationId="{EEB71089-C530-E908-3E96-4030218D3F0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6" creationId="{A5494F86-C3FF-6B6E-7153-ED18289C3F4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7" creationId="{787672C7-FBB2-7959-1428-7115E8B1D89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8" creationId="{E52E2C49-CE32-3E81-9365-4305A6A60AD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9" creationId="{3920FF3A-3FBC-B6A4-91FC-DCF350A6EEB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0" creationId="{00D3AE1A-A74B-7110-53B5-C63EE41B154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3" creationId="{EF817AD3-D8E5-1F89-6D0C-F4FAA44333C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4" creationId="{2DC387C8-9FF2-A1F5-B070-8722981E77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5" creationId="{E4DCDE6D-532D-A895-BCDB-E21DA8713FE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6" creationId="{7CFE19B4-0BE0-751D-878E-8574B2733B1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7" creationId="{EC3E04FF-ADB8-7DEA-3343-B7AC62E0BA8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8" creationId="{19001504-BD9E-20E0-DC01-21515905CC4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9" creationId="{11E884E1-E044-B5CD-B5C1-67F9BC898AD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0" creationId="{4CD49C1D-3196-6AE5-6E12-5260BF93A7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1" creationId="{E416B82D-BA1F-A327-14F9-614745FF991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2" creationId="{EB3CBFEA-5D18-0617-F1E1-986D271145F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3" creationId="{78380C73-328C-D1F6-FFB3-4E2192D70A9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4" creationId="{33517EA4-724A-D7EF-9B10-C1EBC0EB0D0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5" creationId="{A83792F7-7C2E-FC9D-9AAC-39147F6A68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8" creationId="{91BD8A13-954F-7253-2CC9-623EDA5EF80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9" creationId="{5CE27F7D-AE20-01C3-30AA-5B7782BE409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0" creationId="{29684210-A751-5098-E638-523CB473266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1" creationId="{11055158-DC95-38C0-9E4B-C177D835AA7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2" creationId="{0D119B14-F768-CB69-4C40-6A65D34D1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3" creationId="{4A67381B-7EF0-4E4E-CE51-D107151DC09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4" creationId="{AD799D6B-63FD-259F-F08F-0650810CF06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5" creationId="{2190FA4F-2FD5-82F0-416F-F41B065CBE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6" creationId="{47EB43EB-3F8B-72F2-DE94-580EE664545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7" creationId="{E6793B41-046A-B43C-A34F-B7F9C3392C2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8" creationId="{708E2C31-E575-C604-FD6D-4C1C7869BA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9" creationId="{80CF114E-95D7-0D28-A41A-DDB715F2AD1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0" creationId="{668A105E-CD21-3146-9824-5DD6FC29AF5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3" creationId="{75DAA2D9-954E-594D-B197-8802ECD33F4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4" creationId="{4709F2ED-EE80-1DC3-D1E6-8AF7BFBD8D1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5" creationId="{0C1A4D3F-9481-11A8-AEF1-03EE198371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6" creationId="{F5AE1115-346D-EFEE-2A48-D0CBCD51393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7" creationId="{14ADD831-2733-8E04-E6DE-9412D0C0FAF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8" creationId="{D64D92DF-E8BA-1688-A485-3DCD6A2746E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9" creationId="{5A200B3F-E4C3-1F96-6993-95CD1BEA7B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0" creationId="{0E9B2AE3-FDE5-FEBF-CD88-B83CAEEC706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1" creationId="{BE83CBE2-549F-DEDA-DB01-5E3CD510F79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2" creationId="{2F320D2E-B1EF-55B0-B048-02F898BFB4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3" creationId="{54D620EF-42B6-4838-937D-3B7E9A34A83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4" creationId="{485B1A92-B14A-E81D-C6F4-2BBAA64D050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5" creationId="{D57EE549-8934-85ED-77D7-5CDF295FF4A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8" creationId="{85E30235-D172-96C8-ADD9-9F28ABBB41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9" creationId="{734456A3-E7E4-741D-DF19-064B4460B8A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0" creationId="{674EAE15-CE6E-25F1-8816-19BEFC47536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1" creationId="{B2161F05-626C-D433-0E65-D3C2D971BF6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2" creationId="{F6E44C4D-59E8-E8C7-5458-6331A720180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3" creationId="{2EACA19E-0875-E1C0-AB96-2AFA3C59BA7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4" creationId="{5103BFF1-EB1E-DDBE-CFBA-CA2341161AA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5" creationId="{FB9D559A-C7F7-8DE6-9CCA-54FCF467218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6" creationId="{34289879-10C2-6ABF-ADB1-30609EB84A7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7" creationId="{805D7A93-7A98-E147-B476-D34EBE9A48D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8" creationId="{28DD8754-4F6D-D248-4BD0-3FB550AE58D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9" creationId="{C6E752B1-83C7-DC25-9356-4503C8FA0E1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50" creationId="{961AFCB2-9219-C7FB-6DAE-111D10C16F20}"/>
          </ac:cxnSpMkLst>
        </pc:cxnChg>
      </pc:sldChg>
      <pc:sldChg chg="del">
        <pc:chgData name="이민재" userId="f97f16f7-28a5-49bd-9e05-fb3ef63d7997" providerId="ADAL" clId="{3604D2DB-B0B3-4E35-9EDA-42455EF74A6C}" dt="2023-06-07T04:59:08.299" v="1591" actId="47"/>
        <pc:sldMkLst>
          <pc:docMk/>
          <pc:sldMk cId="3032007943" sldId="850"/>
        </pc:sldMkLst>
      </pc:sldChg>
      <pc:sldChg chg="modSp del mod">
        <pc:chgData name="이민재" userId="f97f16f7-28a5-49bd-9e05-fb3ef63d7997" providerId="ADAL" clId="{3604D2DB-B0B3-4E35-9EDA-42455EF74A6C}" dt="2023-06-07T04:59:34.768" v="1620" actId="47"/>
        <pc:sldMkLst>
          <pc:docMk/>
          <pc:sldMk cId="1880433711" sldId="851"/>
        </pc:sldMkLst>
        <pc:spChg chg="mod">
          <ac:chgData name="이민재" userId="f97f16f7-28a5-49bd-9e05-fb3ef63d7997" providerId="ADAL" clId="{3604D2DB-B0B3-4E35-9EDA-42455EF74A6C}" dt="2023-06-07T04:54:47.411" v="1452" actId="403"/>
          <ac:spMkLst>
            <pc:docMk/>
            <pc:sldMk cId="1880433711" sldId="851"/>
            <ac:spMk id="3" creationId="{8992F0F5-711B-DCB8-68C1-4DB9EE1EAABC}"/>
          </ac:spMkLst>
        </pc:spChg>
      </pc:sldChg>
      <pc:sldChg chg="addSp delSp modSp add del mod ord">
        <pc:chgData name="이민재" userId="f97f16f7-28a5-49bd-9e05-fb3ef63d7997" providerId="ADAL" clId="{3604D2DB-B0B3-4E35-9EDA-42455EF74A6C}" dt="2023-06-08T13:46:06.989" v="6922" actId="47"/>
        <pc:sldMkLst>
          <pc:docMk/>
          <pc:sldMk cId="2368270455" sldId="851"/>
        </pc:sldMkLst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" creationId="{F9F06A6F-0BCD-99C7-D174-B211DE49F16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" creationId="{E23D098D-F894-0854-8428-0AF6B4182D73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" creationId="{7F7B1C12-4642-F739-5B5E-08458841D11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6" creationId="{E2BEB73F-6DEE-D258-8E34-1627584AEFB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7" creationId="{1F66366C-5572-7854-697A-93846E611262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19" creationId="{FC01524A-3900-31D3-6D27-73A4F55193FF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20" creationId="{AA1B8BE7-E889-1DF9-2382-F904BACF3541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21" creationId="{5A9DD7AA-38B6-2558-9F33-B73E0576ABB3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1" creationId="{CF32E2C3-BC18-3B75-DCEB-FFF748E22BB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2" creationId="{6E808045-31B9-BE6C-69BE-50BFF38CA472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3" creationId="{0A2E2F21-7E2D-5853-5009-3C880266ADBB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4" creationId="{BAE098C0-0D15-8987-1013-E88B3D30658B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5" creationId="{7F729F5C-6285-694A-2108-42CAC16F472E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6" creationId="{E760738D-6EC4-3953-57B7-5C8FD10E1D6C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7" creationId="{19F72E8E-2D0C-BDCD-9639-18519AB8E8D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8" creationId="{F876D27F-B785-D946-C60E-5B68B9100EF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9" creationId="{BF5B7604-829B-F2B4-BD23-9FCC0A81C5D0}"/>
          </ac:spMkLst>
        </pc:spChg>
        <pc:spChg chg="mod">
          <ac:chgData name="이민재" userId="f97f16f7-28a5-49bd-9e05-fb3ef63d7997" providerId="ADAL" clId="{3604D2DB-B0B3-4E35-9EDA-42455EF74A6C}" dt="2023-06-07T08:27:08.885" v="3548"/>
          <ac:spMkLst>
            <pc:docMk/>
            <pc:sldMk cId="2368270455" sldId="851"/>
            <ac:spMk id="41" creationId="{038253A9-9779-1BED-6659-EAC372A1A8F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6" creationId="{31606B12-15F4-FCBF-BED7-45BD22D3829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7" creationId="{08D923CE-D968-59A3-1005-60525EDE7E2E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8" creationId="{EB5C3CF7-004B-9404-8FB4-331D9FD4A267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9" creationId="{59B92C02-A34D-9E27-98A1-5EBC656E8B0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0" creationId="{4262C58C-D14E-C44F-F5DB-2F65C1BE1045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1" creationId="{034F0AF5-4482-E962-A506-DC8CAA16D700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2" creationId="{840FAB40-BB2F-5B25-D8B6-0334CE785E3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3" creationId="{CEF613D8-08F1-0B3C-1D84-FB5A00CE1CD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6" creationId="{6C56C275-01BB-E741-02C9-B7E31E278BF8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7" creationId="{CC76557C-7AF8-0A7B-835C-6803F41BB62F}"/>
          </ac:spMkLst>
        </pc:spChg>
        <pc:spChg chg="add del mod">
          <ac:chgData name="이민재" userId="f97f16f7-28a5-49bd-9e05-fb3ef63d7997" providerId="ADAL" clId="{3604D2DB-B0B3-4E35-9EDA-42455EF74A6C}" dt="2023-06-07T08:32:01.838" v="3907" actId="478"/>
          <ac:spMkLst>
            <pc:docMk/>
            <pc:sldMk cId="2368270455" sldId="851"/>
            <ac:spMk id="258" creationId="{24090C8E-C2F0-9E2D-7540-3EF2B602920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9" creationId="{9B4F1F5D-6429-4E53-7296-BD969E2D6EAB}"/>
          </ac:spMkLst>
        </pc:spChg>
        <pc:spChg chg="add mod">
          <ac:chgData name="이민재" userId="f97f16f7-28a5-49bd-9e05-fb3ef63d7997" providerId="ADAL" clId="{3604D2DB-B0B3-4E35-9EDA-42455EF74A6C}" dt="2023-06-07T08:54:47.219" v="3918" actId="20577"/>
          <ac:spMkLst>
            <pc:docMk/>
            <pc:sldMk cId="2368270455" sldId="851"/>
            <ac:spMk id="260" creationId="{E879AF3F-B7AF-EDCA-26E6-2151CD6529B4}"/>
          </ac:spMkLst>
        </pc:spChg>
        <pc:spChg chg="add mod">
          <ac:chgData name="이민재" userId="f97f16f7-28a5-49bd-9e05-fb3ef63d7997" providerId="ADAL" clId="{3604D2DB-B0B3-4E35-9EDA-42455EF74A6C}" dt="2023-06-07T08:32:04.316" v="3910" actId="20577"/>
          <ac:spMkLst>
            <pc:docMk/>
            <pc:sldMk cId="2368270455" sldId="851"/>
            <ac:spMk id="261" creationId="{683A7A53-980D-4F85-04DA-F0233984BD07}"/>
          </ac:spMkLst>
        </pc:spChg>
        <pc:spChg chg="add mod">
          <ac:chgData name="이민재" userId="f97f16f7-28a5-49bd-9e05-fb3ef63d7997" providerId="ADAL" clId="{3604D2DB-B0B3-4E35-9EDA-42455EF74A6C}" dt="2023-06-07T08:32:10.846" v="3913" actId="20577"/>
          <ac:spMkLst>
            <pc:docMk/>
            <pc:sldMk cId="2368270455" sldId="851"/>
            <ac:spMk id="262" creationId="{E17F7CCC-3D98-929F-30F6-50B58C1DB5B7}"/>
          </ac:spMkLst>
        </pc:spChg>
        <pc:spChg chg="add mod">
          <ac:chgData name="이민재" userId="f97f16f7-28a5-49bd-9e05-fb3ef63d7997" providerId="ADAL" clId="{3604D2DB-B0B3-4E35-9EDA-42455EF74A6C}" dt="2023-06-07T08:32:07.931" v="3911"/>
          <ac:spMkLst>
            <pc:docMk/>
            <pc:sldMk cId="2368270455" sldId="851"/>
            <ac:spMk id="263" creationId="{6B1412C0-7FC0-579F-C469-92E88CC0868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18" creationId="{9F2779ED-1085-289F-C7B0-6B544EF61F7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19" creationId="{4A20DCA4-D0F8-87C3-C2B6-43E3B2C68529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5" creationId="{09B5848D-0B20-C08B-930F-6A52840B4F2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6" creationId="{592732D9-FA0F-3B4D-5E2A-073A3D09EAD9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7" creationId="{167C884E-C0BD-5888-23C7-2E54F60C092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8" creationId="{E5FEA7B3-1724-F6E6-25C1-CA803AEF9B92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40" creationId="{C91ED151-71B2-D27F-1182-39AE5E8C555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41" creationId="{980AB2C5-3B74-8A2D-7ACA-C8049B0B10B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57" creationId="{FE653AB6-1C8B-E826-F494-D66452E82B3A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58" creationId="{28D25189-6648-5C3C-A172-969E5646E867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19" creationId="{8A7D4080-9AA6-812D-12F9-BDEA1F76001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0" creationId="{57C2253A-E8FF-B7A7-D739-7372D9F3FDF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1" creationId="{DAC7A15A-9C0A-B8FB-D13B-E7235499BF6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1" creationId="{A4ABE393-5B38-366D-F252-255CC71F1CEE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2" creationId="{C7E0DF9F-2888-2897-F6E3-E4223817E7E6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3" creationId="{224E3AAF-9434-5365-6685-F77C70119C9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89" creationId="{71FB1843-C8C6-E6BB-E022-DB95DCACCD12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0" creationId="{FA810792-52D2-5037-104F-E4804D0556D0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1" creationId="{FB8CBF99-8F98-7360-E7BB-84EA36D466E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3" creationId="{4B608BA3-09A9-7AF5-D2B7-984EC86D64A9}"/>
          </ac:spMkLst>
        </pc:spChg>
        <pc:spChg chg="del mod">
          <ac:chgData name="이민재" userId="f97f16f7-28a5-49bd-9e05-fb3ef63d7997" providerId="ADAL" clId="{3604D2DB-B0B3-4E35-9EDA-42455EF74A6C}" dt="2023-06-07T08:28:43.731" v="3665" actId="21"/>
          <ac:spMkLst>
            <pc:docMk/>
            <pc:sldMk cId="2368270455" sldId="851"/>
            <ac:spMk id="794" creationId="{B37A3226-E107-E830-4A57-B28025E7E91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2" creationId="{97963E91-B41A-254D-F5B1-06A8576F4A54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3" creationId="{F58FA68C-FFBF-BD16-3C99-21E9F9E8C6B4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4" creationId="{BDA0056A-E89E-2643-6F40-81D28D59F060}"/>
          </ac:spMkLst>
        </pc:spChg>
        <pc:grpChg chg="add 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0" creationId="{DEB93F6C-C84D-FF08-4723-4CFEBCF76A7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90" creationId="{9B7D09C8-EC7C-B138-904F-2033BCE55FC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05" creationId="{89AD7698-2873-C177-CDCA-5A17E11C698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20" creationId="{2EF01CB7-43A0-7D43-CDB9-DE4448D08FF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35" creationId="{9D427698-9643-4AB9-8C5A-17E851B1DB8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50" creationId="{796383BC-04E1-DD34-DF85-322F6064B7C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88" creationId="{90534711-4760-A206-21B1-BF5565D6912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03" creationId="{CC54761B-2AFA-18EC-F93B-B7229009C97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20" creationId="{007E1CF5-50DD-FD8A-C6D4-9EBF5AB82E8B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35" creationId="{11A3D3F1-0B93-9EA0-F13B-B962B6679F3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50" creationId="{F7F6D97F-078F-5948-6FCB-DF8FA425970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563" creationId="{2134CE8A-2681-1B0E-8F5C-4FA7410787F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578" creationId="{D693AAFD-0D26-CCAF-5E60-2AA7268760A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10" creationId="{2A297DB6-6E97-3EE7-4244-83032DCC132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25" creationId="{9D8C8DA7-6419-D1A5-B302-48D0A1CD2BF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42" creationId="{F04DA6D4-56CC-DDB5-A802-03AC344FB58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59" creationId="{C7C201D6-4D6D-D839-F4DB-AAD3CE98079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74" creationId="{AA475895-6607-8E6E-54F4-ED08AAED15F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89" creationId="{EF8C0A65-6E7F-E041-B2AB-9470B39796B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04" creationId="{67D25C4A-3935-F924-1942-E55F6DD7F33B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23" creationId="{5243A906-B8AE-E95C-DCB0-FFC7D3F2BED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38" creationId="{004E1331-561F-BB2E-2509-83E28C5278D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74" creationId="{1E146D56-B965-DBE3-0DF2-650E7F4E6E3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870" creationId="{76C1380B-BC1C-3860-08C3-EA0F8D0279F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885" creationId="{162AF256-8894-0DBD-F0FF-7C8843308FE1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02" creationId="{DA1A1DE0-2205-A513-BD9D-4578E05D2A7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17" creationId="{6F363D94-C17D-4995-5197-4C8B0C403F2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32" creationId="{5A886F6C-E5BB-8C99-1FED-02CF880D79A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66" creationId="{373824B4-888D-F898-7B55-6865B0CCDF2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41" creationId="{66329B53-EDC1-B2C3-6DF1-D77396233FF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56" creationId="{D667989B-EBFD-4221-B60E-F9A3E2F0C48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71" creationId="{9B4BE073-48BF-D427-9110-1B1717117AE2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86" creationId="{B3184F11-F05D-33DC-9088-25AE7CBDBAB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501" creationId="{4D78379F-E8A5-8BB8-086C-4EEA697F8C1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516" creationId="{DA4A2A00-FB9B-6433-D15B-83C0D504E9A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21" creationId="{26E39007-5732-2D5F-37F3-613C99BE513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36" creationId="{58AC5C87-EF15-DEEF-D589-02CC06FAF05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51" creationId="{C93041B2-1CA2-CBD1-858C-6CD8D6B7A4B1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66" creationId="{28C73966-8052-246B-C46D-F759710F0A4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81" creationId="{E6AA7CD3-BF1D-260F-93E9-D4BB1EED11E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96" creationId="{273F29E5-BFBA-0908-0D88-E12611DF471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11" creationId="{5A9253A3-A654-E073-662A-CC7282A7AFB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26" creationId="{7AB6D669-4EE8-D0FD-CC10-AD0D458BF76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41" creationId="{5621BB1C-FF17-66E6-79FA-B3519491EB4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56" creationId="{7CE747EC-E816-9FF9-DAC2-F0A1455454D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71" creationId="{99333175-A6FA-9C51-A7F8-96865AC37EA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86" creationId="{8CD81D2C-20DE-13C1-2E79-ACE374C1D00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01" creationId="{62C343D5-5860-3349-C05B-28E10694AD0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16" creationId="{52120327-64F0-F99A-520F-3541A76689C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31" creationId="{3B933B75-0A86-232A-1CD9-FAD8D2C7FB4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46" creationId="{E527E591-7598-120C-A200-C9A0B8A01AD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61" creationId="{725EED4A-AC46-AE3B-6C7D-A556D801298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76" creationId="{5E97F1AD-CB60-B4B3-B0E2-90E2F529A6E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91" creationId="{52AF7939-AFA7-3CC8-E805-854FFD758B8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06" creationId="{1C45AC1F-C077-0439-8A1D-FE2FD8EF9AD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21" creationId="{53F841A0-3A43-88FA-625B-D1B76093470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36" creationId="{B7E26AA1-04EF-7380-963F-10B2F0D7C36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51" creationId="{74DC61F3-BB6D-A20A-EB2E-A26FF64E9F3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66" creationId="{17EAAD18-24F7-2FD2-709A-FCD5D2A3D8D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81" creationId="{6D2E9463-055C-0BF6-34AE-1B7826758F2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96" creationId="{32F923C1-29DF-FD16-A318-E1E3462351A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11" creationId="{CE6478CB-5258-7CC5-3714-4AC7757197C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26" creationId="{5EE6962E-E63A-6128-EF95-5826D134EDF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41" creationId="{43D3162F-1B74-0448-BB0D-98CA680D3C32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56" creationId="{8AC48C66-2B2A-4B5D-1AA3-1853320D951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71" creationId="{6BD16CA5-7626-A4AC-3424-BC2CE766748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86" creationId="{A11C391A-443B-0438-A2C8-BEF37D2A93F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01" creationId="{51FF66F4-8EA1-FB9B-1A55-2198CF913C6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16" creationId="{017DCC4A-DACE-631C-4E58-35BA9F3AB11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31" creationId="{3EF2E0EB-90EA-2ADA-909F-F0C62CF52C2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46" creationId="{F3664AF0-A2C1-9B28-5FD8-BEC956C074B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61" creationId="{64A20485-57C2-6F08-95BF-44FB291BFAA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76" creationId="{7D136566-98F1-5AD8-6BC4-77BDAD2DB76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91" creationId="{5C7C2890-12D7-49C6-0014-F8BE0A9E324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06" creationId="{81D10560-211E-5775-1333-B2C188EA639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21" creationId="{2E2D908D-D406-F912-26E4-171A9281018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36" creationId="{103E2829-7964-BC1A-4281-14D2862856D1}"/>
          </ac:grpSpMkLst>
        </pc:grp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7" creationId="{D60D00B1-6DD3-5F14-10E9-07DCD269B98B}"/>
          </ac:cxnSpMkLst>
        </pc:cxn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9" creationId="{2D22AC38-E369-CDED-FCB4-A1AB29026031}"/>
          </ac:cxnSpMkLst>
        </pc:cxn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13" creationId="{D43BB63C-C468-3592-4C5A-E7914A8CBDDE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2" creationId="{B3A270B3-0AAD-AACF-BC90-D54A5092115B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5" creationId="{66ED111F-2E12-5896-AF70-6EEC938E66EA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2" creationId="{EEA4ED69-D179-1751-42A0-6D60C150DE13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3" creationId="{E1753951-1F75-1E30-633D-2BBEFAF1D9DF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4" creationId="{B2346262-94FB-B88A-3D7E-3B8E14AD5013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5" creationId="{A8B385EB-2E59-CAAE-9D29-BAF986EEDACD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6" creationId="{5AD93E97-1454-8724-93B4-998B3E9F4D39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7" creationId="{ACD834C1-F639-429C-A216-ADAA771C21DF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8" creationId="{27BBAB2B-A2CD-69D5-19F6-F505F86C5E58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9" creationId="{D6F5ACD6-A4B9-A691-5FFD-5D11DEE42F31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0" creationId="{DD7DFAD5-8A10-01D6-70FC-CCBA03EB90B2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1" creationId="{01DD3B0D-0D7A-3066-3AA8-B2DF185B06E2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2" creationId="{FFFCD16A-6DF3-9B21-3391-F2D99767B2BD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3" creationId="{A5F24951-77D5-758E-25E2-E84A837F6337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4" creationId="{BF113239-1916-C0B1-DDBD-78CC09B5E641}"/>
          </ac:cxnSpMkLst>
        </pc:cxnChg>
      </pc:sldChg>
      <pc:sldChg chg="add del">
        <pc:chgData name="이민재" userId="f97f16f7-28a5-49bd-9e05-fb3ef63d7997" providerId="ADAL" clId="{3604D2DB-B0B3-4E35-9EDA-42455EF74A6C}" dt="2023-06-07T08:30:00.941" v="3789" actId="47"/>
        <pc:sldMkLst>
          <pc:docMk/>
          <pc:sldMk cId="1420012803" sldId="852"/>
        </pc:sldMkLst>
      </pc:sldChg>
      <pc:sldChg chg="addSp del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1699134684" sldId="852"/>
        </pc:sldMkLst>
        <pc:spChg chg="add mod">
          <ac:chgData name="이민재" userId="f97f16f7-28a5-49bd-9e05-fb3ef63d7997" providerId="ADAL" clId="{3604D2DB-B0B3-4E35-9EDA-42455EF74A6C}" dt="2023-06-07T08:30:44.031" v="3830" actId="1036"/>
          <ac:spMkLst>
            <pc:docMk/>
            <pc:sldMk cId="1699134684" sldId="852"/>
            <ac:spMk id="6" creationId="{2F065C37-5988-55BF-A573-106152DDD230}"/>
          </ac:spMkLst>
        </pc:spChg>
        <pc:spChg chg="add mod">
          <ac:chgData name="이민재" userId="f97f16f7-28a5-49bd-9e05-fb3ef63d7997" providerId="ADAL" clId="{3604D2DB-B0B3-4E35-9EDA-42455EF74A6C}" dt="2023-06-14T02:03:50.599" v="13739" actId="1035"/>
          <ac:spMkLst>
            <pc:docMk/>
            <pc:sldMk cId="1699134684" sldId="852"/>
            <ac:spMk id="8" creationId="{BDCAE4CF-3035-D12A-384C-0CF223308FCA}"/>
          </ac:spMkLst>
        </pc:spChg>
        <pc:spChg chg="add mod">
          <ac:chgData name="이민재" userId="f97f16f7-28a5-49bd-9e05-fb3ef63d7997" providerId="ADAL" clId="{3604D2DB-B0B3-4E35-9EDA-42455EF74A6C}" dt="2023-06-07T08:30:55.531" v="3834" actId="1036"/>
          <ac:spMkLst>
            <pc:docMk/>
            <pc:sldMk cId="1699134684" sldId="852"/>
            <ac:spMk id="10" creationId="{05D153F5-71DF-126C-1212-343DA858E4B4}"/>
          </ac:spMkLst>
        </pc:spChg>
        <pc:spChg chg="add mod">
          <ac:chgData name="이민재" userId="f97f16f7-28a5-49bd-9e05-fb3ef63d7997" providerId="ADAL" clId="{3604D2DB-B0B3-4E35-9EDA-42455EF74A6C}" dt="2023-06-07T08:30:55.531" v="3834" actId="1036"/>
          <ac:spMkLst>
            <pc:docMk/>
            <pc:sldMk cId="1699134684" sldId="852"/>
            <ac:spMk id="11" creationId="{7E299E67-4574-0507-B056-934E8768AC39}"/>
          </ac:spMkLst>
        </pc:spChg>
        <pc:spChg chg="add mod">
          <ac:chgData name="이민재" userId="f97f16f7-28a5-49bd-9e05-fb3ef63d7997" providerId="ADAL" clId="{3604D2DB-B0B3-4E35-9EDA-42455EF74A6C}" dt="2023-06-07T08:31:44.265" v="3904" actId="1038"/>
          <ac:spMkLst>
            <pc:docMk/>
            <pc:sldMk cId="1699134684" sldId="852"/>
            <ac:spMk id="12" creationId="{84AA12AD-A94A-2082-379F-72924D51660D}"/>
          </ac:spMkLst>
        </pc:spChg>
        <pc:spChg chg="add mod">
          <ac:chgData name="이민재" userId="f97f16f7-28a5-49bd-9e05-fb3ef63d7997" providerId="ADAL" clId="{3604D2DB-B0B3-4E35-9EDA-42455EF74A6C}" dt="2023-06-12T08:55:59.503" v="9332" actId="20577"/>
          <ac:spMkLst>
            <pc:docMk/>
            <pc:sldMk cId="1699134684" sldId="852"/>
            <ac:spMk id="14" creationId="{7F1A875B-AB01-6DA5-DFFC-7523D18DD1CA}"/>
          </ac:spMkLst>
        </pc:spChg>
        <pc:spChg chg="add mod">
          <ac:chgData name="이민재" userId="f97f16f7-28a5-49bd-9e05-fb3ef63d7997" providerId="ADAL" clId="{3604D2DB-B0B3-4E35-9EDA-42455EF74A6C}" dt="2023-06-08T12:51:04.637" v="6322" actId="20577"/>
          <ac:spMkLst>
            <pc:docMk/>
            <pc:sldMk cId="1699134684" sldId="852"/>
            <ac:spMk id="15" creationId="{82C3321E-E36E-259B-7677-16E1558A9EF5}"/>
          </ac:spMkLst>
        </pc:spChg>
        <pc:spChg chg="mod">
          <ac:chgData name="이민재" userId="f97f16f7-28a5-49bd-9e05-fb3ef63d7997" providerId="ADAL" clId="{3604D2DB-B0B3-4E35-9EDA-42455EF74A6C}" dt="2023-06-07T08:30:24.264" v="3823" actId="20577"/>
          <ac:spMkLst>
            <pc:docMk/>
            <pc:sldMk cId="1699134684" sldId="852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8:30:25.976" v="3825" actId="20577"/>
          <ac:spMkLst>
            <pc:docMk/>
            <pc:sldMk cId="1699134684" sldId="852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8:30:28.011" v="3827" actId="20577"/>
          <ac:spMkLst>
            <pc:docMk/>
            <pc:sldMk cId="1699134684" sldId="852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8:39.236" v="10385" actId="1076"/>
          <ac:spMkLst>
            <pc:docMk/>
            <pc:sldMk cId="1699134684" sldId="852"/>
            <ac:spMk id="20" creationId="{854A2ECA-02C4-0396-820C-2DF534587EC4}"/>
          </ac:spMkLst>
        </pc:spChg>
        <pc:spChg chg="mod">
          <ac:chgData name="이민재" userId="f97f16f7-28a5-49bd-9e05-fb3ef63d7997" providerId="ADAL" clId="{3604D2DB-B0B3-4E35-9EDA-42455EF74A6C}" dt="2023-06-12T11:48:24.929" v="12531" actId="20577"/>
          <ac:spMkLst>
            <pc:docMk/>
            <pc:sldMk cId="1699134684" sldId="852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4T02:04:09.784" v="13748" actId="1036"/>
          <ac:spMkLst>
            <pc:docMk/>
            <pc:sldMk cId="1699134684" sldId="852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14T02:04:10.449" v="13749" actId="1035"/>
          <ac:spMkLst>
            <pc:docMk/>
            <pc:sldMk cId="1699134684" sldId="852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10.992" v="13750" actId="1036"/>
          <ac:spMkLst>
            <pc:docMk/>
            <pc:sldMk cId="1699134684" sldId="852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11.577" v="13751" actId="1035"/>
          <ac:spMkLst>
            <pc:docMk/>
            <pc:sldMk cId="1699134684" sldId="852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10.034" v="10398" actId="20577"/>
          <ac:spMkLst>
            <pc:docMk/>
            <pc:sldMk cId="1699134684" sldId="852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14T02:03:54.375" v="13742" actId="1036"/>
          <ac:spMkLst>
            <pc:docMk/>
            <pc:sldMk cId="1699134684" sldId="852"/>
            <ac:spMk id="721" creationId="{DAC7A15A-9C0A-B8FB-D13B-E7235499BF61}"/>
          </ac:spMkLst>
        </pc:spChg>
        <pc:spChg chg="mod">
          <ac:chgData name="이민재" userId="f97f16f7-28a5-49bd-9e05-fb3ef63d7997" providerId="ADAL" clId="{3604D2DB-B0B3-4E35-9EDA-42455EF74A6C}" dt="2023-06-14T02:03:53.103" v="13741" actId="1036"/>
          <ac:spMkLst>
            <pc:docMk/>
            <pc:sldMk cId="1699134684" sldId="852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8T12:49:08.242" v="6314" actId="1037"/>
          <ac:spMkLst>
            <pc:docMk/>
            <pc:sldMk cId="1699134684" sldId="852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2T11:48:23.028" v="12529" actId="20577"/>
          <ac:spMkLst>
            <pc:docMk/>
            <pc:sldMk cId="1699134684" sldId="852"/>
            <ac:spMk id="793" creationId="{4B608BA3-09A9-7AF5-D2B7-984EC86D64A9}"/>
          </ac:spMkLst>
        </pc:spChg>
        <pc:graphicFrameChg chg="add del mod">
          <ac:chgData name="이민재" userId="f97f16f7-28a5-49bd-9e05-fb3ef63d7997" providerId="ADAL" clId="{3604D2DB-B0B3-4E35-9EDA-42455EF74A6C}" dt="2023-06-12T08:56:02.532" v="9333" actId="21"/>
          <ac:graphicFrameMkLst>
            <pc:docMk/>
            <pc:sldMk cId="1699134684" sldId="852"/>
            <ac:graphicFrameMk id="19" creationId="{E7F794C6-44E4-863E-47DC-2EDAA19B243F}"/>
          </ac:graphicFrameMkLst>
        </pc:graphicFrame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8" creationId="{DE7523CC-0BD2-8691-D3BA-BA5B26660CB7}"/>
          </ac:cxnSpMkLst>
        </pc:cxnChg>
      </pc:sldChg>
      <pc:sldChg chg="addSp delSp modSp add del mod">
        <pc:chgData name="이민재" userId="f97f16f7-28a5-49bd-9e05-fb3ef63d7997" providerId="ADAL" clId="{3604D2DB-B0B3-4E35-9EDA-42455EF74A6C}" dt="2023-06-07T08:28:51.213" v="3667" actId="47"/>
        <pc:sldMkLst>
          <pc:docMk/>
          <pc:sldMk cId="2352858820" sldId="852"/>
        </pc:sldMkLst>
        <pc:spChg chg="mod">
          <ac:chgData name="이민재" userId="f97f16f7-28a5-49bd-9e05-fb3ef63d7997" providerId="ADAL" clId="{3604D2DB-B0B3-4E35-9EDA-42455EF74A6C}" dt="2023-06-07T08:18:28.782" v="3226"/>
          <ac:spMkLst>
            <pc:docMk/>
            <pc:sldMk cId="2352858820" sldId="852"/>
            <ac:spMk id="8" creationId="{85EC8136-2717-3F0C-0014-C9B30EC45A2B}"/>
          </ac:spMkLst>
        </pc:spChg>
        <pc:spChg chg="mod">
          <ac:chgData name="이민재" userId="f97f16f7-28a5-49bd-9e05-fb3ef63d7997" providerId="ADAL" clId="{3604D2DB-B0B3-4E35-9EDA-42455EF74A6C}" dt="2023-06-07T08:18:34.923" v="3228"/>
          <ac:spMkLst>
            <pc:docMk/>
            <pc:sldMk cId="2352858820" sldId="852"/>
            <ac:spMk id="25" creationId="{C3DE4403-ECE2-2204-A72D-5FDE90FF8FF1}"/>
          </ac:spMkLst>
        </pc:spChg>
        <pc:spChg chg="add mod">
          <ac:chgData name="이민재" userId="f97f16f7-28a5-49bd-9e05-fb3ef63d7997" providerId="ADAL" clId="{3604D2DB-B0B3-4E35-9EDA-42455EF74A6C}" dt="2023-06-07T08:18:42.764" v="3230"/>
          <ac:spMkLst>
            <pc:docMk/>
            <pc:sldMk cId="2352858820" sldId="852"/>
            <ac:spMk id="39" creationId="{9EFAFC39-EFA7-E54A-A1E2-E48599591D40}"/>
          </ac:spMkLst>
        </pc:spChg>
        <pc:spChg chg="add mod">
          <ac:chgData name="이민재" userId="f97f16f7-28a5-49bd-9e05-fb3ef63d7997" providerId="ADAL" clId="{3604D2DB-B0B3-4E35-9EDA-42455EF74A6C}" dt="2023-06-07T08:18:42.764" v="3230"/>
          <ac:spMkLst>
            <pc:docMk/>
            <pc:sldMk cId="2352858820" sldId="852"/>
            <ac:spMk id="40" creationId="{BF1CFF2B-4245-D3E7-A437-D8A4E3079ED1}"/>
          </ac:spMkLst>
        </pc:spChg>
        <pc:spChg chg="del mod">
          <ac:chgData name="이민재" userId="f97f16f7-28a5-49bd-9e05-fb3ef63d7997" providerId="ADAL" clId="{3604D2DB-B0B3-4E35-9EDA-42455EF74A6C}" dt="2023-06-07T08:18:42.524" v="3229" actId="21"/>
          <ac:spMkLst>
            <pc:docMk/>
            <pc:sldMk cId="2352858820" sldId="852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07T08:18:42.524" v="3229" actId="21"/>
          <ac:spMkLst>
            <pc:docMk/>
            <pc:sldMk cId="2352858820" sldId="852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18:21.285" v="3224" actId="1036"/>
          <ac:spMkLst>
            <pc:docMk/>
            <pc:sldMk cId="2352858820" sldId="852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18:08.300" v="3186" actId="1038"/>
          <ac:spMkLst>
            <pc:docMk/>
            <pc:sldMk cId="2352858820" sldId="852"/>
            <ac:spMk id="2254" creationId="{BDA0056A-E89E-2643-6F40-81D28D59F060}"/>
          </ac:spMkLst>
        </pc:spChg>
        <pc:grpChg chg="add mod">
          <ac:chgData name="이민재" userId="f97f16f7-28a5-49bd-9e05-fb3ef63d7997" providerId="ADAL" clId="{3604D2DB-B0B3-4E35-9EDA-42455EF74A6C}" dt="2023-06-07T08:18:28.782" v="3226"/>
          <ac:grpSpMkLst>
            <pc:docMk/>
            <pc:sldMk cId="2352858820" sldId="852"/>
            <ac:grpSpMk id="6" creationId="{5C63DE30-6781-0E81-1031-D8FC4FA860FB}"/>
          </ac:grpSpMkLst>
        </pc:grpChg>
        <pc:grpChg chg="add mod">
          <ac:chgData name="이민재" userId="f97f16f7-28a5-49bd-9e05-fb3ef63d7997" providerId="ADAL" clId="{3604D2DB-B0B3-4E35-9EDA-42455EF74A6C}" dt="2023-06-07T08:18:34.923" v="3228"/>
          <ac:grpSpMkLst>
            <pc:docMk/>
            <pc:sldMk cId="2352858820" sldId="852"/>
            <ac:grpSpMk id="24" creationId="{CB01B9F9-6EA7-36BD-36EC-14FBBE9EB173}"/>
          </ac:grpSpMkLst>
        </pc:grpChg>
        <pc:grpChg chg="del">
          <ac:chgData name="이민재" userId="f97f16f7-28a5-49bd-9e05-fb3ef63d7997" providerId="ADAL" clId="{3604D2DB-B0B3-4E35-9EDA-42455EF74A6C}" dt="2023-06-07T08:18:28.542" v="3225" actId="21"/>
          <ac:grpSpMkLst>
            <pc:docMk/>
            <pc:sldMk cId="2352858820" sldId="852"/>
            <ac:grpSpMk id="563" creationId="{2134CE8A-2681-1B0E-8F5C-4FA7410787FA}"/>
          </ac:grpSpMkLst>
        </pc:grpChg>
        <pc:grpChg chg="del">
          <ac:chgData name="이민재" userId="f97f16f7-28a5-49bd-9e05-fb3ef63d7997" providerId="ADAL" clId="{3604D2DB-B0B3-4E35-9EDA-42455EF74A6C}" dt="2023-06-07T08:18:34.526" v="3227" actId="21"/>
          <ac:grpSpMkLst>
            <pc:docMk/>
            <pc:sldMk cId="2352858820" sldId="852"/>
            <ac:grpSpMk id="689" creationId="{EF8C0A65-6E7F-E041-B2AB-9470B39796B0}"/>
          </ac:grpSpMkLst>
        </pc:grp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0" creationId="{C1C81955-9686-A970-101E-308BE9C93DD0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1" creationId="{1BB5A123-D225-06DE-4E8B-2C0430E91B64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2" creationId="{FC00864E-21EB-F5E3-7317-F7869E410139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4" creationId="{DA969C79-A013-462F-007F-B9366EDF8C34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5" creationId="{B2C1270E-2FB4-D9FE-DF9D-9EBB01134BEB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6" creationId="{1CB085AA-F210-D1B6-8ED7-7AA7355949B0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7" creationId="{6BAFF01D-FB59-679B-9831-CEA04A4C653F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8" creationId="{4901A9DF-7FAD-4D92-DB1B-F6CA7D96F6C3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9" creationId="{5FDF066A-D2BE-5B7B-A66C-277429DA919E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0" creationId="{B9A1A430-4747-A550-9674-CD9B8550E957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1" creationId="{0ECFE0EB-74CB-B9F1-C315-6CE7343B0933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2" creationId="{5AF7AFE5-BA63-E78E-49D2-1BE36476AD16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3" creationId="{6018F318-62B2-6A6F-126B-DF80EE99E2A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6" creationId="{856324E9-7B7E-FD41-1579-95E9B993DC4C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7" creationId="{21069930-AB8D-568E-B326-33936D209C58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8" creationId="{65690C09-C990-87DF-7DB2-E2C4265A69A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9" creationId="{57431D35-FAA4-8F79-8360-53160E8B268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0" creationId="{5408B2CA-8528-7E7E-912A-8C091A2127D6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1" creationId="{922873B1-4CFD-E314-2D4F-DA2348B188A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2" creationId="{46F7EB17-9FD3-C658-A37C-8101ECECC7D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3" creationId="{6043A962-11BE-12F7-1FC6-583A8E4E7F4B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4" creationId="{39112683-2DE2-AD29-0EA3-4B71D25BA1F4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5" creationId="{8CAC3A55-C6C0-FEF6-6756-6F21BA39C81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6" creationId="{8F5DFF22-3930-9D86-3E12-C9EB2D261C8C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7" creationId="{87CE86B0-1238-006B-ABB1-3FD4F7DC0D3B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8" creationId="{94ED5FCD-B0C7-7DA9-ECAC-5DDB199C3E8B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5T05:51:16.973" v="21158" actId="478"/>
        <pc:sldMkLst>
          <pc:docMk/>
          <pc:sldMk cId="3993487916" sldId="853"/>
        </pc:sldMkLst>
        <pc:spChg chg="add mod">
          <ac:chgData name="이민재" userId="f97f16f7-28a5-49bd-9e05-fb3ef63d7997" providerId="ADAL" clId="{3604D2DB-B0B3-4E35-9EDA-42455EF74A6C}" dt="2023-06-14T08:58:21.120" v="16418" actId="20577"/>
          <ac:spMkLst>
            <pc:docMk/>
            <pc:sldMk cId="3993487916" sldId="853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23:51:37.769" v="18158"/>
          <ac:spMkLst>
            <pc:docMk/>
            <pc:sldMk cId="3993487916" sldId="853"/>
            <ac:spMk id="7" creationId="{03D1FBCC-BCEF-CBA3-4F46-CE6E8A7B32AE}"/>
          </ac:spMkLst>
        </pc:spChg>
        <pc:spChg chg="add del mod">
          <ac:chgData name="이민재" userId="f97f16f7-28a5-49bd-9e05-fb3ef63d7997" providerId="ADAL" clId="{3604D2DB-B0B3-4E35-9EDA-42455EF74A6C}" dt="2023-06-08T13:50:43.696" v="6993" actId="478"/>
          <ac:spMkLst>
            <pc:docMk/>
            <pc:sldMk cId="3993487916" sldId="853"/>
            <ac:spMk id="8" creationId="{59C67BAA-8553-B305-5955-FE82F3B3D2C9}"/>
          </ac:spMkLst>
        </pc:spChg>
        <pc:spChg chg="add mod">
          <ac:chgData name="이민재" userId="f97f16f7-28a5-49bd-9e05-fb3ef63d7997" providerId="ADAL" clId="{3604D2DB-B0B3-4E35-9EDA-42455EF74A6C}" dt="2023-06-08T13:51:00.324" v="7007" actId="1076"/>
          <ac:spMkLst>
            <pc:docMk/>
            <pc:sldMk cId="3993487916" sldId="853"/>
            <ac:spMk id="10" creationId="{23954B94-5710-10D0-E310-829752C9A858}"/>
          </ac:spMkLst>
        </pc:spChg>
        <pc:spChg chg="add mod">
          <ac:chgData name="이민재" userId="f97f16f7-28a5-49bd-9e05-fb3ef63d7997" providerId="ADAL" clId="{3604D2DB-B0B3-4E35-9EDA-42455EF74A6C}" dt="2023-06-08T13:51:14.046" v="7011" actId="1076"/>
          <ac:spMkLst>
            <pc:docMk/>
            <pc:sldMk cId="3993487916" sldId="853"/>
            <ac:spMk id="11" creationId="{86A1AEE9-A96F-D2CB-E958-A3301F0987BE}"/>
          </ac:spMkLst>
        </pc:spChg>
        <pc:spChg chg="add mod">
          <ac:chgData name="이민재" userId="f97f16f7-28a5-49bd-9e05-fb3ef63d7997" providerId="ADAL" clId="{3604D2DB-B0B3-4E35-9EDA-42455EF74A6C}" dt="2023-06-08T13:51:24.487" v="7029" actId="1035"/>
          <ac:spMkLst>
            <pc:docMk/>
            <pc:sldMk cId="3993487916" sldId="853"/>
            <ac:spMk id="12" creationId="{E6681557-EADF-A8CB-6E8D-84B027B7B143}"/>
          </ac:spMkLst>
        </pc:spChg>
        <pc:spChg chg="add mod">
          <ac:chgData name="이민재" userId="f97f16f7-28a5-49bd-9e05-fb3ef63d7997" providerId="ADAL" clId="{3604D2DB-B0B3-4E35-9EDA-42455EF74A6C}" dt="2023-06-12T09:05:28.893" v="9637" actId="20577"/>
          <ac:spMkLst>
            <pc:docMk/>
            <pc:sldMk cId="3993487916" sldId="853"/>
            <ac:spMk id="15" creationId="{B3008D4E-8286-DEC6-638B-25198F3A1BD2}"/>
          </ac:spMkLst>
        </pc:spChg>
        <pc:spChg chg="mod">
          <ac:chgData name="이민재" userId="f97f16f7-28a5-49bd-9e05-fb3ef63d7997" providerId="ADAL" clId="{3604D2DB-B0B3-4E35-9EDA-42455EF74A6C}" dt="2023-06-14T08:54:32.707" v="16282" actId="20577"/>
          <ac:spMkLst>
            <pc:docMk/>
            <pc:sldMk cId="3993487916" sldId="853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8:54:34.419" v="16284" actId="20577"/>
          <ac:spMkLst>
            <pc:docMk/>
            <pc:sldMk cId="3993487916" sldId="853"/>
            <ac:spMk id="17" creationId="{1F66366C-5572-7854-697A-93846E611262}"/>
          </ac:spMkLst>
        </pc:spChg>
        <pc:spChg chg="add del mod">
          <ac:chgData name="이민재" userId="f97f16f7-28a5-49bd-9e05-fb3ef63d7997" providerId="ADAL" clId="{3604D2DB-B0B3-4E35-9EDA-42455EF74A6C}" dt="2023-06-14T08:54:36.093" v="16286" actId="20577"/>
          <ac:spMkLst>
            <pc:docMk/>
            <pc:sldMk cId="3993487916" sldId="853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8:47.215" v="10388" actId="20577"/>
          <ac:spMkLst>
            <pc:docMk/>
            <pc:sldMk cId="3993487916" sldId="853"/>
            <ac:spMk id="19" creationId="{8DCD5163-E345-EC92-99FA-166F048A5816}"/>
          </ac:spMkLst>
        </pc:spChg>
        <pc:spChg chg="add del mod">
          <ac:chgData name="이민재" userId="f97f16f7-28a5-49bd-9e05-fb3ef63d7997" providerId="ADAL" clId="{3604D2DB-B0B3-4E35-9EDA-42455EF74A6C}" dt="2023-06-12T10:54:04.044" v="10414" actId="21"/>
          <ac:spMkLst>
            <pc:docMk/>
            <pc:sldMk cId="3993487916" sldId="853"/>
            <ac:spMk id="20" creationId="{597AC01A-6BAE-A3FB-7F64-C7819F6B9454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4" creationId="{4F131730-0028-56F1-2098-AF5464425096}"/>
          </ac:spMkLst>
        </pc:spChg>
        <pc:spChg chg="mod">
          <ac:chgData name="이민재" userId="f97f16f7-28a5-49bd-9e05-fb3ef63d7997" providerId="ADAL" clId="{3604D2DB-B0B3-4E35-9EDA-42455EF74A6C}" dt="2023-06-14T08:59:15.559" v="16421" actId="20577"/>
          <ac:spMkLst>
            <pc:docMk/>
            <pc:sldMk cId="3993487916" sldId="853"/>
            <ac:spMk id="33" creationId="{0A2E2F21-7E2D-5853-5009-3C880266ADBB}"/>
          </ac:spMkLst>
        </pc:spChg>
        <pc:spChg chg="mod">
          <ac:chgData name="이민재" userId="f97f16f7-28a5-49bd-9e05-fb3ef63d7997" providerId="ADAL" clId="{3604D2DB-B0B3-4E35-9EDA-42455EF74A6C}" dt="2023-06-14T08:59:18.800" v="16423" actId="20577"/>
          <ac:spMkLst>
            <pc:docMk/>
            <pc:sldMk cId="3993487916" sldId="853"/>
            <ac:spMk id="34" creationId="{BAE098C0-0D15-8987-1013-E88B3D30658B}"/>
          </ac:spMkLst>
        </pc:spChg>
        <pc:spChg chg="mod">
          <ac:chgData name="이민재" userId="f97f16f7-28a5-49bd-9e05-fb3ef63d7997" providerId="ADAL" clId="{3604D2DB-B0B3-4E35-9EDA-42455EF74A6C}" dt="2023-06-14T08:54:56.782" v="16288" actId="20577"/>
          <ac:spMkLst>
            <pc:docMk/>
            <pc:sldMk cId="3993487916" sldId="853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14T08:53:37.318" v="16249" actId="478"/>
          <ac:spMkLst>
            <pc:docMk/>
            <pc:sldMk cId="3993487916" sldId="853"/>
            <ac:spMk id="56" creationId="{31606B12-15F4-FCBF-BED7-45BD22D38294}"/>
          </ac:spMkLst>
        </pc:spChg>
        <pc:spChg chg="del mod">
          <ac:chgData name="이민재" userId="f97f16f7-28a5-49bd-9e05-fb3ef63d7997" providerId="ADAL" clId="{3604D2DB-B0B3-4E35-9EDA-42455EF74A6C}" dt="2023-06-14T08:53:36.758" v="16248" actId="478"/>
          <ac:spMkLst>
            <pc:docMk/>
            <pc:sldMk cId="3993487916" sldId="853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08T12:23:38.752" v="5738" actId="1035"/>
          <ac:spMkLst>
            <pc:docMk/>
            <pc:sldMk cId="3993487916" sldId="853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08T12:23:34.878" v="5736" actId="1036"/>
          <ac:spMkLst>
            <pc:docMk/>
            <pc:sldMk cId="3993487916" sldId="853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08T12:23:37.319" v="5737" actId="1035"/>
          <ac:spMkLst>
            <pc:docMk/>
            <pc:sldMk cId="3993487916" sldId="853"/>
            <ac:spMk id="63" creationId="{CEF613D8-08F1-0B3C-1D84-FB5A00CE1CD4}"/>
          </ac:spMkLst>
        </pc:spChg>
        <pc:spChg chg="del">
          <ac:chgData name="이민재" userId="f97f16f7-28a5-49bd-9e05-fb3ef63d7997" providerId="ADAL" clId="{3604D2DB-B0B3-4E35-9EDA-42455EF74A6C}" dt="2023-06-14T08:53:34.085" v="16247" actId="478"/>
          <ac:spMkLst>
            <pc:docMk/>
            <pc:sldMk cId="3993487916" sldId="853"/>
            <ac:spMk id="256" creationId="{6C56C275-01BB-E741-02C9-B7E31E278BF8}"/>
          </ac:spMkLst>
        </pc:spChg>
        <pc:spChg chg="del">
          <ac:chgData name="이민재" userId="f97f16f7-28a5-49bd-9e05-fb3ef63d7997" providerId="ADAL" clId="{3604D2DB-B0B3-4E35-9EDA-42455EF74A6C}" dt="2023-06-14T08:53:33.374" v="16246" actId="478"/>
          <ac:spMkLst>
            <pc:docMk/>
            <pc:sldMk cId="3993487916" sldId="853"/>
            <ac:spMk id="257" creationId="{CC76557C-7AF8-0A7B-835C-6803F41BB62F}"/>
          </ac:spMkLst>
        </pc:spChg>
        <pc:spChg chg="mod">
          <ac:chgData name="이민재" userId="f97f16f7-28a5-49bd-9e05-fb3ef63d7997" providerId="ADAL" clId="{3604D2DB-B0B3-4E35-9EDA-42455EF74A6C}" dt="2023-06-14T08:59:22.208" v="16424" actId="20577"/>
          <ac:spMkLst>
            <pc:docMk/>
            <pc:sldMk cId="3993487916" sldId="853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4T08:53:39.637" v="16251" actId="20577"/>
          <ac:spMkLst>
            <pc:docMk/>
            <pc:sldMk cId="3993487916" sldId="853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8:55:37.068" v="16299" actId="20577"/>
          <ac:spMkLst>
            <pc:docMk/>
            <pc:sldMk cId="3993487916" sldId="853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8:55:38.660" v="16301" actId="20577"/>
          <ac:spMkLst>
            <pc:docMk/>
            <pc:sldMk cId="3993487916" sldId="853"/>
            <ac:spMk id="263" creationId="{6B1412C0-7FC0-579F-C469-92E88CC08681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73" creationId="{7FC3CEE3-7B4F-4248-0CD0-0A01D226FC5E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88" creationId="{DDAF3D02-5E7F-6C62-CAED-2D81CF48D504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291" creationId="{C6871432-75E7-31AE-4456-3EFD62D35902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06" creationId="{6B024ADC-0C69-F6BB-1E96-80E95202CA4B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21" creationId="{5A0E8988-2E45-F693-2B36-E6442E8BC2F4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36" creationId="{4C370871-9B88-7733-B755-83BA3E66AA7F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51" creationId="{44D0C8E5-81BB-53AA-0F5F-1BCDAE64A474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378" creationId="{4374FF5E-E2FD-57A5-83B9-97014AAD2B8B}"/>
          </ac:spMkLst>
        </pc:spChg>
        <pc:spChg chg="add del">
          <ac:chgData name="이민재" userId="f97f16f7-28a5-49bd-9e05-fb3ef63d7997" providerId="ADAL" clId="{3604D2DB-B0B3-4E35-9EDA-42455EF74A6C}" dt="2023-06-14T08:43:31.599" v="16014" actId="478"/>
          <ac:spMkLst>
            <pc:docMk/>
            <pc:sldMk cId="3993487916" sldId="853"/>
            <ac:spMk id="418" creationId="{9F2779ED-1085-289F-C7B0-6B544EF61F7B}"/>
          </ac:spMkLst>
        </pc:spChg>
        <pc:spChg chg="add del">
          <ac:chgData name="이민재" userId="f97f16f7-28a5-49bd-9e05-fb3ef63d7997" providerId="ADAL" clId="{3604D2DB-B0B3-4E35-9EDA-42455EF74A6C}" dt="2023-06-14T08:43:35.148" v="16015" actId="478"/>
          <ac:spMkLst>
            <pc:docMk/>
            <pc:sldMk cId="3993487916" sldId="853"/>
            <ac:spMk id="419" creationId="{4A20DCA4-D0F8-87C3-C2B6-43E3B2C68529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5" creationId="{09B5848D-0B20-C08B-930F-6A52840B4F21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6" creationId="{592732D9-FA0F-3B4D-5E2A-073A3D09EAD9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7" creationId="{167C884E-C0BD-5888-23C7-2E54F60C092B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8" creationId="{E5FEA7B3-1724-F6E6-25C1-CA803AEF9B92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474" creationId="{027B1B2E-E867-CCA6-95C5-12845D97EDD2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489" creationId="{7F5DD02C-EC2E-BBC7-5DCB-D2021B8902AF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04" creationId="{45FD9BC9-B7AC-C5F8-2122-9B47C29746AD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19" creationId="{5D7A7FB0-859E-D0A8-D45E-DC76BB386F6E}"/>
          </ac:spMkLst>
        </pc:spChg>
        <pc:spChg chg="add 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33" creationId="{2FA888AD-66D1-8457-1F7E-36DEE6292331}"/>
          </ac:spMkLst>
        </pc:spChg>
        <pc:spChg chg="add 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34" creationId="{8AE58ADB-052D-CFAC-C403-B4A1766FCFEB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36" creationId="{E38E7B32-1D76-A528-A6BA-717B2EACE435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51" creationId="{D0C8B45C-DD4F-2F19-DCE9-6F0253EE7029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564" creationId="{33E54F47-2D04-B332-AB93-869A824CFAAA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96" creationId="{983639E6-7DB3-60AA-E1E3-EBE6018111ED}"/>
          </ac:spMkLst>
        </pc:spChg>
        <pc:spChg chg="mod">
          <ac:chgData name="이민재" userId="f97f16f7-28a5-49bd-9e05-fb3ef63d7997" providerId="ADAL" clId="{3604D2DB-B0B3-4E35-9EDA-42455EF74A6C}" dt="2023-06-14T08:43:50.455" v="16056" actId="1035"/>
          <ac:spMkLst>
            <pc:docMk/>
            <pc:sldMk cId="3993487916" sldId="853"/>
            <ac:spMk id="640" creationId="{C91ED151-71B2-D27F-1182-39AE5E8C555B}"/>
          </ac:spMkLst>
        </pc:spChg>
        <pc:spChg chg="mod">
          <ac:chgData name="이민재" userId="f97f16f7-28a5-49bd-9e05-fb3ef63d7997" providerId="ADAL" clId="{3604D2DB-B0B3-4E35-9EDA-42455EF74A6C}" dt="2023-06-14T08:43:52.391" v="16058" actId="1035"/>
          <ac:spMkLst>
            <pc:docMk/>
            <pc:sldMk cId="3993487916" sldId="853"/>
            <ac:spMk id="641" creationId="{980AB2C5-3B74-8A2D-7ACA-C8049B0B10B8}"/>
          </ac:spMkLst>
        </pc:spChg>
        <pc:spChg chg="del mod">
          <ac:chgData name="이민재" userId="f97f16f7-28a5-49bd-9e05-fb3ef63d7997" providerId="ADAL" clId="{3604D2DB-B0B3-4E35-9EDA-42455EF74A6C}" dt="2023-06-14T08:44:11.933" v="16069" actId="21"/>
          <ac:spMkLst>
            <pc:docMk/>
            <pc:sldMk cId="3993487916" sldId="853"/>
            <ac:spMk id="657" creationId="{FE653AB6-1C8B-E826-F494-D66452E82B3A}"/>
          </ac:spMkLst>
        </pc:spChg>
        <pc:spChg chg="del mod">
          <ac:chgData name="이민재" userId="f97f16f7-28a5-49bd-9e05-fb3ef63d7997" providerId="ADAL" clId="{3604D2DB-B0B3-4E35-9EDA-42455EF74A6C}" dt="2023-06-14T08:44:11.933" v="16069" actId="21"/>
          <ac:spMkLst>
            <pc:docMk/>
            <pc:sldMk cId="3993487916" sldId="853"/>
            <ac:spMk id="658" creationId="{28D25189-6648-5C3C-A172-969E5646E867}"/>
          </ac:spMkLst>
        </pc:spChg>
        <pc:spChg chg="add del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19" creationId="{8A7D4080-9AA6-812D-12F9-BDEA1F760011}"/>
          </ac:spMkLst>
        </pc:spChg>
        <pc:spChg chg="add del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0" creationId="{57C2253A-E8FF-B7A7-D739-7372D9F3FDF1}"/>
          </ac:spMkLst>
        </pc:spChg>
        <pc:spChg chg="add del mod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1" creationId="{DAC7A15A-9C0A-B8FB-D13B-E7235499BF61}"/>
          </ac:spMkLst>
        </pc:spChg>
        <pc:spChg chg="add del mod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2" creationId="{51244CA0-1A0D-344B-D0AF-003BB1E6A3FF}"/>
          </ac:spMkLst>
        </pc:spChg>
        <pc:spChg chg="add del mod">
          <ac:chgData name="이민재" userId="f97f16f7-28a5-49bd-9e05-fb3ef63d7997" providerId="ADAL" clId="{3604D2DB-B0B3-4E35-9EDA-42455EF74A6C}" dt="2023-06-14T09:05:47.570" v="16669" actId="478"/>
          <ac:spMkLst>
            <pc:docMk/>
            <pc:sldMk cId="3993487916" sldId="853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5:48.394" v="16670" actId="478"/>
          <ac:spMkLst>
            <pc:docMk/>
            <pc:sldMk cId="3993487916" sldId="853"/>
            <ac:spMk id="754" creationId="{EB257424-4F0E-E7FE-3AFC-847AAD6BEA4A}"/>
          </ac:spMkLst>
        </pc:spChg>
        <pc:spChg chg="add del mod">
          <ac:chgData name="이민재" userId="f97f16f7-28a5-49bd-9e05-fb3ef63d7997" providerId="ADAL" clId="{3604D2DB-B0B3-4E35-9EDA-42455EF74A6C}" dt="2023-06-14T09:05:53.818" v="16672" actId="478"/>
          <ac:spMkLst>
            <pc:docMk/>
            <pc:sldMk cId="3993487916" sldId="853"/>
            <ac:spMk id="755" creationId="{061B4503-302C-09B9-D846-51665D944706}"/>
          </ac:spMkLst>
        </pc:spChg>
        <pc:spChg chg="add mod">
          <ac:chgData name="이민재" userId="f97f16f7-28a5-49bd-9e05-fb3ef63d7997" providerId="ADAL" clId="{3604D2DB-B0B3-4E35-9EDA-42455EF74A6C}" dt="2023-06-14T08:53:13.333" v="16226" actId="1036"/>
          <ac:spMkLst>
            <pc:docMk/>
            <pc:sldMk cId="3993487916" sldId="853"/>
            <ac:spMk id="758" creationId="{BDE8B741-4A98-90B5-6C68-0AD6C330350B}"/>
          </ac:spMkLst>
        </pc:spChg>
        <pc:spChg chg="add mod">
          <ac:chgData name="이민재" userId="f97f16f7-28a5-49bd-9e05-fb3ef63d7997" providerId="ADAL" clId="{3604D2DB-B0B3-4E35-9EDA-42455EF74A6C}" dt="2023-06-14T08:53:13.333" v="16226" actId="1036"/>
          <ac:spMkLst>
            <pc:docMk/>
            <pc:sldMk cId="3993487916" sldId="853"/>
            <ac:spMk id="759" creationId="{6F720FD8-E0BA-4896-B25E-4AD33894FCC8}"/>
          </ac:spMkLst>
        </pc:spChg>
        <pc:spChg chg="add mod">
          <ac:chgData name="이민재" userId="f97f16f7-28a5-49bd-9e05-fb3ef63d7997" providerId="ADAL" clId="{3604D2DB-B0B3-4E35-9EDA-42455EF74A6C}" dt="2023-06-14T08:54:19.268" v="16280" actId="1076"/>
          <ac:spMkLst>
            <pc:docMk/>
            <pc:sldMk cId="3993487916" sldId="853"/>
            <ac:spMk id="760" creationId="{65A71463-A364-1F37-C8A6-BA457C975610}"/>
          </ac:spMkLst>
        </pc:spChg>
        <pc:spChg chg="add del mod">
          <ac:chgData name="이민재" userId="f97f16f7-28a5-49bd-9e05-fb3ef63d7997" providerId="ADAL" clId="{3604D2DB-B0B3-4E35-9EDA-42455EF74A6C}" dt="2023-06-14T09:04:34.857" v="16585" actId="478"/>
          <ac:spMkLst>
            <pc:docMk/>
            <pc:sldMk cId="3993487916" sldId="853"/>
            <ac:spMk id="761" creationId="{B393BA20-4245-06B2-B065-610DF4B98441}"/>
          </ac:spMkLst>
        </pc:spChg>
        <pc:spChg chg="add mod">
          <ac:chgData name="이민재" userId="f97f16f7-28a5-49bd-9e05-fb3ef63d7997" providerId="ADAL" clId="{3604D2DB-B0B3-4E35-9EDA-42455EF74A6C}" dt="2023-06-14T09:06:28.703" v="16754" actId="1038"/>
          <ac:spMkLst>
            <pc:docMk/>
            <pc:sldMk cId="3993487916" sldId="853"/>
            <ac:spMk id="762" creationId="{6867D284-41D5-62F0-876C-0E1810BA2EE1}"/>
          </ac:spMkLst>
        </pc:spChg>
        <pc:spChg chg="add mod">
          <ac:chgData name="이민재" userId="f97f16f7-28a5-49bd-9e05-fb3ef63d7997" providerId="ADAL" clId="{3604D2DB-B0B3-4E35-9EDA-42455EF74A6C}" dt="2023-06-14T09:06:08.078" v="16682" actId="1037"/>
          <ac:spMkLst>
            <pc:docMk/>
            <pc:sldMk cId="3993487916" sldId="853"/>
            <ac:spMk id="763" creationId="{BA1391DA-EA41-2AFB-6D21-1AAE1E985D20}"/>
          </ac:spMkLst>
        </pc:spChg>
        <pc:spChg chg="add mod">
          <ac:chgData name="이민재" userId="f97f16f7-28a5-49bd-9e05-fb3ef63d7997" providerId="ADAL" clId="{3604D2DB-B0B3-4E35-9EDA-42455EF74A6C}" dt="2023-06-14T09:06:42.081" v="16760" actId="1038"/>
          <ac:spMkLst>
            <pc:docMk/>
            <pc:sldMk cId="3993487916" sldId="853"/>
            <ac:spMk id="764" creationId="{66703AEA-4F82-A023-F7D2-56348E0BA209}"/>
          </ac:spMkLst>
        </pc:spChg>
        <pc:spChg chg="mod">
          <ac:chgData name="이민재" userId="f97f16f7-28a5-49bd-9e05-fb3ef63d7997" providerId="ADAL" clId="{3604D2DB-B0B3-4E35-9EDA-42455EF74A6C}" dt="2023-06-14T09:07:03.655" v="16763"/>
          <ac:spMkLst>
            <pc:docMk/>
            <pc:sldMk cId="3993487916" sldId="853"/>
            <ac:spMk id="768" creationId="{8F9C26A4-C345-52BF-9A79-E5EEFCFA491B}"/>
          </ac:spMkLst>
        </pc:spChg>
        <pc:spChg chg="add del">
          <ac:chgData name="이민재" userId="f97f16f7-28a5-49bd-9e05-fb3ef63d7997" providerId="ADAL" clId="{3604D2DB-B0B3-4E35-9EDA-42455EF74A6C}" dt="2023-06-14T08:44:23.094" v="16073" actId="21"/>
          <ac:spMkLst>
            <pc:docMk/>
            <pc:sldMk cId="3993487916" sldId="853"/>
            <ac:spMk id="770" creationId="{798F19D4-2A3C-9DD7-052C-B3609FF6370D}"/>
          </ac:spMkLst>
        </pc:spChg>
        <pc:spChg chg="add del">
          <ac:chgData name="이민재" userId="f97f16f7-28a5-49bd-9e05-fb3ef63d7997" providerId="ADAL" clId="{3604D2DB-B0B3-4E35-9EDA-42455EF74A6C}" dt="2023-06-14T08:43:19.808" v="16012" actId="478"/>
          <ac:spMkLst>
            <pc:docMk/>
            <pc:sldMk cId="3993487916" sldId="853"/>
            <ac:spMk id="771" creationId="{A4ABE393-5B38-366D-F252-255CC71F1CEE}"/>
          </ac:spMkLst>
        </pc:spChg>
        <pc:spChg chg="mod">
          <ac:chgData name="이민재" userId="f97f16f7-28a5-49bd-9e05-fb3ef63d7997" providerId="ADAL" clId="{3604D2DB-B0B3-4E35-9EDA-42455EF74A6C}" dt="2023-06-15T05:01:42.991" v="20495" actId="1076"/>
          <ac:spMkLst>
            <pc:docMk/>
            <pc:sldMk cId="3993487916" sldId="853"/>
            <ac:spMk id="772" creationId="{C7E0DF9F-2888-2897-F6E3-E4223817E7E6}"/>
          </ac:spMkLst>
        </pc:spChg>
        <pc:spChg chg="mod">
          <ac:chgData name="이민재" userId="f97f16f7-28a5-49bd-9e05-fb3ef63d7997" providerId="ADAL" clId="{3604D2DB-B0B3-4E35-9EDA-42455EF74A6C}" dt="2023-06-14T08:53:21.233" v="16245" actId="1037"/>
          <ac:spMkLst>
            <pc:docMk/>
            <pc:sldMk cId="3993487916" sldId="853"/>
            <ac:spMk id="789" creationId="{71FB1843-C8C6-E6BB-E022-DB95DCACCD12}"/>
          </ac:spMkLst>
        </pc:spChg>
        <pc:spChg chg="mod">
          <ac:chgData name="이민재" userId="f97f16f7-28a5-49bd-9e05-fb3ef63d7997" providerId="ADAL" clId="{3604D2DB-B0B3-4E35-9EDA-42455EF74A6C}" dt="2023-06-14T08:53:21.233" v="16245" actId="1037"/>
          <ac:spMkLst>
            <pc:docMk/>
            <pc:sldMk cId="3993487916" sldId="853"/>
            <ac:spMk id="790" creationId="{FA810792-52D2-5037-104F-E4804D0556D0}"/>
          </ac:spMkLst>
        </pc:spChg>
        <pc:spChg chg="del mod">
          <ac:chgData name="이민재" userId="f97f16f7-28a5-49bd-9e05-fb3ef63d7997" providerId="ADAL" clId="{3604D2DB-B0B3-4E35-9EDA-42455EF74A6C}" dt="2023-06-14T08:52:11.061" v="16164" actId="478"/>
          <ac:spMkLst>
            <pc:docMk/>
            <pc:sldMk cId="3993487916" sldId="853"/>
            <ac:spMk id="791" creationId="{FB8CBF99-8F98-7360-E7BB-84EA36D466E8}"/>
          </ac:spMkLst>
        </pc:spChg>
        <pc:spChg chg="del mod">
          <ac:chgData name="이민재" userId="f97f16f7-28a5-49bd-9e05-fb3ef63d7997" providerId="ADAL" clId="{3604D2DB-B0B3-4E35-9EDA-42455EF74A6C}" dt="2023-06-14T08:52:11.061" v="16164" actId="478"/>
          <ac:spMkLst>
            <pc:docMk/>
            <pc:sldMk cId="3993487916" sldId="853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4T08:55:20.920" v="16297"/>
          <ac:spMkLst>
            <pc:docMk/>
            <pc:sldMk cId="3993487916" sldId="853"/>
            <ac:spMk id="793" creationId="{4B608BA3-09A9-7AF5-D2B7-984EC86D64A9}"/>
          </ac:spMkLst>
        </pc:spChg>
        <pc:spChg chg="add del mod">
          <ac:chgData name="이민재" userId="f97f16f7-28a5-49bd-9e05-fb3ef63d7997" providerId="ADAL" clId="{3604D2DB-B0B3-4E35-9EDA-42455EF74A6C}" dt="2023-06-14T09:07:09.732" v="16767" actId="478"/>
          <ac:spMkLst>
            <pc:docMk/>
            <pc:sldMk cId="3993487916" sldId="853"/>
            <ac:spMk id="806" creationId="{5072C84A-C46B-841F-DACF-BEE7C28CA454}"/>
          </ac:spMkLst>
        </pc:spChg>
        <pc:spChg chg="mod">
          <ac:chgData name="이민재" userId="f97f16f7-28a5-49bd-9e05-fb3ef63d7997" providerId="ADAL" clId="{3604D2DB-B0B3-4E35-9EDA-42455EF74A6C}" dt="2023-06-14T08:42:22.782" v="15977" actId="1038"/>
          <ac:spMkLst>
            <pc:docMk/>
            <pc:sldMk cId="3993487916" sldId="853"/>
            <ac:spMk id="2252" creationId="{97963E91-B41A-254D-F5B1-06A8576F4A54}"/>
          </ac:spMkLst>
        </pc:spChg>
        <pc:spChg chg="del">
          <ac:chgData name="이민재" userId="f97f16f7-28a5-49bd-9e05-fb3ef63d7997" providerId="ADAL" clId="{3604D2DB-B0B3-4E35-9EDA-42455EF74A6C}" dt="2023-06-14T23:51:34.293" v="18157" actId="478"/>
          <ac:spMkLst>
            <pc:docMk/>
            <pc:sldMk cId="3993487916" sldId="853"/>
            <ac:spMk id="2253" creationId="{F58FA68C-FFBF-BD16-3C99-21E9F9E8C6B4}"/>
          </ac:spMkLst>
        </pc:spChg>
        <pc:spChg chg="add del">
          <ac:chgData name="이민재" userId="f97f16f7-28a5-49bd-9e05-fb3ef63d7997" providerId="ADAL" clId="{3604D2DB-B0B3-4E35-9EDA-42455EF74A6C}" dt="2023-06-14T08:43:14.722" v="16007" actId="478"/>
          <ac:spMkLst>
            <pc:docMk/>
            <pc:sldMk cId="3993487916" sldId="853"/>
            <ac:spMk id="2254" creationId="{BDA0056A-E89E-2643-6F40-81D28D59F060}"/>
          </ac:spMkLst>
        </pc:s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3" creationId="{75CDB28B-2F65-364F-5DA0-43E8EC329A7B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72" creationId="{E5F962D9-D9A0-5158-9B28-0D51A4B72C81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87" creationId="{74C40A0B-B385-EE8F-840E-DA602C89C163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377" creationId="{BC839064-8192-BA64-FBF1-7CCBD2C039D5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388" creationId="{90534711-4760-A206-21B1-BF5565D69127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403" creationId="{CC54761B-2AFA-18EC-F93B-B7229009C974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20" creationId="{007E1CF5-50DD-FD8A-C6D4-9EBF5AB82E8B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35" creationId="{11A3D3F1-0B93-9EA0-F13B-B962B6679F38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50" creationId="{F7F6D97F-078F-5948-6FCB-DF8FA4259703}"/>
          </ac:grpSpMkLst>
        </pc:grpChg>
        <pc:grpChg chg="add mod">
          <ac:chgData name="이민재" userId="f97f16f7-28a5-49bd-9e05-fb3ef63d7997" providerId="ADAL" clId="{3604D2DB-B0B3-4E35-9EDA-42455EF74A6C}" dt="2023-06-14T08:44:12.559" v="16070"/>
          <ac:grpSpMkLst>
            <pc:docMk/>
            <pc:sldMk cId="3993487916" sldId="853"/>
            <ac:grpSpMk id="473" creationId="{4965438C-367C-FC7E-19C2-3068EA033A47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488" creationId="{B6D80615-6F83-DF0A-50CE-2215F3778316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503" creationId="{F6C53F92-0ED7-2F62-9BA8-6404C036BEE3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518" creationId="{DF748321-98CF-17A1-D874-67B0F4479C8A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35" creationId="{E3BCBFD3-B985-B4A7-20EF-A91492E6A5C0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50" creationId="{87CE9464-E63D-8CD4-B399-A9FCC59F2818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578" creationId="{D693AAFD-0D26-CCAF-5E60-2AA7268760AD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95" creationId="{34799C99-652D-7B91-6BD1-B9716DC34698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704" creationId="{67D25C4A-3935-F924-1942-E55F6DD7F33B}"/>
          </ac:grpSpMkLst>
        </pc:grpChg>
        <pc:grpChg chg="add del mod">
          <ac:chgData name="이민재" userId="f97f16f7-28a5-49bd-9e05-fb3ef63d7997" providerId="ADAL" clId="{3604D2DB-B0B3-4E35-9EDA-42455EF74A6C}" dt="2023-06-14T09:07:04.235" v="16764"/>
          <ac:grpSpMkLst>
            <pc:docMk/>
            <pc:sldMk cId="3993487916" sldId="853"/>
            <ac:grpSpMk id="767" creationId="{1D69A710-F41B-BC06-C424-CE85E1D15844}"/>
          </ac:grpSpMkLst>
        </pc:grpChg>
        <pc:graphicFrameChg chg="add del mod modGraphic">
          <ac:chgData name="이민재" userId="f97f16f7-28a5-49bd-9e05-fb3ef63d7997" providerId="ADAL" clId="{3604D2DB-B0B3-4E35-9EDA-42455EF74A6C}" dt="2023-06-12T08:55:40.571" v="9328" actId="21"/>
          <ac:graphicFrameMkLst>
            <pc:docMk/>
            <pc:sldMk cId="3993487916" sldId="853"/>
            <ac:graphicFrameMk id="8" creationId="{A9D33D63-C99F-0B78-F002-5297B052984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08:57:24.287" v="9396" actId="1076"/>
          <ac:graphicFrameMkLst>
            <pc:docMk/>
            <pc:sldMk cId="3993487916" sldId="853"/>
            <ac:graphicFrameMk id="14" creationId="{FB212D89-53D1-2994-30D5-74B6827147BD}"/>
          </ac:graphicFrameMkLst>
        </pc:graphicFrameChg>
        <pc:picChg chg="add del mod">
          <ac:chgData name="이민재" userId="f97f16f7-28a5-49bd-9e05-fb3ef63d7997" providerId="ADAL" clId="{3604D2DB-B0B3-4E35-9EDA-42455EF74A6C}" dt="2023-06-15T05:51:16.973" v="21158" actId="478"/>
          <ac:picMkLst>
            <pc:docMk/>
            <pc:sldMk cId="3993487916" sldId="853"/>
            <ac:picMk id="14" creationId="{0D7958CA-F442-00C9-6435-AD9E854C4D56}"/>
          </ac:picMkLst>
        </pc:picChg>
        <pc:cxnChg chg="del mod">
          <ac:chgData name="이민재" userId="f97f16f7-28a5-49bd-9e05-fb3ef63d7997" providerId="ADAL" clId="{3604D2DB-B0B3-4E35-9EDA-42455EF74A6C}" dt="2023-06-14T08:42:49.581" v="16000" actId="478"/>
          <ac:cxnSpMkLst>
            <pc:docMk/>
            <pc:sldMk cId="3993487916" sldId="853"/>
            <ac:cxnSpMk id="7" creationId="{D60D00B1-6DD3-5F14-10E9-07DCD269B98B}"/>
          </ac:cxnSpMkLst>
        </pc:cxnChg>
        <pc:cxnChg chg="mod">
          <ac:chgData name="이민재" userId="f97f16f7-28a5-49bd-9e05-fb3ef63d7997" providerId="ADAL" clId="{3604D2DB-B0B3-4E35-9EDA-42455EF74A6C}" dt="2023-06-14T08:42:51.507" v="16001" actId="14100"/>
          <ac:cxnSpMkLst>
            <pc:docMk/>
            <pc:sldMk cId="3993487916" sldId="853"/>
            <ac:cxnSpMk id="9" creationId="{2D22AC38-E369-CDED-FCB4-A1AB29026031}"/>
          </ac:cxnSpMkLst>
        </pc:cxnChg>
        <pc:cxnChg chg="mod">
          <ac:chgData name="이민재" userId="f97f16f7-28a5-49bd-9e05-fb3ef63d7997" providerId="ADAL" clId="{3604D2DB-B0B3-4E35-9EDA-42455EF74A6C}" dt="2023-06-14T08:43:17.192" v="16010" actId="14100"/>
          <ac:cxnSpMkLst>
            <pc:docMk/>
            <pc:sldMk cId="3993487916" sldId="853"/>
            <ac:cxnSpMk id="13" creationId="{D43BB63C-C468-3592-4C5A-E7914A8CBDDE}"/>
          </ac:cxnSpMkLst>
        </pc:cxnChg>
        <pc:cxnChg chg="mod">
          <ac:chgData name="이민재" userId="f97f16f7-28a5-49bd-9e05-fb3ef63d7997" providerId="ADAL" clId="{3604D2DB-B0B3-4E35-9EDA-42455EF74A6C}" dt="2023-06-14T09:07:48.964" v="16771" actId="14100"/>
          <ac:cxnSpMkLst>
            <pc:docMk/>
            <pc:sldMk cId="3993487916" sldId="853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7:44.755" v="16770" actId="14100"/>
          <ac:cxnSpMkLst>
            <pc:docMk/>
            <pc:sldMk cId="3993487916" sldId="853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" creationId="{F7A78CE9-5060-12B6-0855-C7F83214225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" creationId="{33B222BB-121C-4C38-9CC8-8714A8D62713}"/>
          </ac:cxnSpMkLst>
        </pc:cxnChg>
        <pc:cxnChg chg="add del mod">
          <ac:chgData name="이민재" userId="f97f16f7-28a5-49bd-9e05-fb3ef63d7997" providerId="ADAL" clId="{3604D2DB-B0B3-4E35-9EDA-42455EF74A6C}" dt="2023-06-14T08:44:23.094" v="16073" actId="21"/>
          <ac:cxnSpMkLst>
            <pc:docMk/>
            <pc:sldMk cId="3993487916" sldId="853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9" creationId="{F5E3E409-3543-4943-861C-4EECA3BE9A1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0" creationId="{7CB62C8C-2D55-1512-2121-FD61354DE05D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58" creationId="{B63C0222-83D2-9FC0-94E4-BF46A49CAF3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4" creationId="{EA6232F7-7C43-FD8E-120D-0CA70A93954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5" creationId="{FA01C792-3EEA-355D-A990-4A67C93A2C28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6" creationId="{B393BB80-D602-D284-AA4A-35B5CBBB0C6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7" creationId="{D84FD782-49C9-922A-94D1-0090400BEED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8" creationId="{431B8A6A-F928-C630-060B-6CF12F954B8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9" creationId="{94B8B193-4E8B-2668-0FAC-D2B61249203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0" creationId="{71C75CEB-AACE-9833-4E61-3EB64D65628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1" creationId="{EBE2D4A8-15DD-1CDC-65F2-FC1A351C3A7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4" creationId="{87386DD4-2962-A63D-F8D4-2C8E3F382BF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5" creationId="{E228B557-074D-458A-5FDD-DDF74A1A9F9D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6" creationId="{19FEFE74-C255-B194-98FF-96C149C7C31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7" creationId="{C67390C6-3DBF-C0B8-35CE-687A34BA35E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8" creationId="{9756B939-9FCD-D931-C784-F4216C38F922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9" creationId="{A876594D-B454-FDE6-AEEB-586C92CFA315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0" creationId="{62FE057D-662C-946F-642D-F533F0D74F9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1" creationId="{588C3638-37B4-C016-B767-A05EE1940D2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2" creationId="{85D277D4-189D-8105-50DC-05523D2A0CE9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3" creationId="{EDEA5585-FD1B-A8AD-EDF3-C26304DD66C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4" creationId="{EFAEC8A0-8EC6-CE85-339C-302F226B1B0C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5" creationId="{9D8C4F89-F2A9-EB9E-EC03-DA4E5EF7C4D8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6" creationId="{EA339C70-995A-16A5-E28F-A2A6B4EB733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9" creationId="{B71E5D01-221A-F63A-F58F-A969A2C91DA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2" creationId="{441DE5E5-6CF5-6009-86B8-05937DF880C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3" creationId="{E9596DFB-9599-FBEC-5184-9E3CBFE9F5F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4" creationId="{39E749BD-32CC-C2B3-2E93-46C9755F972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5" creationId="{E462A4F3-530A-5AF0-BC48-06F50E977AD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6" creationId="{28DC96DB-6D04-6907-CEBC-E3D6EEC9572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7" creationId="{78E10654-32A5-A0B1-9150-09914734389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8" creationId="{939F0CA0-9BDD-6EDB-27F8-66D8AD592FC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9" creationId="{E14B19E6-B53C-2B48-1390-234FE88F180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0" creationId="{17435F5F-7286-F88E-1A82-F1011124C8D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1" creationId="{560303C5-BB23-D369-23E0-652DC5459EE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2" creationId="{492D0F59-DA3B-7AE0-C856-0ABEFFC3479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3" creationId="{D347EFD3-2CE1-785E-60DB-848DADD2519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4" creationId="{0CAF1137-8809-73BF-D07A-534C81FC275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7" creationId="{B8C57C05-F273-372B-1936-3B1157B7580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8" creationId="{740DC724-A5E8-513E-8464-D612139BFF6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9" creationId="{26EDA51D-1DD4-4FAC-34F7-5A12019DEA2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0" creationId="{F945AF94-FB35-506F-D2B0-7738E3C9092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1" creationId="{69AEE87F-3445-AC3C-44FB-C3D3C845F53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2" creationId="{84071EC0-7074-E7E3-F751-35B371AF850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3" creationId="{1A954068-A85F-D98D-C82C-E13CE12FABA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4" creationId="{9604A5D5-FCDD-9312-8217-2F0AC8D94B4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5" creationId="{8CD964F2-967F-BBDB-309D-FA4A36FA5AB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6" creationId="{7F6062F0-E356-D610-022B-1285EB1A995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7" creationId="{BFC1AB17-9C83-4A3C-D847-F56A14A910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8" creationId="{01E60E47-9E41-41A0-7A6C-5AB45750D3D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9" creationId="{0FD1435D-ED00-3E5D-C2B2-E1B68D5664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2" creationId="{2ABA69C4-F5D7-46B4-8F09-2098377E181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3" creationId="{2DA6E938-8E00-8DB9-EE51-2523744ADC6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4" creationId="{21BA8732-0F67-22D6-FE4D-2D76F4F16D5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5" creationId="{E0AD30DD-E407-E7B2-E07E-353D73FC514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6" creationId="{EF29DDD2-3EB6-B479-5647-1D3E44D9BA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7" creationId="{DEAD236E-BB4E-5C20-FFEA-2F62B63C0CD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8" creationId="{9DD8FFB1-2093-D655-E1F3-7924AACC970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9" creationId="{BD371E29-3FDD-209E-0BEE-037DC3A4C3B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0" creationId="{0B2B0333-64E3-5B91-3A28-4777E9EF81D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1" creationId="{989A2068-C849-14EB-EBA7-57BA60C130B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2" creationId="{799B17D9-DA08-1050-135D-18BB6191A362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3" creationId="{3C2E05BC-E61D-59B2-96C5-30EB5DECB2F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4" creationId="{3A20FE2A-51C6-36FE-1260-9FD6486140E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7" creationId="{C32EDE45-09F1-19E8-8A2D-4157B44DB9E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8" creationId="{BD25493D-AA1B-069B-95AB-D4E340183B7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9" creationId="{E500D907-0937-FE96-3F55-71B2E6BC25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0" creationId="{F6777C98-DD8D-DBD0-2C4F-55E7B478BCC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1" creationId="{09573CD2-6D54-B92C-5FAC-7B5E6AA099D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2" creationId="{12B814BF-EF32-A95E-4E3D-65FAB23F87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3" creationId="{1889AED2-61E9-7C83-B7B2-CC672BC8229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4" creationId="{B2074CFC-65CA-2407-65DE-9CE32C56B052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5" creationId="{2075FBA2-72EC-0CC4-F49D-E44C291808A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6" creationId="{D1ED1DEF-CFBB-8EA8-C742-EB204359C9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7" creationId="{E618E247-24D0-8672-20E3-D71386F3A9B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8" creationId="{356C7A80-0F33-FA80-14FB-0F63747E86C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9" creationId="{B75928A5-269B-5697-AD9B-6EDC207DA0A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2" creationId="{D43EFEA0-178E-18C7-8AC1-1D29B59291C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3" creationId="{693A184C-3D4D-3CE8-0F48-50E680797D4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4" creationId="{E80D318E-F283-CDE7-BA79-C1567332220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5" creationId="{995FD91B-17B3-9443-DD7F-62B0C133C0C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6" creationId="{687FF293-263D-068E-828D-D35B78FB49E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7" creationId="{88BB9A57-7F55-6B3D-834A-060831CC432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8" creationId="{3AE1A2E0-03D6-6DE8-54F0-5C737E9F2EB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9" creationId="{8D2D283A-9049-039C-968C-663472C0990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0" creationId="{2D9929B0-1BEC-1E5E-BF16-F0650F8328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1" creationId="{53D20C75-D1AD-9071-CD33-B72F3C52121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2" creationId="{8B2EB24B-4167-C845-3836-2D607217EDB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3" creationId="{7E89B49A-FE1E-6471-4103-711053904E6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4" creationId="{0F40107F-0C06-E1AF-4102-9DF131EC034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5" creationId="{D8CD9071-6E6C-6F1E-A1AC-ABA71964534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6" creationId="{D51691BC-873F-FD68-2790-83EA005BFB9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7" creationId="{4F89F51A-CA75-933D-940E-90B2078A1F61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8" creationId="{25FB6744-1F88-8310-D7B9-25B1C5766BF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9" creationId="{03E0ABE6-1490-DB65-8966-F608C21245F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0" creationId="{FC8FAD18-40A1-8404-6461-DA74AD5CE01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1" creationId="{E5A76B79-3A0E-24A2-3714-30342402B5A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2" creationId="{1EC703D5-4B5E-6826-950B-4CE9480AAF1F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3" creationId="{C7C6439C-2911-76E6-5DF1-DF5484C2607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4" creationId="{7D119E2E-8708-3DBA-5316-BC4DFEAD194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5" creationId="{71F4E517-86F3-4C17-2405-9EF74682D5D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6" creationId="{3951C6CC-313C-986D-6176-91725BF758BF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9" creationId="{197D385E-3455-0FA3-DFF2-7924D9BD5789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0" creationId="{2F9D0FD4-1208-4332-9977-974B8363B262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1" creationId="{D383D76C-DA12-D751-04BF-074E0710BA4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2" creationId="{710F4923-BF89-E9ED-12AF-A9E4D025E02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3" creationId="{966E86B9-5DA9-A77E-64CD-F8B3A7CC7C2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4" creationId="{4F7D584F-A41B-8E4F-B1E9-BF85062D8E05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5" creationId="{CC051D9B-E5D1-6D85-3B6B-66EBF9BD6AE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6" creationId="{3C77049B-F8E4-48F2-30BC-19669A4D6BF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7" creationId="{1154F51B-E444-9FA2-499F-EE963482AAF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69" creationId="{69443E5F-AEE4-8369-856E-88D994D4CEDC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0" creationId="{DD94CFC6-E0C7-5843-28A2-578BF1B32B0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1" creationId="{5486EF9B-6BFD-A9D8-59C1-489EAB1C12F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2" creationId="{88DCAE07-F619-6EC1-06A6-90567CB63B3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5" creationId="{0458A2E0-845B-D3DF-2E9E-78106BA0027E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6" creationId="{C7F28E93-DFDC-8139-5CC6-EFEB332892F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7" creationId="{E937874F-CC6A-BC7E-544F-DA0464CA3A4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8" creationId="{D6BC26E0-8E84-9CD1-F9C1-EA79CBCA8BB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9" creationId="{78E2007C-0244-4549-0865-F42510A6FC4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0" creationId="{54F79283-1EAD-816B-6099-1BAC6C6CC2B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1" creationId="{7A0FA99E-8900-EBE1-B9C6-7FBDE4E5CBA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2" creationId="{74A8A59C-C9C7-A0AD-593E-98F8475F7BD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3" creationId="{621B4039-04E6-4BBB-D135-94E3F19BD26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4" creationId="{8D3CF598-8A18-E1DC-F2F1-8D89E27634FA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5" creationId="{80C2E384-A2DB-A501-5406-64E5CB212E4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6" creationId="{D5F9646E-EB07-6FD4-5A3C-650331A564D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7" creationId="{07D11ECB-FADE-FDBC-D570-4FCEC54E5CA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0" creationId="{18465206-BFCD-8E61-D875-8329A1AE5E5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1" creationId="{05B8A3D6-3D05-637B-7F0E-23DCF4BCB25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2" creationId="{94340294-50E6-36C1-F9E2-E42381BA7A6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3" creationId="{3A51CAF2-C849-4EAB-4384-7D107FE944F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4" creationId="{71249B52-4B6C-5671-5552-7DE2931FE08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5" creationId="{93FAF4B0-5DFC-2796-598D-3983F05E87B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6" creationId="{55637527-265B-60BE-2F0B-562014CE1F7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7" creationId="{FD7CC773-780B-C798-1D3F-30DFFEEF186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8" creationId="{F82A5CC8-78F2-97D1-5E65-A749FC08A4C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9" creationId="{4AF0CC86-93EB-399E-57AF-7DF39DB7807F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0" creationId="{EB34DEF9-EFE8-8DEA-A728-D066BF362F7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1" creationId="{4553CC49-3BAA-BB5D-A00C-6F86A59BB49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2" creationId="{98153A41-9C14-2887-3EF5-15DAD8043BE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5" creationId="{4441E782-4632-8B73-075A-473F508953CD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6" creationId="{0ED99071-FE07-100B-4D0A-70E0951BEC3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7" creationId="{223B1894-B0BB-E0AE-CE8B-555D62D4A03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8" creationId="{CD5CCD0B-F5DE-3D15-C184-46318C09A79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9" creationId="{7334FEDA-F348-4CC0-995B-F691B54641DF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0" creationId="{B0D98A88-C91E-33D5-32E5-AD6154F79F7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1" creationId="{4073EDA0-C253-0815-8687-1C758AE420B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2" creationId="{1CEFD5D9-A22E-1450-572D-730D67C0D67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3" creationId="{608D9462-5D52-9AFA-0076-5C7473DBF53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4" creationId="{D98656E7-B037-E551-F791-D3097B8DDFE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5" creationId="{EBD4F82A-03AB-86C9-A6A4-FBD71386EE8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6" creationId="{37FF9E15-9B62-5EE3-7CD0-6CB49901132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7" creationId="{6C3C4ABA-AB3B-C663-E7C5-1E20C3A8759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0" creationId="{F0EBD568-E346-3D6B-19E8-031898A6B54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1" creationId="{FFD215B1-8BC6-C187-86E1-6CCCD8C350F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2" creationId="{28791108-D4EE-8B74-ACCD-37E155BB2D7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3" creationId="{46F54B69-0419-102D-D249-D2422550391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4" creationId="{5A909D87-F619-731D-AFCA-0BB956025E2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5" creationId="{94C9C189-CC7D-E7E6-ADAE-C9B3266872F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6" creationId="{E149CB38-8F58-E94D-F6A2-23A5A13BCCE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7" creationId="{2191ACC2-8C4D-5AF5-2F84-959642F4262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8" creationId="{345E5064-6947-D801-A7EA-770ACAFA109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9" creationId="{0DABA5F4-6EC1-9C9E-118F-D4757DFB071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0" creationId="{F936DF0D-86D5-AC18-6C38-0D6AEA151ECE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1" creationId="{D2953A7E-836A-A3D8-0859-93116CEF8DB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2" creationId="{207CBE62-6A35-54E0-6B1A-15B62454416C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7" creationId="{7B40D730-B697-0BDB-678B-F1B6D69DA62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8" creationId="{F90B199F-2D60-45A8-84B3-9A679D1274D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9" creationId="{A44EBB4E-D8F5-5AD2-4D65-FD332CFAE33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0" creationId="{238C17D4-DF44-DD63-FDB8-F28DCFDEF49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1" creationId="{E7B17EA7-EE66-2F2D-6363-478E342F3BB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2" creationId="{A117F14F-574E-E50F-B542-00D58E5FC34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3" creationId="{E4592B58-1B62-2851-3FBD-EE139A820E80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4" creationId="{2A923D5D-6271-4187-95C6-974BCE8F747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5" creationId="{D8CB2260-F209-5151-4A1C-894E8A43A15E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6" creationId="{7520403E-8996-4779-8A79-BF609883D80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7" creationId="{B45281E5-0B8B-8A06-1307-97EEE02D7625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8" creationId="{530959F1-3E1D-BBFB-6BED-2A3529CE57C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9" creationId="{09B26381-ECBA-6C45-0758-8D799874E735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2" creationId="{6E63C074-F21A-557C-5AA6-98EA44AEEC4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3" creationId="{DEC83286-F8D5-4EB4-0D2B-0D2ECF2D2B1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4" creationId="{FAB00D8F-1DC2-83D7-DF31-42803CBC2FF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5" creationId="{AB5670F0-7180-6978-E80D-7B0CFDA0BC6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6" creationId="{A72BE25E-0CBD-4315-F18F-29D0DA3B09A4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7" creationId="{C7444B82-146D-A61E-1C46-B6B325F873E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8" creationId="{8AE84C13-10CC-DC36-255C-FBA3B0C4F091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9" creationId="{0D1617E1-4702-D47D-19AC-EF78588E1E4F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0" creationId="{C2D749B7-AB36-EF9D-9FD8-E04D47A35F3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1" creationId="{CF4957BB-6BDD-28B9-0277-35B77AB5227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2" creationId="{F8455B7F-9C0E-2A34-AD39-0A9AC883B44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5" creationId="{200452CC-5BA5-5199-6333-4D2241B5B7D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6" creationId="{CE7DDB2C-2DAB-40C0-9B6E-74653C6269A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7" creationId="{4A64044E-6F79-B78B-ED77-2B2FC329C5C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8" creationId="{BF4E9834-D2E4-AAB4-3FD0-598A2C08E0C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9" creationId="{5734C784-7946-DE8A-C3A5-BD3904DB2A6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0" creationId="{788BD5E6-E628-6069-0774-30DB1CAEEF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1" creationId="{E327C23B-C139-0355-76E0-050A05012EE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2" creationId="{AF6DD799-2649-6DFA-7F1C-D8A49FE5036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3" creationId="{D1B422C9-7BF1-F3BB-92C6-08E864A2866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4" creationId="{83FC4BFA-0E8E-52D0-7ADE-2FE9087F3EC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5" creationId="{FAF27FD9-0103-4924-FCE1-2785CBB144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6" creationId="{0E687BEF-7F47-3C9D-03AF-33B26C3D5D5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7" creationId="{D3407D20-4839-CEF2-D26B-C0001ED537B3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3" creationId="{E0A6E5ED-32C9-F569-F000-1387544920D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4" creationId="{7B6ABB62-8A7D-DFFF-9B21-351E2ABCA47E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7" creationId="{4B189830-FA78-30D0-426C-A41446067811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8" creationId="{47817281-2D46-7EB0-C505-68CF7DCD282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9" creationId="{73995E84-7E47-A827-BAC7-D2B4C17563A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0" creationId="{9398B580-2677-742A-9EEB-371E6B9A8D9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1" creationId="{E4432D8E-3CCB-AB87-71A3-80CEB0930034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2" creationId="{54DA0B7A-478F-16BD-24C3-6BC1D6C3EA8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3" creationId="{967D9401-3540-D5FA-A0A2-79473AC322D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4" creationId="{AFF11AC0-A863-E77E-D5E5-F0AAB6D200A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5" creationId="{C8170A71-D316-5D66-FBC7-0F516F65067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6" creationId="{C91A9464-14BA-92DB-EC97-F5067A0B69D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7" creationId="{3F5FA485-D101-7156-947F-CC29500BF1C3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8" creationId="{0676EC06-A820-517C-550E-EFDEDC825840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9" creationId="{7A57E7A3-5AF7-3D2B-8EE5-E6A3155E35C2}"/>
          </ac:cxnSpMkLst>
        </pc:cxnChg>
        <pc:cxnChg chg="add mod">
          <ac:chgData name="이민재" userId="f97f16f7-28a5-49bd-9e05-fb3ef63d7997" providerId="ADAL" clId="{3604D2DB-B0B3-4E35-9EDA-42455EF74A6C}" dt="2023-06-14T09:07:37.093" v="16769" actId="14100"/>
          <ac:cxnSpMkLst>
            <pc:docMk/>
            <pc:sldMk cId="3993487916" sldId="853"/>
            <ac:cxnSpMk id="756" creationId="{CAD6F110-2CAB-FF98-D962-C4DB8C5DFE5A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69" creationId="{76422E63-BD31-9501-B074-51B2367CBDF0}"/>
          </ac:cxnSpMkLst>
        </pc:cxnChg>
        <pc:cxnChg chg="mod">
          <ac:chgData name="이민재" userId="f97f16f7-28a5-49bd-9e05-fb3ef63d7997" providerId="ADAL" clId="{3604D2DB-B0B3-4E35-9EDA-42455EF74A6C}" dt="2023-06-08T12:23:21.670" v="5732" actId="1038"/>
          <ac:cxnSpMkLst>
            <pc:docMk/>
            <pc:sldMk cId="3993487916" sldId="853"/>
            <ac:cxnSpMk id="787" creationId="{24C27BFB-A6F1-F882-66D8-F2D4730E16C3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4" creationId="{7E9F129D-007E-5D7F-CAF7-14BE682AA6B2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5" creationId="{0356AF04-109F-573C-CB1B-417F8EE76A8E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6" creationId="{37AD25EF-4287-AFEF-74B6-391A96130B9B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7" creationId="{0C522AB1-7D73-E1D8-B49C-F11064E5F547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8" creationId="{964619D2-AA7F-2237-D993-D20626F858DC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9" creationId="{40DC7FC4-0C0C-AF80-EA9F-47AA7E4D2DB7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0" creationId="{BD56683B-DEBD-FB2B-229F-7B5E6B3A7D79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1" creationId="{9856A94B-EBD2-5E22-56C8-2EBD23FA5ADD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2" creationId="{6A109DFA-C8CF-59F9-0583-6ECA9FB339E1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3" creationId="{751A9FE5-10F9-2D81-B9DC-FEBFEB3B0CEE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4" creationId="{CF88FEC2-99BF-66B3-2897-2F0C40C27F8D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5" creationId="{43958413-2DDB-28FB-1A01-57DA6BA84AC8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3505962717" sldId="854"/>
        </pc:sldMkLst>
        <pc:spChg chg="mod">
          <ac:chgData name="이민재" userId="f97f16f7-28a5-49bd-9e05-fb3ef63d7997" providerId="ADAL" clId="{3604D2DB-B0B3-4E35-9EDA-42455EF74A6C}" dt="2023-06-14T02:03:58.543" v="13743" actId="1035"/>
          <ac:spMkLst>
            <pc:docMk/>
            <pc:sldMk cId="3505962717" sldId="854"/>
            <ac:spMk id="8" creationId="{BDCAE4CF-3035-D12A-384C-0CF223308FCA}"/>
          </ac:spMkLst>
        </pc:spChg>
        <pc:spChg chg="mod">
          <ac:chgData name="이민재" userId="f97f16f7-28a5-49bd-9e05-fb3ef63d7997" providerId="ADAL" clId="{3604D2DB-B0B3-4E35-9EDA-42455EF74A6C}" dt="2023-06-07T09:03:39.520" v="4167" actId="20577"/>
          <ac:spMkLst>
            <pc:docMk/>
            <pc:sldMk cId="3505962717" sldId="854"/>
            <ac:spMk id="12" creationId="{84AA12AD-A94A-2082-379F-72924D51660D}"/>
          </ac:spMkLst>
        </pc:spChg>
        <pc:spChg chg="mod">
          <ac:chgData name="이민재" userId="f97f16f7-28a5-49bd-9e05-fb3ef63d7997" providerId="ADAL" clId="{3604D2DB-B0B3-4E35-9EDA-42455EF74A6C}" dt="2023-06-07T09:03:36.896" v="4163" actId="20577"/>
          <ac:spMkLst>
            <pc:docMk/>
            <pc:sldMk cId="3505962717" sldId="854"/>
            <ac:spMk id="14" creationId="{7F1A875B-AB01-6DA5-DFFC-7523D18DD1CA}"/>
          </ac:spMkLst>
        </pc:spChg>
        <pc:spChg chg="add mod">
          <ac:chgData name="이민재" userId="f97f16f7-28a5-49bd-9e05-fb3ef63d7997" providerId="ADAL" clId="{3604D2DB-B0B3-4E35-9EDA-42455EF74A6C}" dt="2023-06-07T08:58:46.575" v="4087" actId="1038"/>
          <ac:spMkLst>
            <pc:docMk/>
            <pc:sldMk cId="3505962717" sldId="854"/>
            <ac:spMk id="15" creationId="{9E03EFF4-5A81-6443-87AD-C9EE68EF76F1}"/>
          </ac:spMkLst>
        </pc:spChg>
        <pc:spChg chg="mod">
          <ac:chgData name="이민재" userId="f97f16f7-28a5-49bd-9e05-fb3ef63d7997" providerId="ADAL" clId="{3604D2DB-B0B3-4E35-9EDA-42455EF74A6C}" dt="2023-06-07T08:58:33.376" v="4078" actId="20577"/>
          <ac:spMkLst>
            <pc:docMk/>
            <pc:sldMk cId="3505962717" sldId="854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8:58:31.104" v="4076" actId="20577"/>
          <ac:spMkLst>
            <pc:docMk/>
            <pc:sldMk cId="3505962717" sldId="854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8:58:35.657" v="4080" actId="20577"/>
          <ac:spMkLst>
            <pc:docMk/>
            <pc:sldMk cId="3505962717" sldId="854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4T02:03:59.652" v="13744" actId="1035"/>
          <ac:spMkLst>
            <pc:docMk/>
            <pc:sldMk cId="3505962717" sldId="854"/>
            <ac:spMk id="19" creationId="{125431BB-DB73-B501-1B05-2D4F5C17663A}"/>
          </ac:spMkLst>
        </pc:spChg>
        <pc:spChg chg="add mod">
          <ac:chgData name="이민재" userId="f97f16f7-28a5-49bd-9e05-fb3ef63d7997" providerId="ADAL" clId="{3604D2DB-B0B3-4E35-9EDA-42455EF74A6C}" dt="2023-06-07T09:00:58.216" v="4126" actId="1036"/>
          <ac:spMkLst>
            <pc:docMk/>
            <pc:sldMk cId="3505962717" sldId="854"/>
            <ac:spMk id="20" creationId="{4F53F685-B1E8-7420-BB35-DBF3A5DFDBBB}"/>
          </ac:spMkLst>
        </pc:spChg>
        <pc:spChg chg="add mod">
          <ac:chgData name="이민재" userId="f97f16f7-28a5-49bd-9e05-fb3ef63d7997" providerId="ADAL" clId="{3604D2DB-B0B3-4E35-9EDA-42455EF74A6C}" dt="2023-06-07T09:00:59.439" v="4127" actId="1036"/>
          <ac:spMkLst>
            <pc:docMk/>
            <pc:sldMk cId="3505962717" sldId="854"/>
            <ac:spMk id="21" creationId="{02E75275-FC20-F64C-FB95-B7D5B541FD75}"/>
          </ac:spMkLst>
        </pc:spChg>
        <pc:spChg chg="add mod">
          <ac:chgData name="이민재" userId="f97f16f7-28a5-49bd-9e05-fb3ef63d7997" providerId="ADAL" clId="{3604D2DB-B0B3-4E35-9EDA-42455EF74A6C}" dt="2023-06-07T09:01:33.541" v="4133" actId="1035"/>
          <ac:spMkLst>
            <pc:docMk/>
            <pc:sldMk cId="3505962717" sldId="854"/>
            <ac:spMk id="23" creationId="{230F1A3B-C1DD-36E2-2940-F19A135F5658}"/>
          </ac:spMkLst>
        </pc:spChg>
        <pc:spChg chg="add mod">
          <ac:chgData name="이민재" userId="f97f16f7-28a5-49bd-9e05-fb3ef63d7997" providerId="ADAL" clId="{3604D2DB-B0B3-4E35-9EDA-42455EF74A6C}" dt="2023-06-07T09:01:30.941" v="4131" actId="1036"/>
          <ac:spMkLst>
            <pc:docMk/>
            <pc:sldMk cId="3505962717" sldId="854"/>
            <ac:spMk id="24" creationId="{D763D795-60E1-A146-E327-6228CEBF855A}"/>
          </ac:spMkLst>
        </pc:spChg>
        <pc:spChg chg="add mod">
          <ac:chgData name="이민재" userId="f97f16f7-28a5-49bd-9e05-fb3ef63d7997" providerId="ADAL" clId="{3604D2DB-B0B3-4E35-9EDA-42455EF74A6C}" dt="2023-06-07T09:01:47.319" v="4138" actId="1038"/>
          <ac:spMkLst>
            <pc:docMk/>
            <pc:sldMk cId="3505962717" sldId="854"/>
            <ac:spMk id="26" creationId="{507DF1B8-4CB7-505A-BCA9-8A375A96F803}"/>
          </ac:spMkLst>
        </pc:spChg>
        <pc:spChg chg="add mod">
          <ac:chgData name="이민재" userId="f97f16f7-28a5-49bd-9e05-fb3ef63d7997" providerId="ADAL" clId="{3604D2DB-B0B3-4E35-9EDA-42455EF74A6C}" dt="2023-06-07T09:01:45.727" v="4137" actId="1038"/>
          <ac:spMkLst>
            <pc:docMk/>
            <pc:sldMk cId="3505962717" sldId="854"/>
            <ac:spMk id="27" creationId="{3415149E-C94F-2301-4946-997164BF49E0}"/>
          </ac:spMkLst>
        </pc:spChg>
        <pc:spChg chg="add mod">
          <ac:chgData name="이민재" userId="f97f16f7-28a5-49bd-9e05-fb3ef63d7997" providerId="ADAL" clId="{3604D2DB-B0B3-4E35-9EDA-42455EF74A6C}" dt="2023-06-07T09:02:00.354" v="4141" actId="1037"/>
          <ac:spMkLst>
            <pc:docMk/>
            <pc:sldMk cId="3505962717" sldId="854"/>
            <ac:spMk id="29" creationId="{F0B385DF-1508-4C6C-4716-2BBFC8ECD0D4}"/>
          </ac:spMkLst>
        </pc:spChg>
        <pc:spChg chg="add mod">
          <ac:chgData name="이민재" userId="f97f16f7-28a5-49bd-9e05-fb3ef63d7997" providerId="ADAL" clId="{3604D2DB-B0B3-4E35-9EDA-42455EF74A6C}" dt="2023-06-12T10:36:21.397" v="10379" actId="20577"/>
          <ac:spMkLst>
            <pc:docMk/>
            <pc:sldMk cId="3505962717" sldId="854"/>
            <ac:spMk id="30" creationId="{F6C7AC09-2821-5B8B-883A-9891F437E882}"/>
          </ac:spMkLst>
        </pc:spChg>
        <pc:spChg chg="mod">
          <ac:chgData name="이민재" userId="f97f16f7-28a5-49bd-9e05-fb3ef63d7997" providerId="ADAL" clId="{3604D2DB-B0B3-4E35-9EDA-42455EF74A6C}" dt="2023-06-12T11:48:27.317" v="12533" actId="20577"/>
          <ac:spMkLst>
            <pc:docMk/>
            <pc:sldMk cId="3505962717" sldId="854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07T09:03:32.089" v="4158" actId="478"/>
          <ac:spMkLst>
            <pc:docMk/>
            <pc:sldMk cId="3505962717" sldId="854"/>
            <ac:spMk id="56" creationId="{31606B12-15F4-FCBF-BED7-45BD22D38294}"/>
          </ac:spMkLst>
        </pc:spChg>
        <pc:spChg chg="add mod">
          <ac:chgData name="이민재" userId="f97f16f7-28a5-49bd-9e05-fb3ef63d7997" providerId="ADAL" clId="{3604D2DB-B0B3-4E35-9EDA-42455EF74A6C}" dt="2023-06-12T10:38:53.176" v="10391" actId="20577"/>
          <ac:spMkLst>
            <pc:docMk/>
            <pc:sldMk cId="3505962717" sldId="854"/>
            <ac:spMk id="56" creationId="{E5534F15-DF72-3C30-9BF2-C7A6F4827EEF}"/>
          </ac:spMkLst>
        </pc:spChg>
        <pc:spChg chg="del">
          <ac:chgData name="이민재" userId="f97f16f7-28a5-49bd-9e05-fb3ef63d7997" providerId="ADAL" clId="{3604D2DB-B0B3-4E35-9EDA-42455EF74A6C}" dt="2023-06-07T09:03:32.729" v="4159" actId="478"/>
          <ac:spMkLst>
            <pc:docMk/>
            <pc:sldMk cId="3505962717" sldId="854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14T02:04:03.295" v="13745" actId="1035"/>
          <ac:spMkLst>
            <pc:docMk/>
            <pc:sldMk cId="3505962717" sldId="854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05.432" v="13747" actId="1036"/>
          <ac:spMkLst>
            <pc:docMk/>
            <pc:sldMk cId="3505962717" sldId="854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04.471" v="13746" actId="1035"/>
          <ac:spMkLst>
            <pc:docMk/>
            <pc:sldMk cId="3505962717" sldId="854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16.155" v="10403" actId="20577"/>
          <ac:spMkLst>
            <pc:docMk/>
            <pc:sldMk cId="3505962717" sldId="854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12T11:46:45.008" v="12417"/>
          <ac:spMkLst>
            <pc:docMk/>
            <pc:sldMk cId="3505962717" sldId="854"/>
            <ac:spMk id="261" creationId="{B110D163-79D6-153F-987F-9620F712E254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5" creationId="{58092F17-B82C-02F2-972B-B3D3C169B130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6" creationId="{CE50479D-7E14-0567-8AA6-D301570F88D9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7" creationId="{4627CF1F-8A3D-2ED6-6293-C17D9041AC50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8" creationId="{C1E3FDDB-81C7-0FFC-A37D-0BD9550A52D6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9" creationId="{B509572C-9813-A7F6-3320-37F236FC754E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0" creationId="{1DA2F370-24BC-16C2-795F-C34CDFF02F66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1" creationId="{31519A70-6033-32B7-040A-D73DFCDF3D89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2" creationId="{D862F668-EC78-BEDF-EBB7-31669DB7F397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3" creationId="{12055240-DE77-7023-2E83-1B5D0844FCAA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4" creationId="{6C34FC16-20D0-B27F-A6FB-A46FA3452F98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5" creationId="{33CD50C3-4C31-3226-93AD-25906C8D3852}"/>
          </ac:spMkLst>
        </pc:spChg>
        <pc:spChg chg="del">
          <ac:chgData name="이민재" userId="f97f16f7-28a5-49bd-9e05-fb3ef63d7997" providerId="ADAL" clId="{3604D2DB-B0B3-4E35-9EDA-42455EF74A6C}" dt="2023-06-07T09:03:14.438" v="4150" actId="478"/>
          <ac:spMkLst>
            <pc:docMk/>
            <pc:sldMk cId="3505962717" sldId="854"/>
            <ac:spMk id="719" creationId="{8A7D4080-9AA6-812D-12F9-BDEA1F760011}"/>
          </ac:spMkLst>
        </pc:spChg>
        <pc:spChg chg="del">
          <ac:chgData name="이민재" userId="f97f16f7-28a5-49bd-9e05-fb3ef63d7997" providerId="ADAL" clId="{3604D2DB-B0B3-4E35-9EDA-42455EF74A6C}" dt="2023-06-07T09:03:14.982" v="4151" actId="478"/>
          <ac:spMkLst>
            <pc:docMk/>
            <pc:sldMk cId="3505962717" sldId="854"/>
            <ac:spMk id="720" creationId="{57C2253A-E8FF-B7A7-D739-7372D9F3FDF1}"/>
          </ac:spMkLst>
        </pc:spChg>
        <pc:spChg chg="del mod">
          <ac:chgData name="이민재" userId="f97f16f7-28a5-49bd-9e05-fb3ef63d7997" providerId="ADAL" clId="{3604D2DB-B0B3-4E35-9EDA-42455EF74A6C}" dt="2023-06-07T09:03:15.791" v="4152" actId="478"/>
          <ac:spMkLst>
            <pc:docMk/>
            <pc:sldMk cId="3505962717" sldId="854"/>
            <ac:spMk id="721" creationId="{DAC7A15A-9C0A-B8FB-D13B-E7235499BF61}"/>
          </ac:spMkLst>
        </pc:spChg>
        <pc:spChg chg="del">
          <ac:chgData name="이민재" userId="f97f16f7-28a5-49bd-9e05-fb3ef63d7997" providerId="ADAL" clId="{3604D2DB-B0B3-4E35-9EDA-42455EF74A6C}" dt="2023-06-07T09:03:16.416" v="4153" actId="478"/>
          <ac:spMkLst>
            <pc:docMk/>
            <pc:sldMk cId="3505962717" sldId="854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58:44.012" v="4084" actId="1076"/>
          <ac:spMkLst>
            <pc:docMk/>
            <pc:sldMk cId="3505962717" sldId="854"/>
            <ac:spMk id="772" creationId="{C7E0DF9F-2888-2897-F6E3-E4223817E7E6}"/>
          </ac:spMkLst>
        </pc:spChg>
        <pc:spChg chg="del">
          <ac:chgData name="이민재" userId="f97f16f7-28a5-49bd-9e05-fb3ef63d7997" providerId="ADAL" clId="{3604D2DB-B0B3-4E35-9EDA-42455EF74A6C}" dt="2023-06-07T09:03:27.920" v="4156" actId="478"/>
          <ac:spMkLst>
            <pc:docMk/>
            <pc:sldMk cId="3505962717" sldId="854"/>
            <ac:spMk id="789" creationId="{71FB1843-C8C6-E6BB-E022-DB95DCACCD12}"/>
          </ac:spMkLst>
        </pc:spChg>
        <pc:spChg chg="del mod">
          <ac:chgData name="이민재" userId="f97f16f7-28a5-49bd-9e05-fb3ef63d7997" providerId="ADAL" clId="{3604D2DB-B0B3-4E35-9EDA-42455EF74A6C}" dt="2023-06-07T09:03:28.505" v="4157" actId="478"/>
          <ac:spMkLst>
            <pc:docMk/>
            <pc:sldMk cId="3505962717" sldId="854"/>
            <ac:spMk id="790" creationId="{FA810792-52D2-5037-104F-E4804D0556D0}"/>
          </ac:spMkLst>
        </pc:spChg>
        <pc:spChg chg="del">
          <ac:chgData name="이민재" userId="f97f16f7-28a5-49bd-9e05-fb3ef63d7997" providerId="ADAL" clId="{3604D2DB-B0B3-4E35-9EDA-42455EF74A6C}" dt="2023-06-07T09:03:26.952" v="4155" actId="478"/>
          <ac:spMkLst>
            <pc:docMk/>
            <pc:sldMk cId="3505962717" sldId="854"/>
            <ac:spMk id="791" creationId="{FB8CBF99-8F98-7360-E7BB-84EA36D466E8}"/>
          </ac:spMkLst>
        </pc:spChg>
        <pc:spChg chg="del">
          <ac:chgData name="이민재" userId="f97f16f7-28a5-49bd-9e05-fb3ef63d7997" providerId="ADAL" clId="{3604D2DB-B0B3-4E35-9EDA-42455EF74A6C}" dt="2023-06-07T09:03:26.368" v="4154" actId="478"/>
          <ac:spMkLst>
            <pc:docMk/>
            <pc:sldMk cId="3505962717" sldId="854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2T11:48:29.014" v="12535" actId="20577"/>
          <ac:spMkLst>
            <pc:docMk/>
            <pc:sldMk cId="3505962717" sldId="854"/>
            <ac:spMk id="793" creationId="{4B608BA3-09A9-7AF5-D2B7-984EC86D64A9}"/>
          </ac:spMkLst>
        </pc:spChg>
        <pc:grpChg chg="add del mod">
          <ac:chgData name="이민재" userId="f97f16f7-28a5-49bd-9e05-fb3ef63d7997" providerId="ADAL" clId="{3604D2DB-B0B3-4E35-9EDA-42455EF74A6C}" dt="2023-06-12T11:46:52.664" v="12419" actId="478"/>
          <ac:grpSpMkLst>
            <pc:docMk/>
            <pc:sldMk cId="3505962717" sldId="854"/>
            <ac:grpSpMk id="57" creationId="{B0E7CACB-4F1D-DA2B-A015-54646A5BE9C4}"/>
          </ac:grpSpMkLst>
        </pc:grp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2" creationId="{31DA8F1A-327E-9FC3-FBA7-E901FEF1FEDD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3" creationId="{5D9FD86B-3160-520D-C6F2-532697CB04CF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4" creationId="{FFF51811-C289-EB8D-617A-394B48F12202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5" creationId="{8B1F453C-F663-46A4-2943-74C016A8C7DE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6" creationId="{A26C47E3-5FC9-3DFD-7E6F-BB1C9F15A4A1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7" creationId="{4B625952-0D1D-6919-F145-551CDDD34CBC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8" creationId="{120BF9D4-8579-7928-D288-27C0EC729098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9" creationId="{057E05F3-D185-1AA0-5194-272671A407E5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0" creationId="{7B8B73C9-8A50-00E3-5A89-3957236A7BF6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1" creationId="{913B765F-62A4-1DCF-098C-E0FF63DB37AE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2" creationId="{72DDC8AC-11C7-B876-029A-C1DD83C9D0F2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3" creationId="{A45C90A5-FE9E-E5EE-9C09-DB1D9BFA25E7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4" creationId="{FA5DAFEC-1ED6-C94A-1771-750A29D2F172}"/>
          </ac:cxnSpMkLst>
        </pc:cxnChg>
      </pc:sldChg>
      <pc:sldChg chg="add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2316763930" sldId="855"/>
        </pc:sldMkLst>
        <pc:spChg chg="mod">
          <ac:chgData name="이민재" userId="f97f16f7-28a5-49bd-9e05-fb3ef63d7997" providerId="ADAL" clId="{3604D2DB-B0B3-4E35-9EDA-42455EF74A6C}" dt="2023-06-07T09:04:20.605" v="4219" actId="20577"/>
          <ac:spMkLst>
            <pc:docMk/>
            <pc:sldMk cId="2316763930" sldId="855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9:04:24.045" v="4225" actId="20577"/>
          <ac:spMkLst>
            <pc:docMk/>
            <pc:sldMk cId="2316763930" sldId="855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9:04:25.661" v="4227" actId="20577"/>
          <ac:spMkLst>
            <pc:docMk/>
            <pc:sldMk cId="2316763930" sldId="855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6:28.302" v="10382" actId="20577"/>
          <ac:spMkLst>
            <pc:docMk/>
            <pc:sldMk cId="2316763930" sldId="855"/>
            <ac:spMk id="30" creationId="{05F7C6B3-5F0E-50BB-6BF0-833813C7515B}"/>
          </ac:spMkLst>
        </pc:spChg>
        <pc:spChg chg="mod">
          <ac:chgData name="이민재" userId="f97f16f7-28a5-49bd-9e05-fb3ef63d7997" providerId="ADAL" clId="{3604D2DB-B0B3-4E35-9EDA-42455EF74A6C}" dt="2023-06-12T11:48:31.630" v="12537" actId="20577"/>
          <ac:spMkLst>
            <pc:docMk/>
            <pc:sldMk cId="2316763930" sldId="855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12T10:38:56.617" v="10394" actId="20577"/>
          <ac:spMkLst>
            <pc:docMk/>
            <pc:sldMk cId="2316763930" sldId="855"/>
            <ac:spMk id="56" creationId="{50332416-77EC-CD6F-FAFB-F5301F5A709C}"/>
          </ac:spMkLst>
        </pc:spChg>
        <pc:spChg chg="mod">
          <ac:chgData name="이민재" userId="f97f16f7-28a5-49bd-9e05-fb3ef63d7997" providerId="ADAL" clId="{3604D2DB-B0B3-4E35-9EDA-42455EF74A6C}" dt="2023-06-14T02:04:14.472" v="13752" actId="1035"/>
          <ac:spMkLst>
            <pc:docMk/>
            <pc:sldMk cId="2316763930" sldId="855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15.280" v="13753" actId="1036"/>
          <ac:spMkLst>
            <pc:docMk/>
            <pc:sldMk cId="2316763930" sldId="855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15.681" v="13754" actId="1035"/>
          <ac:spMkLst>
            <pc:docMk/>
            <pc:sldMk cId="2316763930" sldId="855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25.380" v="10406" actId="20577"/>
          <ac:spMkLst>
            <pc:docMk/>
            <pc:sldMk cId="2316763930" sldId="855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12T11:48:33.382" v="12539" actId="20577"/>
          <ac:spMkLst>
            <pc:docMk/>
            <pc:sldMk cId="2316763930" sldId="855"/>
            <ac:spMk id="793" creationId="{4B608BA3-09A9-7AF5-D2B7-984EC86D64A9}"/>
          </ac:spMkLst>
        </pc:spChg>
        <pc:cxnChg chg="mod">
          <ac:chgData name="이민재" userId="f97f16f7-28a5-49bd-9e05-fb3ef63d7997" providerId="ADAL" clId="{3604D2DB-B0B3-4E35-9EDA-42455EF74A6C}" dt="2023-06-07T09:04:18.247" v="4217" actId="14100"/>
          <ac:cxnSpMkLst>
            <pc:docMk/>
            <pc:sldMk cId="2316763930" sldId="855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9:04:16.394" v="4216" actId="14100"/>
          <ac:cxnSpMkLst>
            <pc:docMk/>
            <pc:sldMk cId="2316763930" sldId="855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9:04:13.721" v="4215" actId="14100"/>
          <ac:cxnSpMkLst>
            <pc:docMk/>
            <pc:sldMk cId="2316763930" sldId="855"/>
            <ac:cxnSpMk id="28" creationId="{DE7523CC-0BD2-8691-D3BA-BA5B26660CB7}"/>
          </ac:cxnSpMkLst>
        </pc:cxnChg>
      </pc:sldChg>
      <pc:sldChg chg="addSp delSp modSp new mod">
        <pc:chgData name="이민재" userId="f97f16f7-28a5-49bd-9e05-fb3ef63d7997" providerId="ADAL" clId="{3604D2DB-B0B3-4E35-9EDA-42455EF74A6C}" dt="2023-06-14T10:53:04.468" v="18027" actId="1076"/>
        <pc:sldMkLst>
          <pc:docMk/>
          <pc:sldMk cId="4151435573" sldId="856"/>
        </pc:sldMkLst>
        <pc:spChg chg="mod">
          <ac:chgData name="이민재" userId="f97f16f7-28a5-49bd-9e05-fb3ef63d7997" providerId="ADAL" clId="{3604D2DB-B0B3-4E35-9EDA-42455EF74A6C}" dt="2023-06-08T12:45:46.190" v="6070" actId="1076"/>
          <ac:spMkLst>
            <pc:docMk/>
            <pc:sldMk cId="4151435573" sldId="856"/>
            <ac:spMk id="2" creationId="{83A9AF92-944B-68D5-B731-62FF5D1E7FA8}"/>
          </ac:spMkLst>
        </pc:spChg>
        <pc:spChg chg="mod">
          <ac:chgData name="이민재" userId="f97f16f7-28a5-49bd-9e05-fb3ef63d7997" providerId="ADAL" clId="{3604D2DB-B0B3-4E35-9EDA-42455EF74A6C}" dt="2023-06-08T12:42:22.660" v="6015" actId="1076"/>
          <ac:spMkLst>
            <pc:docMk/>
            <pc:sldMk cId="4151435573" sldId="856"/>
            <ac:spMk id="3" creationId="{80CCE4FD-98CF-2043-B27B-C990F23F7F3A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5" creationId="{87E2C612-D03C-3D71-3246-C16F00F9CA8C}"/>
          </ac:spMkLst>
        </pc:spChg>
        <pc:spChg chg="add mod">
          <ac:chgData name="이민재" userId="f97f16f7-28a5-49bd-9e05-fb3ef63d7997" providerId="ADAL" clId="{3604D2DB-B0B3-4E35-9EDA-42455EF74A6C}" dt="2023-06-14T09:21:04.279" v="17108" actId="1076"/>
          <ac:spMkLst>
            <pc:docMk/>
            <pc:sldMk cId="4151435573" sldId="856"/>
            <ac:spMk id="5" creationId="{F0DFFAAF-0372-C6BA-A804-CEBAC889F31D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8" creationId="{82F9D5BC-C6ED-A7BA-B7BF-F4D4B6A1DBBF}"/>
          </ac:spMkLst>
        </pc:spChg>
        <pc:spChg chg="add mod">
          <ac:chgData name="이민재" userId="f97f16f7-28a5-49bd-9e05-fb3ef63d7997" providerId="ADAL" clId="{3604D2DB-B0B3-4E35-9EDA-42455EF74A6C}" dt="2023-06-14T09:20:59.063" v="17107" actId="14100"/>
          <ac:spMkLst>
            <pc:docMk/>
            <pc:sldMk cId="4151435573" sldId="856"/>
            <ac:spMk id="8" creationId="{DD0EF3FE-8277-0168-8FE2-499B3E1E8659}"/>
          </ac:spMkLst>
        </pc:spChg>
        <pc:spChg chg="add del mod">
          <ac:chgData name="이민재" userId="f97f16f7-28a5-49bd-9e05-fb3ef63d7997" providerId="ADAL" clId="{3604D2DB-B0B3-4E35-9EDA-42455EF74A6C}" dt="2023-06-08T12:18:14.076" v="5564" actId="478"/>
          <ac:spMkLst>
            <pc:docMk/>
            <pc:sldMk cId="4151435573" sldId="856"/>
            <ac:spMk id="8" creationId="{EBEEC8CB-49A4-1D49-AF7D-37A8056ECC8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7" creationId="{9B8DDFCA-E0E2-1D20-5143-3ED546C83B88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32" creationId="{7EBB7F2F-F222-BFBF-201C-0BC0BCDECB4D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47" creationId="{0A13EF8E-A0BE-A745-E3B7-C40A6DF600FB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62" creationId="{6FD9CCB0-5810-14A9-05AD-38A0BA0CD510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77" creationId="{15A44E6E-840B-CD7F-D810-993858CC109D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92" creationId="{F78ADB90-DA82-3D39-607E-DA9F5E9D0347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07" creationId="{48E24DAD-3ADD-26AD-EE46-674DD6CC2303}"/>
          </ac:spMkLst>
        </pc:spChg>
        <pc:spChg chg="add mod">
          <ac:chgData name="이민재" userId="f97f16f7-28a5-49bd-9e05-fb3ef63d7997" providerId="ADAL" clId="{3604D2DB-B0B3-4E35-9EDA-42455EF74A6C}" dt="2023-06-14T02:04:48.138" v="13756" actId="1035"/>
          <ac:spMkLst>
            <pc:docMk/>
            <pc:sldMk cId="4151435573" sldId="856"/>
            <ac:spMk id="121" creationId="{8426CD5F-890C-68CB-CCEF-D9A06F24AFEF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22" creationId="{21BD95D8-C94F-F871-6A33-2BE2A3B127D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24" creationId="{613E2625-35CD-F681-BC2B-7581A9F50ADC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39" creationId="{5EDA12D7-4873-FEBC-DA14-B7694878A1B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54" creationId="{46C74D52-019A-44D4-4329-BEF502CD0D2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68" creationId="{575BF479-8593-1CC4-DDB7-33198D9E281A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69" creationId="{F9DAE37E-76F1-DEBA-FA40-77E294E8B336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70" creationId="{5F004D4F-0031-44E7-1DCB-F0CADF576A50}"/>
          </ac:spMkLst>
        </pc:spChg>
        <pc:spChg chg="add mod">
          <ac:chgData name="이민재" userId="f97f16f7-28a5-49bd-9e05-fb3ef63d7997" providerId="ADAL" clId="{3604D2DB-B0B3-4E35-9EDA-42455EF74A6C}" dt="2023-06-14T02:04:44.921" v="13755" actId="1037"/>
          <ac:spMkLst>
            <pc:docMk/>
            <pc:sldMk cId="4151435573" sldId="856"/>
            <ac:spMk id="171" creationId="{6A6D54D6-9E7F-3295-7BF9-98CD4832DA25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73" creationId="{8216965B-9633-A9E9-1213-31C1BEE012A4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88" creationId="{DA75674C-E11B-F0F1-E2DC-456CE5EC0C77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03" creationId="{C687FE4C-8DC6-DC1D-B32B-052ED1AAD7C3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18" creationId="{1C2DE782-7A5A-5481-EFD7-054B313809E1}"/>
          </ac:spMkLst>
        </pc:spChg>
        <pc:spChg chg="add mod">
          <ac:chgData name="이민재" userId="f97f16f7-28a5-49bd-9e05-fb3ef63d7997" providerId="ADAL" clId="{3604D2DB-B0B3-4E35-9EDA-42455EF74A6C}" dt="2023-06-14T02:04:52.515" v="13757" actId="1035"/>
          <ac:spMkLst>
            <pc:docMk/>
            <pc:sldMk cId="4151435573" sldId="856"/>
            <ac:spMk id="232" creationId="{86B1A2F6-F6D0-4C91-290A-DFADC30A2E5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33" creationId="{AFA6992D-8A55-41A0-B00F-4BCDF446E472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35" creationId="{20BDBEAF-3F5D-A3F8-56AD-9EF87CBF90F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49" creationId="{933C0DC0-F974-F624-8F26-573F7F50E2E8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50" creationId="{E53EBAED-BDA7-EB63-19B0-2FE85D358F92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52" creationId="{7454918F-B284-DDAB-EEFF-2E3D2C14617B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67" creationId="{21F797DC-EED1-4EA7-DA21-999CAAEE4066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82" creationId="{CEDE0A37-5026-65BC-C46D-E752E6DC405E}"/>
          </ac:spMkLst>
        </pc:spChg>
        <pc:spChg chg="add del mod">
          <ac:chgData name="이민재" userId="f97f16f7-28a5-49bd-9e05-fb3ef63d7997" providerId="ADAL" clId="{3604D2DB-B0B3-4E35-9EDA-42455EF74A6C}" dt="2023-06-14T10:47:10.735" v="17909" actId="478"/>
          <ac:spMkLst>
            <pc:docMk/>
            <pc:sldMk cId="4151435573" sldId="856"/>
            <ac:spMk id="296" creationId="{2842DFF4-D8B6-76BA-464C-45EB200FD079}"/>
          </ac:spMkLst>
        </pc:spChg>
        <pc:spChg chg="add del mod">
          <ac:chgData name="이민재" userId="f97f16f7-28a5-49bd-9e05-fb3ef63d7997" providerId="ADAL" clId="{3604D2DB-B0B3-4E35-9EDA-42455EF74A6C}" dt="2023-06-14T10:47:09.582" v="17908" actId="478"/>
          <ac:spMkLst>
            <pc:docMk/>
            <pc:sldMk cId="4151435573" sldId="856"/>
            <ac:spMk id="297" creationId="{EDC9608C-1E83-1B45-2102-A348125F9A37}"/>
          </ac:spMkLst>
        </pc:spChg>
        <pc:spChg chg="add del mod">
          <ac:chgData name="이민재" userId="f97f16f7-28a5-49bd-9e05-fb3ef63d7997" providerId="ADAL" clId="{3604D2DB-B0B3-4E35-9EDA-42455EF74A6C}" dt="2023-06-14T10:47:11.568" v="17910" actId="478"/>
          <ac:spMkLst>
            <pc:docMk/>
            <pc:sldMk cId="4151435573" sldId="856"/>
            <ac:spMk id="298" creationId="{CD4B20EF-77B6-2696-C39C-42C5970EA92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99" creationId="{21C1419D-0203-FB50-C18B-43CF094C3D85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0" creationId="{6555F149-9F63-5474-EE24-7C0B3C1AD8F2}"/>
          </ac:spMkLst>
        </pc:spChg>
        <pc:spChg chg="add mod">
          <ac:chgData name="이민재" userId="f97f16f7-28a5-49bd-9e05-fb3ef63d7997" providerId="ADAL" clId="{3604D2DB-B0B3-4E35-9EDA-42455EF74A6C}" dt="2023-06-12T10:33:19.943" v="10370" actId="1076"/>
          <ac:spMkLst>
            <pc:docMk/>
            <pc:sldMk cId="4151435573" sldId="856"/>
            <ac:spMk id="301" creationId="{85821A9B-D595-4F79-FC0A-65703E47656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2" creationId="{9665D721-7802-4C78-A7A2-062F3F237AE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3" creationId="{B3AA0996-6741-4C63-F84D-FCEC9320C746}"/>
          </ac:spMkLst>
        </pc:spChg>
        <pc:spChg chg="add mod">
          <ac:chgData name="이민재" userId="f97f16f7-28a5-49bd-9e05-fb3ef63d7997" providerId="ADAL" clId="{3604D2DB-B0B3-4E35-9EDA-42455EF74A6C}" dt="2023-06-14T09:21:15.722" v="17115" actId="20577"/>
          <ac:spMkLst>
            <pc:docMk/>
            <pc:sldMk cId="4151435573" sldId="856"/>
            <ac:spMk id="316" creationId="{8F097631-A571-DAFC-C108-FF383E3F03A1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316" creationId="{D57EC06F-9663-34C3-1408-B1520E6EDB81}"/>
          </ac:spMkLst>
        </pc:spChg>
        <pc:spChg chg="add mod">
          <ac:chgData name="이민재" userId="f97f16f7-28a5-49bd-9e05-fb3ef63d7997" providerId="ADAL" clId="{3604D2DB-B0B3-4E35-9EDA-42455EF74A6C}" dt="2023-06-12T10:33:49.568" v="10376" actId="1076"/>
          <ac:spMkLst>
            <pc:docMk/>
            <pc:sldMk cId="4151435573" sldId="856"/>
            <ac:spMk id="317" creationId="{F0876D1C-C907-2F65-0FE4-D07F285D974A}"/>
          </ac:spMkLst>
        </pc:spChg>
        <pc:spChg chg="add mod">
          <ac:chgData name="이민재" userId="f97f16f7-28a5-49bd-9e05-fb3ef63d7997" providerId="ADAL" clId="{3604D2DB-B0B3-4E35-9EDA-42455EF74A6C}" dt="2023-06-12T10:33:40.573" v="10375" actId="1036"/>
          <ac:spMkLst>
            <pc:docMk/>
            <pc:sldMk cId="4151435573" sldId="856"/>
            <ac:spMk id="318" creationId="{E6D45128-E6C7-1F04-627E-7856B7F4C314}"/>
          </ac:spMkLst>
        </pc:spChg>
        <pc:spChg chg="add mod">
          <ac:chgData name="이민재" userId="f97f16f7-28a5-49bd-9e05-fb3ef63d7997" providerId="ADAL" clId="{3604D2DB-B0B3-4E35-9EDA-42455EF74A6C}" dt="2023-06-12T10:34:01.580" v="10377" actId="1076"/>
          <ac:spMkLst>
            <pc:docMk/>
            <pc:sldMk cId="4151435573" sldId="856"/>
            <ac:spMk id="329" creationId="{06032767-6E42-7F52-C6D5-CCCC18972DF7}"/>
          </ac:spMkLst>
        </pc:spChg>
        <pc:spChg chg="add mod">
          <ac:chgData name="이민재" userId="f97f16f7-28a5-49bd-9e05-fb3ef63d7997" providerId="ADAL" clId="{3604D2DB-B0B3-4E35-9EDA-42455EF74A6C}" dt="2023-06-14T09:21:35.460" v="17122" actId="20577"/>
          <ac:spMkLst>
            <pc:docMk/>
            <pc:sldMk cId="4151435573" sldId="856"/>
            <ac:spMk id="330" creationId="{17BA8A73-26DA-13E3-84D1-239307E9C45B}"/>
          </ac:spMkLst>
        </pc:spChg>
        <pc:spChg chg="add mod">
          <ac:chgData name="이민재" userId="f97f16f7-28a5-49bd-9e05-fb3ef63d7997" providerId="ADAL" clId="{3604D2DB-B0B3-4E35-9EDA-42455EF74A6C}" dt="2023-06-14T09:21:37.252" v="17124" actId="20577"/>
          <ac:spMkLst>
            <pc:docMk/>
            <pc:sldMk cId="4151435573" sldId="856"/>
            <ac:spMk id="331" creationId="{6E46219F-0BF5-AE3A-1BEE-D0CF2F369599}"/>
          </ac:spMkLst>
        </pc:spChg>
        <pc:spChg chg="add mod">
          <ac:chgData name="이민재" userId="f97f16f7-28a5-49bd-9e05-fb3ef63d7997" providerId="ADAL" clId="{3604D2DB-B0B3-4E35-9EDA-42455EF74A6C}" dt="2023-06-14T09:21:39.189" v="17126" actId="20577"/>
          <ac:spMkLst>
            <pc:docMk/>
            <pc:sldMk cId="4151435573" sldId="856"/>
            <ac:spMk id="332" creationId="{44CC4F2F-3CC7-B926-3D67-CC7A89B46789}"/>
          </ac:spMkLst>
        </pc:spChg>
        <pc:spChg chg="add mod">
          <ac:chgData name="이민재" userId="f97f16f7-28a5-49bd-9e05-fb3ef63d7997" providerId="ADAL" clId="{3604D2DB-B0B3-4E35-9EDA-42455EF74A6C}" dt="2023-06-14T09:22:26.738" v="17138" actId="20577"/>
          <ac:spMkLst>
            <pc:docMk/>
            <pc:sldMk cId="4151435573" sldId="856"/>
            <ac:spMk id="336" creationId="{29994AF6-28CD-DDEE-F94E-F9728A4AE6A0}"/>
          </ac:spMkLst>
        </pc:spChg>
        <pc:spChg chg="add mod">
          <ac:chgData name="이민재" userId="f97f16f7-28a5-49bd-9e05-fb3ef63d7997" providerId="ADAL" clId="{3604D2DB-B0B3-4E35-9EDA-42455EF74A6C}" dt="2023-06-14T09:22:30.547" v="17140" actId="20577"/>
          <ac:spMkLst>
            <pc:docMk/>
            <pc:sldMk cId="4151435573" sldId="856"/>
            <ac:spMk id="337" creationId="{03677373-31DF-5AAD-4D20-0DBFC7B8686E}"/>
          </ac:spMkLst>
        </pc:spChg>
        <pc:spChg chg="add mod">
          <ac:chgData name="이민재" userId="f97f16f7-28a5-49bd-9e05-fb3ef63d7997" providerId="ADAL" clId="{3604D2DB-B0B3-4E35-9EDA-42455EF74A6C}" dt="2023-06-14T09:22:32.283" v="17142" actId="20577"/>
          <ac:spMkLst>
            <pc:docMk/>
            <pc:sldMk cId="4151435573" sldId="856"/>
            <ac:spMk id="338" creationId="{E84A1334-02B3-15DD-F091-584DD54FA313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39" creationId="{D4BBE02E-DBB2-A8F7-D90F-C8B2123B315D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40" creationId="{8CE5A14B-035A-A5C1-C742-49C90E8BC1F3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41" creationId="{32A3D934-1E76-767A-CBD4-4E196C7395FB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2" creationId="{071B0757-D1D2-50FD-F1C6-B0DDE4F857C7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3" creationId="{8579DC27-AFE8-3F80-6768-5BF590BE8650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4" creationId="{E46D7DF8-C5B7-909A-19D2-909F3DBE65D6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45" creationId="{D1C8D87E-AE26-2E03-58E8-528897FD4FE9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46" creationId="{F7D9A445-EA15-5B82-784F-AC528D28740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7" creationId="{96E97DBD-359F-5F35-FDE7-AAABE033F4C9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8" creationId="{24D87C47-393B-3FD6-A22D-B6334176AAF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9" creationId="{E64B0C67-8519-8BDC-A182-46E82A8C377B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0" creationId="{0F87FF1C-5EEB-8DA9-5988-B144000C4056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1" creationId="{FD31DED0-18CA-613D-F5D1-333BF566BC9D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2" creationId="{52F75E6B-C0E9-88FF-6030-24A205E412F0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53" creationId="{0DC52BED-D351-B12A-84D4-A2FA8A4F936E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3" creationId="{7C86F0E4-7DF2-7E74-AF0B-1E9FBD963251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4" creationId="{29912EA7-9E93-A7FE-872C-5E17CBA2D746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54" creationId="{4330432F-DA36-4AEF-0BAB-0C4979DD0111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5" creationId="{36A416CA-C0F9-7DCB-7AD6-54A0C47C71BC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55" creationId="{5A7098BE-1C5E-5D5D-8F46-18674645693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6" creationId="{2907E0ED-488F-4F54-F9DA-FCDDFD48B7C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7" creationId="{2BEB1956-4CE6-B940-D37E-37E6C8EBFC3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8" creationId="{635FDA0E-DDBB-7415-48F0-A3E0A4B7417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9" creationId="{60853DA1-B637-CA6E-6147-5A3E172F868E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0" creationId="{6C15297B-070B-9239-759F-5BF600D7F897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1" creationId="{C265A06D-5C45-B7EE-437E-676A5BA259AC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2" creationId="{31D3A8D3-1926-D149-7583-1B9C03ECF6B7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3" creationId="{C1904B99-0E7C-425D-DBEA-DBC46B47534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4" creationId="{54E4009B-14DB-7310-0450-96670C2E855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5" creationId="{7677F158-86BA-6B64-E4F2-2F4AE2B20B7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6" creationId="{373A3312-2144-249B-86A8-E84E1326F8FE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7" creationId="{95E52235-0B8C-01A9-2FD2-247ACBEA918B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8" creationId="{6A38B9D5-A2CB-C6D8-858E-96EA9FD5F6E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9" creationId="{B757A61C-82AD-0642-532B-5EC64D1291B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0" creationId="{59E02580-C6D7-AD37-A63A-2FC40010116C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1" creationId="{1F7EBF79-4D41-698B-E01F-C62435F93C7D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2" creationId="{787138C5-E0F0-5459-E4C9-16C6064C1E84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3" creationId="{7CBB5AB9-E1E0-5A84-EC26-48A67C18FC04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4" creationId="{F78CF25F-9E87-A81E-5A93-89DB92A61B1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5" creationId="{445EF609-9F59-9380-726A-F5D06620991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6" creationId="{992D7862-08E1-9EEB-7321-CCCE111825B1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77" creationId="{1C7EE4EE-9BE1-CEB0-CC90-15F56A0666A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79" creationId="{AFB4A890-98DE-9D5F-AB6F-8353F32E37B2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1" creationId="{A13DE3EE-43E0-D619-49C4-EC098589899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2" creationId="{22CFC949-EA19-E83E-FF5E-9519A32182CD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4" creationId="{D72E2CF7-6CC1-92DD-B32D-A7EFB7E5550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5" creationId="{52DCCB09-0E9C-1EA7-A8B5-0EFD3165DAA9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6" creationId="{9DFCC7EA-F268-2743-6E81-732D9A399485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0" creationId="{88871309-0671-89C9-2704-F8690C6D29D5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1" creationId="{9CDBA5D9-53EA-A308-6FC7-3DEA294EDF0F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2" creationId="{E9EEC769-41DB-215C-0841-538B68642CAF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3" creationId="{1627ECF1-9485-D9C7-C657-0A8CD1CEF20B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4" creationId="{F7080634-ABD0-9662-8EE6-3D29CDE82694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5" creationId="{B05447C1-DA62-DBEA-2EB2-46EF22DE5733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6" creationId="{6A83C7A3-2FA0-DB77-9ED0-D8437E916764}"/>
          </ac:spMkLst>
        </pc:spChg>
        <pc:spChg chg="add mod">
          <ac:chgData name="이민재" userId="f97f16f7-28a5-49bd-9e05-fb3ef63d7997" providerId="ADAL" clId="{3604D2DB-B0B3-4E35-9EDA-42455EF74A6C}" dt="2023-06-08T12:48:19.524" v="6311" actId="1076"/>
          <ac:spMkLst>
            <pc:docMk/>
            <pc:sldMk cId="4151435573" sldId="856"/>
            <ac:spMk id="397" creationId="{D33C976D-FA13-0874-E66E-E24E43AB0FF8}"/>
          </ac:spMkLst>
        </pc:spChg>
        <pc:spChg chg="add mod">
          <ac:chgData name="이민재" userId="f97f16f7-28a5-49bd-9e05-fb3ef63d7997" providerId="ADAL" clId="{3604D2DB-B0B3-4E35-9EDA-42455EF74A6C}" dt="2023-06-08T13:47:34.644" v="6953" actId="1076"/>
          <ac:spMkLst>
            <pc:docMk/>
            <pc:sldMk cId="4151435573" sldId="856"/>
            <ac:spMk id="398" creationId="{4D8FFB79-8787-3140-6D8F-ECDCE977EC08}"/>
          </ac:spMkLst>
        </pc:spChg>
        <pc:spChg chg="add mod">
          <ac:chgData name="이민재" userId="f97f16f7-28a5-49bd-9e05-fb3ef63d7997" providerId="ADAL" clId="{3604D2DB-B0B3-4E35-9EDA-42455EF74A6C}" dt="2023-06-08T13:47:48.607" v="6966" actId="20577"/>
          <ac:spMkLst>
            <pc:docMk/>
            <pc:sldMk cId="4151435573" sldId="856"/>
            <ac:spMk id="399" creationId="{EC37E712-3E7F-3CED-4A04-DFFFC99A239B}"/>
          </ac:spMkLst>
        </pc:spChg>
        <pc:spChg chg="add mod">
          <ac:chgData name="이민재" userId="f97f16f7-28a5-49bd-9e05-fb3ef63d7997" providerId="ADAL" clId="{3604D2DB-B0B3-4E35-9EDA-42455EF74A6C}" dt="2023-06-08T13:47:57.874" v="6975" actId="20577"/>
          <ac:spMkLst>
            <pc:docMk/>
            <pc:sldMk cId="4151435573" sldId="856"/>
            <ac:spMk id="400" creationId="{9804A674-4D0A-07CD-F94F-37F18A7A7D65}"/>
          </ac:spMkLst>
        </pc:spChg>
        <pc:spChg chg="add mod">
          <ac:chgData name="이민재" userId="f97f16f7-28a5-49bd-9e05-fb3ef63d7997" providerId="ADAL" clId="{3604D2DB-B0B3-4E35-9EDA-42455EF74A6C}" dt="2023-06-08T13:48:09.803" v="6991" actId="20577"/>
          <ac:spMkLst>
            <pc:docMk/>
            <pc:sldMk cId="4151435573" sldId="856"/>
            <ac:spMk id="401" creationId="{E39A3A01-4652-C707-CEA9-D42B1FAA84CF}"/>
          </ac:spMkLst>
        </pc:spChg>
        <pc:spChg chg="add mod">
          <ac:chgData name="이민재" userId="f97f16f7-28a5-49bd-9e05-fb3ef63d7997" providerId="ADAL" clId="{3604D2DB-B0B3-4E35-9EDA-42455EF74A6C}" dt="2023-06-08T13:55:03.776" v="7051" actId="1037"/>
          <ac:spMkLst>
            <pc:docMk/>
            <pc:sldMk cId="4151435573" sldId="856"/>
            <ac:spMk id="402" creationId="{6140A47A-18AD-90C7-650D-976A2FB33151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403" creationId="{245C3A08-13F5-1E04-E001-6E8751564917}"/>
          </ac:spMkLst>
        </pc:spChg>
        <pc:spChg chg="add mod">
          <ac:chgData name="이민재" userId="f97f16f7-28a5-49bd-9e05-fb3ef63d7997" providerId="ADAL" clId="{3604D2DB-B0B3-4E35-9EDA-42455EF74A6C}" dt="2023-06-14T09:21:45.167" v="17127" actId="1076"/>
          <ac:spMkLst>
            <pc:docMk/>
            <pc:sldMk cId="4151435573" sldId="856"/>
            <ac:spMk id="405" creationId="{0B22BD19-677A-08D3-4D0C-CDD83242DE53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406" creationId="{DC4DF0C0-CF34-F2B3-E8BC-39F8F133FBA2}"/>
          </ac:spMkLst>
        </pc:spChg>
        <pc:spChg chg="add mod">
          <ac:chgData name="이민재" userId="f97f16f7-28a5-49bd-9e05-fb3ef63d7997" providerId="ADAL" clId="{3604D2DB-B0B3-4E35-9EDA-42455EF74A6C}" dt="2023-06-14T09:27:19.575" v="17356" actId="20577"/>
          <ac:spMkLst>
            <pc:docMk/>
            <pc:sldMk cId="4151435573" sldId="856"/>
            <ac:spMk id="407" creationId="{79FE38C2-60F8-E8D3-F881-9A329BF93679}"/>
          </ac:spMkLst>
        </pc:spChg>
        <pc:spChg chg="add mod">
          <ac:chgData name="이민재" userId="f97f16f7-28a5-49bd-9e05-fb3ef63d7997" providerId="ADAL" clId="{3604D2DB-B0B3-4E35-9EDA-42455EF74A6C}" dt="2023-06-14T09:27:23.160" v="17360" actId="20577"/>
          <ac:spMkLst>
            <pc:docMk/>
            <pc:sldMk cId="4151435573" sldId="856"/>
            <ac:spMk id="408" creationId="{E1A869D3-6332-A5DE-BA7B-5B6081E2A6E5}"/>
          </ac:spMkLst>
        </pc:spChg>
        <pc:spChg chg="add mod">
          <ac:chgData name="이민재" userId="f97f16f7-28a5-49bd-9e05-fb3ef63d7997" providerId="ADAL" clId="{3604D2DB-B0B3-4E35-9EDA-42455EF74A6C}" dt="2023-06-14T09:28:01.532" v="17381" actId="1076"/>
          <ac:spMkLst>
            <pc:docMk/>
            <pc:sldMk cId="4151435573" sldId="856"/>
            <ac:spMk id="409" creationId="{D08B4CDD-95AE-B407-FC64-92B1C1D45B24}"/>
          </ac:spMkLst>
        </pc:spChg>
        <pc:spChg chg="add mod">
          <ac:chgData name="이민재" userId="f97f16f7-28a5-49bd-9e05-fb3ef63d7997" providerId="ADAL" clId="{3604D2DB-B0B3-4E35-9EDA-42455EF74A6C}" dt="2023-06-14T09:27:26.159" v="17362" actId="20577"/>
          <ac:spMkLst>
            <pc:docMk/>
            <pc:sldMk cId="4151435573" sldId="856"/>
            <ac:spMk id="410" creationId="{179E1BCE-E26F-C9F4-FD8D-63B3F0B82DA7}"/>
          </ac:spMkLst>
        </pc:spChg>
        <pc:spChg chg="add mod">
          <ac:chgData name="이민재" userId="f97f16f7-28a5-49bd-9e05-fb3ef63d7997" providerId="ADAL" clId="{3604D2DB-B0B3-4E35-9EDA-42455EF74A6C}" dt="2023-06-08T13:58:59.349" v="7425" actId="14100"/>
          <ac:spMkLst>
            <pc:docMk/>
            <pc:sldMk cId="4151435573" sldId="856"/>
            <ac:spMk id="411" creationId="{9047E8FF-BA9A-5FAD-8C32-94285FEB00DB}"/>
          </ac:spMkLst>
        </pc:spChg>
        <pc:spChg chg="add mod">
          <ac:chgData name="이민재" userId="f97f16f7-28a5-49bd-9e05-fb3ef63d7997" providerId="ADAL" clId="{3604D2DB-B0B3-4E35-9EDA-42455EF74A6C}" dt="2023-06-14T09:27:27.656" v="17364" actId="20577"/>
          <ac:spMkLst>
            <pc:docMk/>
            <pc:sldMk cId="4151435573" sldId="856"/>
            <ac:spMk id="413" creationId="{8D4C67AB-BB37-6F79-F8C4-734C9B5BBFCD}"/>
          </ac:spMkLst>
        </pc:spChg>
        <pc:spChg chg="add mod">
          <ac:chgData name="이민재" userId="f97f16f7-28a5-49bd-9e05-fb3ef63d7997" providerId="ADAL" clId="{3604D2DB-B0B3-4E35-9EDA-42455EF74A6C}" dt="2023-06-14T09:27:28.984" v="17366" actId="20577"/>
          <ac:spMkLst>
            <pc:docMk/>
            <pc:sldMk cId="4151435573" sldId="856"/>
            <ac:spMk id="414" creationId="{914DBEF2-CA58-1E27-D25D-35824A110693}"/>
          </ac:spMkLst>
        </pc:spChg>
        <pc:spChg chg="add mod">
          <ac:chgData name="이민재" userId="f97f16f7-28a5-49bd-9e05-fb3ef63d7997" providerId="ADAL" clId="{3604D2DB-B0B3-4E35-9EDA-42455EF74A6C}" dt="2023-06-14T09:27:31.336" v="17368" actId="20577"/>
          <ac:spMkLst>
            <pc:docMk/>
            <pc:sldMk cId="4151435573" sldId="856"/>
            <ac:spMk id="415" creationId="{1D520659-3679-C924-7BB4-426D76AD6E02}"/>
          </ac:spMkLst>
        </pc:spChg>
        <pc:spChg chg="add mod">
          <ac:chgData name="이민재" userId="f97f16f7-28a5-49bd-9e05-fb3ef63d7997" providerId="ADAL" clId="{3604D2DB-B0B3-4E35-9EDA-42455EF74A6C}" dt="2023-06-14T09:27:33.921" v="17370" actId="20577"/>
          <ac:spMkLst>
            <pc:docMk/>
            <pc:sldMk cId="4151435573" sldId="856"/>
            <ac:spMk id="416" creationId="{93593E33-8733-B896-DEE4-B4C4309C28AF}"/>
          </ac:spMkLst>
        </pc:spChg>
        <pc:spChg chg="add mod">
          <ac:chgData name="이민재" userId="f97f16f7-28a5-49bd-9e05-fb3ef63d7997" providerId="ADAL" clId="{3604D2DB-B0B3-4E35-9EDA-42455EF74A6C}" dt="2023-06-14T09:27:35.673" v="17372" actId="20577"/>
          <ac:spMkLst>
            <pc:docMk/>
            <pc:sldMk cId="4151435573" sldId="856"/>
            <ac:spMk id="417" creationId="{157C5A62-9EA3-43E5-3E76-FCDCFB9970F3}"/>
          </ac:spMkLst>
        </pc:spChg>
        <pc:spChg chg="add mod">
          <ac:chgData name="이민재" userId="f97f16f7-28a5-49bd-9e05-fb3ef63d7997" providerId="ADAL" clId="{3604D2DB-B0B3-4E35-9EDA-42455EF74A6C}" dt="2023-06-14T09:27:37.265" v="17374" actId="20577"/>
          <ac:spMkLst>
            <pc:docMk/>
            <pc:sldMk cId="4151435573" sldId="856"/>
            <ac:spMk id="418" creationId="{C9DDB302-34E9-BB32-F078-E7982D073D55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19" creationId="{EB926C92-FDF9-7242-CB86-B3C675DB8BA5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20" creationId="{61D53F84-B33D-E9AB-660E-0734EA0300F8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21" creationId="{A312810A-331F-83A3-BBE0-81FFBB5E2634}"/>
          </ac:spMkLst>
        </pc:spChg>
        <pc:spChg chg="add mod">
          <ac:chgData name="이민재" userId="f97f16f7-28a5-49bd-9e05-fb3ef63d7997" providerId="ADAL" clId="{3604D2DB-B0B3-4E35-9EDA-42455EF74A6C}" dt="2023-06-14T10:51:07.090" v="17959" actId="14100"/>
          <ac:spMkLst>
            <pc:docMk/>
            <pc:sldMk cId="4151435573" sldId="856"/>
            <ac:spMk id="422" creationId="{833753AD-D8C7-FE25-966A-604D269BDC8D}"/>
          </ac:spMkLst>
        </pc:spChg>
        <pc:spChg chg="add mod">
          <ac:chgData name="이민재" userId="f97f16f7-28a5-49bd-9e05-fb3ef63d7997" providerId="ADAL" clId="{3604D2DB-B0B3-4E35-9EDA-42455EF74A6C}" dt="2023-06-14T10:52:04.161" v="18002" actId="1037"/>
          <ac:spMkLst>
            <pc:docMk/>
            <pc:sldMk cId="4151435573" sldId="856"/>
            <ac:spMk id="423" creationId="{1F5A38AB-0DC4-4756-F29F-13929A91591B}"/>
          </ac:spMkLst>
        </pc:spChg>
        <pc:spChg chg="add mod">
          <ac:chgData name="이민재" userId="f97f16f7-28a5-49bd-9e05-fb3ef63d7997" providerId="ADAL" clId="{3604D2DB-B0B3-4E35-9EDA-42455EF74A6C}" dt="2023-06-14T10:52:15.944" v="18005" actId="14100"/>
          <ac:spMkLst>
            <pc:docMk/>
            <pc:sldMk cId="4151435573" sldId="856"/>
            <ac:spMk id="424" creationId="{2755F3B0-4714-4506-1D79-5D1A9716F5F3}"/>
          </ac:spMkLst>
        </pc:spChg>
        <pc:spChg chg="add mod">
          <ac:chgData name="이민재" userId="f97f16f7-28a5-49bd-9e05-fb3ef63d7997" providerId="ADAL" clId="{3604D2DB-B0B3-4E35-9EDA-42455EF74A6C}" dt="2023-06-14T10:53:04.468" v="18027" actId="1076"/>
          <ac:spMkLst>
            <pc:docMk/>
            <pc:sldMk cId="4151435573" sldId="856"/>
            <ac:spMk id="425" creationId="{81C9558B-B85D-0A31-7992-C94FB3A3F712}"/>
          </ac:spMkLst>
        </pc:spChg>
        <pc:spChg chg="add mod">
          <ac:chgData name="이민재" userId="f97f16f7-28a5-49bd-9e05-fb3ef63d7997" providerId="ADAL" clId="{3604D2DB-B0B3-4E35-9EDA-42455EF74A6C}" dt="2023-06-14T10:53:04.468" v="18027" actId="1076"/>
          <ac:spMkLst>
            <pc:docMk/>
            <pc:sldMk cId="4151435573" sldId="856"/>
            <ac:spMk id="426" creationId="{97EC62F8-A033-DC6A-CFA6-8542023B918B}"/>
          </ac:spMkLst>
        </pc:s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6" creationId="{D97A6EC3-C8D7-1682-7F60-5684AF696724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31" creationId="{F672E207-DABD-4603-9FF1-75D5180BA1C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46" creationId="{C4057B67-9C60-2838-121A-F81E69E941A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61" creationId="{28E95058-8E03-701B-34ED-AFBB0AD28511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76" creationId="{A834B81D-5C57-F5F2-2078-07CA0E36E88D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91" creationId="{A3E2C358-03D4-ACDA-12DB-EFE271206D83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06" creationId="{E8E3EC28-AB90-1DC7-F800-3FC2436666CC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23" creationId="{6CB77151-73AD-79D4-82B0-6B6996158F00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38" creationId="{50E1B1EE-499F-66C8-6C2C-F1ADBDD2654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53" creationId="{4F6628D0-E4BC-5B80-4384-B58FC4680713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72" creationId="{7505F32B-8E27-AB70-6EE3-4450166CB77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87" creationId="{6F9547E7-26D2-43FF-304B-4EF597A5B73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02" creationId="{5D75AB02-DE88-0EC7-A44A-1F091DF6F407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17" creationId="{05A15BBA-8367-646E-F0CE-485113EF15AC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34" creationId="{D0C8A340-730D-F335-CAFD-337CB00EBE9B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51" creationId="{77E09850-9D0E-0608-3D5B-32CBDF29433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66" creationId="{00A6C6E6-6A43-3565-5281-6EF5C2C4E51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81" creationId="{8815B05A-6694-91EB-ED12-7E0899F0EE24}"/>
          </ac:grpSpMkLst>
        </pc:grpChg>
        <pc:graphicFrameChg chg="add del mod modGraphic">
          <ac:chgData name="이민재" userId="f97f16f7-28a5-49bd-9e05-fb3ef63d7997" providerId="ADAL" clId="{3604D2DB-B0B3-4E35-9EDA-42455EF74A6C}" dt="2023-06-08T12:17:54.766" v="5557" actId="478"/>
          <ac:graphicFrameMkLst>
            <pc:docMk/>
            <pc:sldMk cId="4151435573" sldId="856"/>
            <ac:graphicFrameMk id="5" creationId="{B068BF1C-7A35-FC45-A83E-B57B0DC28E0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28.958" v="5909" actId="207"/>
          <ac:graphicFrameMkLst>
            <pc:docMk/>
            <pc:sldMk cId="4151435573" sldId="856"/>
            <ac:graphicFrameMk id="6" creationId="{F6FF27A7-8E76-E5BD-A89B-F427AAD81F2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36.626" v="5910"/>
          <ac:graphicFrameMkLst>
            <pc:docMk/>
            <pc:sldMk cId="4151435573" sldId="856"/>
            <ac:graphicFrameMk id="7" creationId="{7FE2CC9D-607A-2245-EEB7-265643C29D19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0.763" v="5768" actId="1076"/>
          <ac:graphicFrameMkLst>
            <pc:docMk/>
            <pc:sldMk cId="4151435573" sldId="856"/>
            <ac:graphicFrameMk id="9" creationId="{617B3378-C585-B909-3557-511E0F8EC69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19:25.851" v="5701" actId="1036"/>
          <ac:graphicFrameMkLst>
            <pc:docMk/>
            <pc:sldMk cId="4151435573" sldId="856"/>
            <ac:graphicFrameMk id="10" creationId="{805BED67-5833-9707-2021-8397552080D5}"/>
          </ac:graphicFrameMkLst>
        </pc:graphicFrameChg>
        <pc:graphicFrameChg chg="add mod">
          <ac:chgData name="이민재" userId="f97f16f7-28a5-49bd-9e05-fb3ef63d7997" providerId="ADAL" clId="{3604D2DB-B0B3-4E35-9EDA-42455EF74A6C}" dt="2023-06-08T12:19:25.851" v="5701" actId="1036"/>
          <ac:graphicFrameMkLst>
            <pc:docMk/>
            <pc:sldMk cId="4151435573" sldId="856"/>
            <ac:graphicFrameMk id="11" creationId="{FCEFA742-9785-B3FE-636F-1BF459602A6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43.465" v="5911"/>
          <ac:graphicFrameMkLst>
            <pc:docMk/>
            <pc:sldMk cId="4151435573" sldId="856"/>
            <ac:graphicFrameMk id="12" creationId="{C1CF5978-900C-1A93-51A9-E7B5F3010F5E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3" creationId="{862CE209-7FBA-5CEF-3B31-9EF1826F8EA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4" creationId="{EEA60A6B-4C6B-840D-984C-CD18ED44090B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5" creationId="{086A404A-B35F-18C2-A4EE-A59C3FA0DE8A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4" creationId="{07DFCECC-FEB7-4582-BCD4-1580D1B124DF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5" creationId="{1EB68CF2-BBA3-B429-7C80-DEFF6E2588E0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6" creationId="{2E36B0D1-3A6E-F47C-5C3F-6FB88DC450DF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7" creationId="{FF0755E2-6D5A-F3B9-B298-A4C13638F15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24.103" v="5773" actId="1076"/>
          <ac:graphicFrameMkLst>
            <pc:docMk/>
            <pc:sldMk cId="4151435573" sldId="856"/>
            <ac:graphicFrameMk id="308" creationId="{608D9F04-AE30-DE1D-B5EE-4940F914E99C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24.103" v="5773" actId="1076"/>
          <ac:graphicFrameMkLst>
            <pc:docMk/>
            <pc:sldMk cId="4151435573" sldId="856"/>
            <ac:graphicFrameMk id="309" creationId="{C43FB7B7-DAF3-57B1-06B0-8B8B72D3ACB4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3.309" v="5913"/>
          <ac:graphicFrameMkLst>
            <pc:docMk/>
            <pc:sldMk cId="4151435573" sldId="856"/>
            <ac:graphicFrameMk id="310" creationId="{EA1E88F8-E96C-9883-AB04-ED311AE14EE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0.363" v="5912"/>
          <ac:graphicFrameMkLst>
            <pc:docMk/>
            <pc:sldMk cId="4151435573" sldId="856"/>
            <ac:graphicFrameMk id="311" creationId="{986C7BB3-C930-3D96-48A9-D8B2281BA113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52.868" v="5775" actId="1076"/>
          <ac:graphicFrameMkLst>
            <pc:docMk/>
            <pc:sldMk cId="4151435573" sldId="856"/>
            <ac:graphicFrameMk id="312" creationId="{B02CE7B0-8C10-AB6C-B39E-964FF4C2F21E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8.004" v="5914"/>
          <ac:graphicFrameMkLst>
            <pc:docMk/>
            <pc:sldMk cId="4151435573" sldId="856"/>
            <ac:graphicFrameMk id="313" creationId="{518EECF9-CF78-5D34-43FF-CA0EF81F6DA0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52.868" v="5775" actId="1076"/>
          <ac:graphicFrameMkLst>
            <pc:docMk/>
            <pc:sldMk cId="4151435573" sldId="856"/>
            <ac:graphicFrameMk id="314" creationId="{7C5BCD49-BBE2-8C9F-C692-B66718F6C2A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12.602" v="5915"/>
          <ac:graphicFrameMkLst>
            <pc:docMk/>
            <pc:sldMk cId="4151435573" sldId="856"/>
            <ac:graphicFrameMk id="315" creationId="{1D93FD4B-FCDB-E60D-E2F9-82E37BDA6FC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6" creationId="{1F7C7B3E-7DB1-B976-7978-31F806D27CA5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7" creationId="{F1981256-F180-024A-626B-7F90280D4C3F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8" creationId="{604D0CCD-7C4A-00FB-D3B0-EF5447396F2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9:46.490" v="5919" actId="1076"/>
          <ac:graphicFrameMkLst>
            <pc:docMk/>
            <pc:sldMk cId="4151435573" sldId="856"/>
            <ac:graphicFrameMk id="319" creationId="{F0AB835E-2FDD-8508-EC47-5F4F80BF7B2D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9:46.490" v="5919" actId="1076"/>
          <ac:graphicFrameMkLst>
            <pc:docMk/>
            <pc:sldMk cId="4151435573" sldId="856"/>
            <ac:graphicFrameMk id="320" creationId="{0CFEA025-FBE3-5AEE-F4AB-22E88FFCA67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0:48.076" v="5927"/>
          <ac:graphicFrameMkLst>
            <pc:docMk/>
            <pc:sldMk cId="4151435573" sldId="856"/>
            <ac:graphicFrameMk id="321" creationId="{9E46BC23-C685-7991-2DD1-A52B41D649DB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2" creationId="{F22733A0-3B92-B4A3-D352-BF4B5C7BA5F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3" creationId="{83B32EBE-93B8-BEC5-85F0-19A17701B73D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4" creationId="{343F5E84-3A3A-E2EC-A000-28BAC6D8D5C1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05.285" v="5923" actId="1076"/>
          <ac:graphicFrameMkLst>
            <pc:docMk/>
            <pc:sldMk cId="4151435573" sldId="856"/>
            <ac:graphicFrameMk id="325" creationId="{DBFF6AAF-E8E3-965C-A17F-D34B61EE277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0:41.844" v="5926"/>
          <ac:graphicFrameMkLst>
            <pc:docMk/>
            <pc:sldMk cId="4151435573" sldId="856"/>
            <ac:graphicFrameMk id="326" creationId="{87704963-CA4A-E068-8A00-F6B7CF3F8C4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05.285" v="5923" actId="1076"/>
          <ac:graphicFrameMkLst>
            <pc:docMk/>
            <pc:sldMk cId="4151435573" sldId="856"/>
            <ac:graphicFrameMk id="327" creationId="{D876FFE8-FEA3-0B34-088D-F56F972715C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1:03.775" v="5930"/>
          <ac:graphicFrameMkLst>
            <pc:docMk/>
            <pc:sldMk cId="4151435573" sldId="856"/>
            <ac:graphicFrameMk id="328" creationId="{84AB84D7-F5B9-472F-4EC2-14ED1195A507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29" creationId="{BE49E577-BA1C-C4BE-7EF2-294F35EC4C72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0" creationId="{695D727F-8205-A5EE-1F52-A85C2A1C7DC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1" creationId="{363D44DA-D404-AA0A-5A41-BDF8A337BC66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2" creationId="{80C4C3E9-51BD-2339-932F-3934FD728FB7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3" creationId="{7729B80E-3123-E2BC-6572-B805A64DABAE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4" creationId="{7DA386E4-76BC-FB96-83B0-169493F940E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5" creationId="{75C150A3-F23F-9AD9-DDF3-1101B025A4C2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6" creationId="{076CDAAC-2C7B-A05D-6DDE-9D0F5C468AD0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7" creationId="{64A5490E-CDC3-D382-E739-345C2B89CDAD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8" creationId="{0445A410-31AE-1ACD-E60B-ED3B6BCBF464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9" creationId="{DF3EE6B6-92D4-9E8F-446C-7CE6E56FAA33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0" creationId="{AB8B2455-F12F-6ECF-96B3-5093057CF5B9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1" creationId="{6FA77851-E37E-F733-B087-10D092386383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2" creationId="{ABAA3FC5-2507-0D70-7B7E-EBDDFFDBC0A9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3" creationId="{0278DF7C-45CA-5BC2-1EDB-ABD83E88CE51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4" creationId="{76D6F67E-FEE7-610A-F55E-D067DE6D1EA8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5" creationId="{D279F601-A99D-BB95-00C5-3D9AE28F74E4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6" creationId="{EE89589D-2186-A26D-058A-F8C7805101FD}"/>
          </ac:graphicFrameMkLst>
        </pc:graphicFrame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" creationId="{191BE8F5-98A1-ADE1-B69C-30C942AF67C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" creationId="{E623AAE4-7ED8-56B3-57AE-78D441D225A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" creationId="{B591310E-F351-4427-C246-57DD1E6C908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" creationId="{028579A3-F742-E5FE-5797-0D3B6DD02EE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" creationId="{A4B210E0-1CE7-693E-96A5-E13715227A5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" creationId="{9B9EB44A-7366-9043-E543-B46288F858C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" creationId="{0C77CA6F-8E90-6333-A742-2913807AC6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" creationId="{6B32BF45-3B35-666E-7A17-59B7665E7C5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" creationId="{2882A8B4-4A7C-FB00-FC96-9BBA8D5B4DF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" creationId="{E111E686-979C-0901-7393-615230D7F81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" creationId="{C207A780-038C-9BA1-69E8-12589A9F496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" creationId="{F7917ACA-EEA1-D2F9-08BE-9537FF4A574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0" creationId="{A10ABEB8-309B-DFA4-752C-1C712AD8726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3" creationId="{17710C52-073B-98AA-87F4-27D706035D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4" creationId="{9617F7B9-9B81-1561-5924-54E3EEE0994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5" creationId="{515A269F-350F-D5DF-EA03-8FF97DFA420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6" creationId="{B210791F-8612-C72A-966D-015B36892DD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7" creationId="{74CD411C-87E5-A835-D1AB-25ED6140B9A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8" creationId="{BE21FC42-F10A-AAC5-7C01-EFBDC0348D1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9" creationId="{916D059B-F014-B440-4D6F-64323DA45D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0" creationId="{E30465C0-6884-C435-5B17-2FE98C7F28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1" creationId="{E32C74DF-F4C2-8E1C-9E35-8D2B5AB1FC2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2" creationId="{EBD618CB-F041-4524-8845-21B27DDCAF7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3" creationId="{160BA885-9760-CE69-B937-AE62AAE638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4" creationId="{3F5F3778-856D-9F2F-DC51-092841D0E54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5" creationId="{9EFBF866-02B8-C60E-CF8D-FA91792AFC8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8" creationId="{1088ACFE-8292-A3B3-170B-E36A34A5737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9" creationId="{1398FD3B-4D63-0FD8-C7C5-B9EAD8B696F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0" creationId="{B6458E56-C658-6BB4-7BC3-62DC38A34E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1" creationId="{AA7C0A8E-BDF9-C89F-4FF5-EC061EB885F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2" creationId="{82818CAE-99B2-F68F-36D3-6102192455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3" creationId="{7FDC8F3C-D217-9070-695F-F62F134E879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4" creationId="{D3CB1059-FA6D-FCEC-409B-BF2FE3D17E1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5" creationId="{DD9D4BAE-BDA1-75B4-DB2D-8E7FF3431AE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6" creationId="{C472ABBD-B765-1B46-FE56-4A0F5F1DC4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7" creationId="{F88D8DE1-A65C-B208-9501-4F54EDD76E0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8" creationId="{71B88371-92EF-D8FB-0D31-CA6ED48DA99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9" creationId="{EF5F796C-4ED3-15D1-D418-8395319061E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0" creationId="{152D6ED9-3A84-DD41-8BEA-0A11F9F3868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3" creationId="{6E987D42-A211-6B8F-7EA9-D41D2848E32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4" creationId="{CCDA1DDE-030E-631C-DD25-150EC2FA7E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5" creationId="{A845FC2C-310F-BA3F-9D8A-B8E7E1CBB2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6" creationId="{F3841C07-81EA-E933-74D1-2957C0F51C0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7" creationId="{5C5ABF89-3356-41F8-3A62-1D1FC6EC77A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8" creationId="{087A8C4D-F41E-C0F8-9D78-D411824B3D2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9" creationId="{DD755E15-E6C0-42E5-A1E7-96203E8AD19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0" creationId="{3573DA2B-4E56-FA46-5687-128D8FF6A67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1" creationId="{E7006673-FF20-F2DD-0400-2FB068AC497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2" creationId="{B9EE1FE6-7096-357E-4660-DA341216BA2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3" creationId="{FE931225-A061-1808-667A-612274B7218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4" creationId="{4A786077-0294-4AEF-3DBC-9AF15F4E605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5" creationId="{F167B020-23C7-0635-6AB0-8528233CFC5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8" creationId="{66EBC78B-2E50-6D39-E14D-A100FFAA075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9" creationId="{875A1044-7733-8B18-1D41-668BD4C83F0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0" creationId="{2DF31458-97E4-FEB4-9D84-C018F1C601A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1" creationId="{9658CA8D-934D-4798-FC67-4D45B688D59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2" creationId="{FE48D27D-5831-A8E8-B728-1ED4B56FEF6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3" creationId="{22CDC674-1D7B-8254-B4DC-7F44A19825D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4" creationId="{0010618D-7E7F-04B2-DC5D-E48CEC3D5AB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5" creationId="{D276D76E-B5CC-E4FB-BA4F-80E833BAEAC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6" creationId="{243DD274-F602-CDB3-A05E-BC53F584997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7" creationId="{4281B29D-A9F7-E9BB-1651-079FA066D0C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8" creationId="{A121A186-1A53-898F-CEC6-6425A4612A6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9" creationId="{839EA298-BD5A-6737-D1EA-3566CEE387B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0" creationId="{A2FFF88C-4EA1-57F5-D2E9-E26882A26E4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3" creationId="{E69F538A-1B64-22B7-719F-ECF7A32E9E3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4" creationId="{30E232F0-3837-5B79-8533-EB0B1841504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5" creationId="{E485AD65-6B74-BAED-5184-1A98CA64B97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6" creationId="{9E4E4E9C-4DA9-8BF7-0EC0-D4E147715C6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7" creationId="{60381938-E61A-9E4B-86AC-C2BEDB11783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8" creationId="{F6AA352A-5289-76F4-0770-F25ADDC1F0E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9" creationId="{60914F10-6B53-F2DF-109D-187B76D7E76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0" creationId="{3E6341F0-2A61-23D6-50FA-16531EAE010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1" creationId="{D13B14BB-7671-876B-BCF6-CB65ACF506F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2" creationId="{0C351A84-A125-97C3-E917-655A5C3E619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3" creationId="{F200AE6A-A685-8907-5B53-9FC3E49FBF8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4" creationId="{219E5DA7-C75F-0D0B-3925-7CE5960AE26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5" creationId="{C8932D08-65A2-AF14-5598-E1B76EE4052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8" creationId="{7AF5D5C2-EE4A-DFA4-A537-41AC7BBF27A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9" creationId="{6E4B4DCB-07C3-3649-B2AF-5816FC3F67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0" creationId="{DAE884A5-978F-68EF-072B-6C1D4E158B3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1" creationId="{388FA3C7-4CDD-3798-82E0-B4C637A198C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2" creationId="{ADA8DF26-DB13-0ABF-6134-6A1C7F398CC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3" creationId="{AD78186F-E02E-F46A-9381-F7C6A9625D9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4" creationId="{5150610C-C324-68EC-5325-94CC064FA26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5" creationId="{31A8ADEB-F69F-D581-FD06-EAFB582511E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6" creationId="{D19C6573-461A-A813-5587-94FED3C2B13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7" creationId="{E255F536-BC67-6E20-ED6A-4E362BEC30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8" creationId="{CE88BDAA-4598-EECF-E99B-67C1C670BB2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9" creationId="{3F3430E4-FFEA-8061-0286-1A2FEB9DB16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0" creationId="{903FAB5B-A634-7575-BE6B-596728DD4B5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5" creationId="{22CF7B82-9ED5-9810-D54C-76148DD1D29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6" creationId="{E02F11A9-E93C-A0E9-8012-38B57832CC3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7" creationId="{FAAD6D8F-BD54-1132-818A-60A290CAAC4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8" creationId="{32DC0640-4B99-84BF-92A4-8D8901C48D4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9" creationId="{4B40FC0E-576D-4F21-DA54-443D6971B81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0" creationId="{070C50F0-49E1-F189-BFF9-A54F9DE8C84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1" creationId="{225A97C3-1B44-B026-8B00-E24748915E1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2" creationId="{7FDFEB68-5630-9E9E-4098-C0F5355F08A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3" creationId="{700632F2-51CD-AC96-031D-70A0DA4506A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4" creationId="{E31ACB15-7D7F-E6BB-D96D-1631C5576DA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5" creationId="{86D0786B-11EF-5875-5C3A-90617D5EEFF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6" creationId="{3AE1257F-476F-F1C0-601B-55725D3B600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7" creationId="{BFBD6361-A2E5-8D42-04DA-BD465035CE9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0" creationId="{A1474042-BE04-91BE-43DE-206592BEB4A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1" creationId="{9DC9BD06-73F2-0714-7AD0-9A22818E8D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2" creationId="{48EA8434-6E89-E288-F3DB-4ED27D4C7C3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3" creationId="{E77BB5DA-F590-37DA-4D04-BD5CDE62CA8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4" creationId="{3A96BBCB-D645-DDDF-3EEE-4D2035E11B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5" creationId="{24089CA4-3F13-EACF-17C1-FEB8EA4E115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6" creationId="{6E95E946-4E9F-A8F4-8205-A43B4D5E217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7" creationId="{8D84CF67-5508-C39B-4874-72FDCABA8D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8" creationId="{2B2D5561-F2E3-65AC-2272-8C4C62DFE58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9" creationId="{0F084719-F679-9CAE-83CE-F0C938CD03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0" creationId="{B4E2F9A5-E4EC-7AA3-532F-307B16994A5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1" creationId="{50689966-5CEF-1B6F-81DB-C3075401B42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2" creationId="{8DBC3DFF-DE82-F8F5-E175-040FD87D1EB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5" creationId="{B05887ED-A5EC-3B84-0EFE-3F1C1471E2E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6" creationId="{0F2DA168-B125-6B53-55F7-486A322B9F0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7" creationId="{1D5CC027-6F06-2690-A5BB-5918892302B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8" creationId="{AE77EAB6-E786-7140-6B2C-E9CC7C8DD02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9" creationId="{7B96BDD2-95D3-B7EF-1122-39A9443C754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0" creationId="{7E970071-A6CE-B347-F09B-84D3CF32807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1" creationId="{62067AFD-DDB4-9C13-ADB2-61398089B20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2" creationId="{C590578F-5CFE-3681-60A3-3FD3D33D425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3" creationId="{A411B646-780B-DE0B-0BEF-CC78B981C7C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4" creationId="{781D3288-0D8A-D025-E603-610D71141E9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5" creationId="{A78A0361-78AE-530D-074F-E6007214F40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6" creationId="{469E4E1A-A698-5685-1E0E-0BC8791B90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7" creationId="{1BA0A87D-F2C9-F331-5685-09DC7DACF4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4" creationId="{81C6ADFF-EF87-C8B8-53BB-E6CB9DAC494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5" creationId="{14E369FF-ED15-F9D3-DD34-77F5A8527CD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6" creationId="{EC68E79D-15AE-8653-0516-B544B731DC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7" creationId="{B0B645E6-6DE5-7D4F-F58E-8E69C64D36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8" creationId="{7205D9D7-6F45-9D9A-B31E-879FFB7F84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9" creationId="{CE45FA75-6DEE-DB79-00FF-5E1658E3802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0" creationId="{3359FF00-8DA1-B5DD-DC6A-24D7B388D6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1" creationId="{A958133B-705D-5E62-7AEB-F693A777DB6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2" creationId="{BA934931-CB83-C266-D658-10D7BA412C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3" creationId="{AB4AAD44-4B95-3067-EF03-4DFCB6E0720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4" creationId="{4FA2242F-366C-5A3D-3FEF-2676F68C2E2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5" creationId="{52E2F3D3-FEB8-9C8D-BDB6-734D25A6481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6" creationId="{5BAE3E94-FB85-15B8-B387-3FEBC17FBDF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9" creationId="{E491D2E7-5CCE-C560-DB30-573167DBB0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0" creationId="{9EB69B0E-309E-D12A-3013-5DABAEA56E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1" creationId="{D58FC0D2-FC99-1406-55CD-B4902AAC54C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2" creationId="{2C84D594-AFFF-9D9F-9AD0-AFAFDF1151A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3" creationId="{EEBDC1C1-3ECB-BF24-C3C4-5B1DAA29B08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4" creationId="{14C32E35-3CBA-E368-BC29-6D3CCCFEB5B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5" creationId="{FB051D1C-4F03-CFC8-F27C-EB737D92F1F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6" creationId="{D9FE09A9-E776-89D6-BD1A-7C9F552842B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7" creationId="{4648A9B4-F3DD-F8C4-8973-AC5C1FCA1AA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8" creationId="{FBFB41FD-7011-0839-8C18-DB78420267F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9" creationId="{AA125478-FBC1-DDB0-19C7-06D5217FA60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0" creationId="{6DD56D56-8004-DF62-C8DA-55E85FD33D6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1" creationId="{D84E5276-FC3E-8337-8C45-67BBECCFC6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4" creationId="{E24CCA9E-BAFF-D5F9-3847-9B7809D94D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5" creationId="{2CA1E817-E612-686F-E7A5-D008A7BF7B2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6" creationId="{5B19DA7E-46C0-4AE2-D73E-185E52A0672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7" creationId="{5E7DFAC2-D143-CB70-FD59-BEACFC14B9D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8" creationId="{DA794671-5E67-009F-8621-CF89887980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9" creationId="{99E2541F-8A25-B2C8-A0B4-D8F134A528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0" creationId="{58EDDC83-6E94-FA6A-22EA-2D8E74E715E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1" creationId="{07EAA4C2-120B-8B56-61BC-FB77027FEBE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2" creationId="{C838EBED-26F0-6420-3F90-055F9725699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3" creationId="{607E5FE8-B3F5-47E8-39AE-E91B0DEF80C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4" creationId="{84899279-64C8-250F-0CD7-C26F0756A0E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5" creationId="{7903B191-2668-7009-5D24-76B0FC08A2E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6" creationId="{84896472-66DB-6764-D251-18C25230F17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9" creationId="{FAC1E3A8-4103-C1CE-F114-323930910A9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0" creationId="{5C2E0F7B-D826-4B99-FD78-2F051145123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1" creationId="{F80B0664-FC0D-E277-F6AB-A15304D2373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2" creationId="{506DA8D9-92D2-1033-09F2-6EFFE5FAFEB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3" creationId="{83CC74D5-7DF9-6BA7-4268-8F9A27558B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4" creationId="{F7B09753-2513-B0E5-DC0A-9200C490376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5" creationId="{2B692D43-DBBE-4BE4-9FFC-B8124C6438C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6" creationId="{F2F0179C-0064-534B-15EB-7F839058A34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7" creationId="{C9C177E8-D4E7-94E7-DA17-1EA2A15F4A5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8" creationId="{E9C91D06-DAE5-DB87-1DD8-EF3794A86C8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9" creationId="{31731CD2-33C4-98B9-4F15-006E28474F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0" creationId="{92FC0C12-0382-0DE7-468A-9F369D15974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1" creationId="{93360685-4761-61DD-5682-A239F310280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6" creationId="{3FA7BB39-7B12-76A2-0082-DCA3210D47D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7" creationId="{3FC16865-F39C-D9B9-8E33-BE92E6302DF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8" creationId="{5C10D6C6-A10A-E059-EB86-CEC61D76F95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9" creationId="{05F91008-3C5E-14DC-FD9F-6756A38725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0" creationId="{6E51F837-BABB-C699-CD90-D5A67C90CD0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1" creationId="{E5663523-E52A-A9F2-2A55-9553948E8B9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2" creationId="{F261C1BD-1E38-2E36-572D-4ADE6A8FF29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3" creationId="{A7275B40-65AB-C69C-92E2-F535BA7C8E7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4" creationId="{694E9ED5-7AAF-E93D-5759-EE463FE69F2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5" creationId="{118F7F36-73A0-8AF9-3EFE-FDE86A1E98A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6" creationId="{2E80780F-9217-39C3-6511-E64F2AEE100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7" creationId="{64B480C5-A88C-75F5-CFA7-25D03D4564B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8" creationId="{68A05467-C216-CDD9-A2F9-DA742EC255F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3" creationId="{FD836346-9CAE-6266-F4C5-0FA84C4A6E0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4" creationId="{DA5DD6FB-4A58-94D7-7A03-EC93A565EB7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5" creationId="{DBE6959A-7A67-E7F3-7258-E241F218E4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6" creationId="{23404BE1-5742-4BEF-932E-44A1C80BAD5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7" creationId="{DE006790-EA3E-82E6-8D25-7D771B524B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8" creationId="{FFE309B6-53CF-8273-D7BE-BFD3066E5B9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9" creationId="{67709A4E-7410-B2C0-C8E2-F234CE5E283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0" creationId="{714670B3-9CC6-788F-D33E-430DD9530F2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1" creationId="{8B82BC9B-BE10-8FDD-75C9-D1A47A7828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2" creationId="{35FC5B2E-2186-F1A8-EA81-54B394C2B7C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3" creationId="{2AAD8D74-9EE6-B7A9-8BAE-4D81F128DD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4" creationId="{A3CF3D4F-7ACE-DF1E-63FA-6A85A88AA4F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5" creationId="{E0CD05D6-1410-CF19-20DD-37EEA0D4321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8" creationId="{C45F314E-22C8-EF72-9299-3C7EC10F025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9" creationId="{2717B310-C3FD-6A2C-06E9-DE11BFD94F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0" creationId="{7C60FFCF-03A7-C995-22C5-7F8F34AE1DE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1" creationId="{67CACE18-33F5-3D65-E3E2-4D57A43D445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2" creationId="{CE9C167C-E4EE-8D51-80D8-FC22D569DE8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3" creationId="{29A02A8D-4169-422F-CB48-8754AADF3C8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4" creationId="{2F41CEFD-237D-8C37-2663-0227BD884BD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5" creationId="{82E847AF-C4D2-5787-EFE2-1D36B824ECE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6" creationId="{35FF4679-44ED-F4FC-6929-64E6F9032B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7" creationId="{773C7975-29CE-7542-2242-780CC64FA01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8" creationId="{8CE2AB84-A144-A027-A399-74BDF9C952F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9" creationId="{482EB4DE-3640-054B-079D-33FC845C119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0" creationId="{13B6D25D-E646-8426-5C49-ED47F5DABCF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3" creationId="{5ED442B5-CA1C-4A05-EAC0-1DAF1F8518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4" creationId="{A391C6B8-1DF7-2DC0-7CC0-6DE1C43C954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5" creationId="{75AF6EE5-361F-ABF1-24DC-77B28C81EC5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6" creationId="{4C7E91D4-A0F6-F450-D353-04466FECDE3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7" creationId="{70474CD9-ED09-15CB-8968-935D7491078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8" creationId="{DD76B193-7D7B-C0F0-641B-99F32DBCCD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9" creationId="{13D0F2CE-CF98-43E2-35D9-6EBB6A12FD8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0" creationId="{E5319DC2-60C4-1548-82B1-E11B09EA0B3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1" creationId="{FEF20A9D-A4BF-9B4B-6AAF-5DCB86F412B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2" creationId="{2687E56F-E20E-9AD3-D12B-B6E53B23CF4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3" creationId="{B509FBBF-949A-8690-6038-75FE463870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4" creationId="{67DF6E0C-38DD-0F20-5BFC-A659631F16F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5" creationId="{DEDE3E0E-E7C7-7E97-6963-DC2C41ED4AE3}"/>
          </ac:cxnSpMkLst>
        </pc:cxnChg>
        <pc:cxnChg chg="add mod">
          <ac:chgData name="이민재" userId="f97f16f7-28a5-49bd-9e05-fb3ef63d7997" providerId="ADAL" clId="{3604D2DB-B0B3-4E35-9EDA-42455EF74A6C}" dt="2023-06-08T12:45:58.575" v="6073" actId="692"/>
          <ac:cxnSpMkLst>
            <pc:docMk/>
            <pc:sldMk cId="4151435573" sldId="856"/>
            <ac:cxnSpMk id="378" creationId="{795237AA-C452-F201-9331-828CE812728E}"/>
          </ac:cxnSpMkLst>
        </pc:cxnChg>
        <pc:cxnChg chg="add mod">
          <ac:chgData name="이민재" userId="f97f16f7-28a5-49bd-9e05-fb3ef63d7997" providerId="ADAL" clId="{3604D2DB-B0B3-4E35-9EDA-42455EF74A6C}" dt="2023-06-08T12:46:03.490" v="6076" actId="14100"/>
          <ac:cxnSpMkLst>
            <pc:docMk/>
            <pc:sldMk cId="4151435573" sldId="856"/>
            <ac:cxnSpMk id="380" creationId="{03314D3A-7327-B16E-00FD-88D7BE67FC9A}"/>
          </ac:cxnSpMkLst>
        </pc:cxnChg>
        <pc:cxnChg chg="add mod">
          <ac:chgData name="이민재" userId="f97f16f7-28a5-49bd-9e05-fb3ef63d7997" providerId="ADAL" clId="{3604D2DB-B0B3-4E35-9EDA-42455EF74A6C}" dt="2023-06-08T12:46:09.294" v="6080" actId="14100"/>
          <ac:cxnSpMkLst>
            <pc:docMk/>
            <pc:sldMk cId="4151435573" sldId="856"/>
            <ac:cxnSpMk id="383" creationId="{C47A9C0F-B5D5-2B4E-1C18-F9909E5923E9}"/>
          </ac:cxnSpMkLst>
        </pc:cxnChg>
        <pc:cxnChg chg="add mod">
          <ac:chgData name="이민재" userId="f97f16f7-28a5-49bd-9e05-fb3ef63d7997" providerId="ADAL" clId="{3604D2DB-B0B3-4E35-9EDA-42455EF74A6C}" dt="2023-06-08T12:46:53.782" v="6085" actId="14100"/>
          <ac:cxnSpMkLst>
            <pc:docMk/>
            <pc:sldMk cId="4151435573" sldId="856"/>
            <ac:cxnSpMk id="387" creationId="{ED300005-9C79-8DFA-E0C5-03DA981B9E58}"/>
          </ac:cxnSpMkLst>
        </pc:cxnChg>
        <pc:cxnChg chg="add mod">
          <ac:chgData name="이민재" userId="f97f16f7-28a5-49bd-9e05-fb3ef63d7997" providerId="ADAL" clId="{3604D2DB-B0B3-4E35-9EDA-42455EF74A6C}" dt="2023-06-08T12:46:59.158" v="6087" actId="14100"/>
          <ac:cxnSpMkLst>
            <pc:docMk/>
            <pc:sldMk cId="4151435573" sldId="856"/>
            <ac:cxnSpMk id="388" creationId="{1A38735A-4204-9466-2027-62DD8D7D97C4}"/>
          </ac:cxnSpMkLst>
        </pc:cxnChg>
        <pc:cxnChg chg="add mod">
          <ac:chgData name="이민재" userId="f97f16f7-28a5-49bd-9e05-fb3ef63d7997" providerId="ADAL" clId="{3604D2DB-B0B3-4E35-9EDA-42455EF74A6C}" dt="2023-06-08T12:46:55.922" v="6086" actId="14100"/>
          <ac:cxnSpMkLst>
            <pc:docMk/>
            <pc:sldMk cId="4151435573" sldId="856"/>
            <ac:cxnSpMk id="389" creationId="{8161E723-B4BF-A570-6A54-04236EC01832}"/>
          </ac:cxnSpMkLst>
        </pc:cxnChg>
        <pc:cxnChg chg="add mod">
          <ac:chgData name="이민재" userId="f97f16f7-28a5-49bd-9e05-fb3ef63d7997" providerId="ADAL" clId="{3604D2DB-B0B3-4E35-9EDA-42455EF74A6C}" dt="2023-06-14T09:21:53.001" v="17129" actId="14100"/>
          <ac:cxnSpMkLst>
            <pc:docMk/>
            <pc:sldMk cId="4151435573" sldId="856"/>
            <ac:cxnSpMk id="404" creationId="{321693CC-40F3-FFC5-724E-D9861BE03E6E}"/>
          </ac:cxnSpMkLst>
        </pc:cxnChg>
        <pc:cxnChg chg="add del mod">
          <ac:chgData name="이민재" userId="f97f16f7-28a5-49bd-9e05-fb3ef63d7997" providerId="ADAL" clId="{3604D2DB-B0B3-4E35-9EDA-42455EF74A6C}" dt="2023-06-08T13:58:47.029" v="7416"/>
          <ac:cxnSpMkLst>
            <pc:docMk/>
            <pc:sldMk cId="4151435573" sldId="856"/>
            <ac:cxnSpMk id="410" creationId="{C3C74800-B5F2-7231-04FD-69EB9BA6C36F}"/>
          </ac:cxnSpMkLst>
        </pc:cxnChg>
        <pc:cxnChg chg="add del mod">
          <ac:chgData name="이민재" userId="f97f16f7-28a5-49bd-9e05-fb3ef63d7997" providerId="ADAL" clId="{3604D2DB-B0B3-4E35-9EDA-42455EF74A6C}" dt="2023-06-14T09:26:53.411" v="17344" actId="478"/>
          <ac:cxnSpMkLst>
            <pc:docMk/>
            <pc:sldMk cId="4151435573" sldId="856"/>
            <ac:cxnSpMk id="412" creationId="{A137C4A4-8E81-7A29-6A42-8333F06C35DC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402914323" sldId="857"/>
        </pc:sldMkLst>
        <pc:spChg chg="add del mod">
          <ac:chgData name="이민재" userId="f97f16f7-28a5-49bd-9e05-fb3ef63d7997" providerId="ADAL" clId="{3604D2DB-B0B3-4E35-9EDA-42455EF74A6C}" dt="2023-06-12T10:30:12.224" v="10344" actId="478"/>
          <ac:spMkLst>
            <pc:docMk/>
            <pc:sldMk cId="402914323" sldId="857"/>
            <ac:spMk id="2" creationId="{33D944F5-9B44-7DC8-8554-9C07F42A807B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2" creationId="{A4DF9F82-B34C-C72D-B797-3C6493D0C574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3" creationId="{89244711-56F7-7FAF-070C-526753256A49}"/>
          </ac:spMkLst>
        </pc:spChg>
        <pc:spChg chg="add del mod">
          <ac:chgData name="이민재" userId="f97f16f7-28a5-49bd-9e05-fb3ef63d7997" providerId="ADAL" clId="{3604D2DB-B0B3-4E35-9EDA-42455EF74A6C}" dt="2023-06-12T10:30:12.224" v="10344" actId="478"/>
          <ac:spMkLst>
            <pc:docMk/>
            <pc:sldMk cId="402914323" sldId="857"/>
            <ac:spMk id="3" creationId="{DA7A178D-AA3A-CFE9-BDC4-B83DFAE2524D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5" creationId="{E052D4AE-3353-6542-16D4-E2A62F1A3B67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6" creationId="{D9D87206-D6F3-C7C1-449E-2B1B67E33225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6" creationId="{F5750245-9FB5-1BDA-9A39-339D860AB0FB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7" creationId="{FD96694B-21E2-5C8B-BFDB-FFCE6F1C6934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8" creationId="{FCA5952A-0B90-D08D-FB0D-99FBCE4174F9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1" creationId="{AFFBF30F-8EB4-627D-359A-A8495B70731B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36" creationId="{A1C8EEE0-DD34-C3CC-7E1A-41D6BEAFA164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51" creationId="{241A99AD-038B-A35C-B816-E1BEF2507D29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42" creationId="{A9C13192-FFB5-EFD7-CF38-0C045BAF771B}"/>
          </ac:spMkLst>
        </pc:spChg>
        <pc:spChg chg="mod">
          <ac:chgData name="이민재" userId="f97f16f7-28a5-49bd-9e05-fb3ef63d7997" providerId="ADAL" clId="{3604D2DB-B0B3-4E35-9EDA-42455EF74A6C}" dt="2023-06-12T05:26:09.940" v="7492" actId="14100"/>
          <ac:spMkLst>
            <pc:docMk/>
            <pc:sldMk cId="402914323" sldId="857"/>
            <ac:spMk id="2255" creationId="{1E43506F-003F-7D04-AA02-7C628506514C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58" creationId="{18C46B35-3BE7-4EED-E272-FA60A7CB8D95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73" creationId="{43592A87-4AA3-BCCB-D661-F4CB16B326F9}"/>
          </ac:spMkLst>
        </pc:spChg>
        <pc:spChg chg="add mod">
          <ac:chgData name="이민재" userId="f97f16f7-28a5-49bd-9e05-fb3ef63d7997" providerId="ADAL" clId="{3604D2DB-B0B3-4E35-9EDA-42455EF74A6C}" dt="2023-06-14T06:50:51.020" v="13760" actId="1035"/>
          <ac:spMkLst>
            <pc:docMk/>
            <pc:sldMk cId="402914323" sldId="857"/>
            <ac:spMk id="2287" creationId="{A5A98D07-00C0-996F-324E-6941EDA6E5AE}"/>
          </ac:spMkLst>
        </pc:spChg>
        <pc:spChg chg="add mod">
          <ac:chgData name="이민재" userId="f97f16f7-28a5-49bd-9e05-fb3ef63d7997" providerId="ADAL" clId="{3604D2DB-B0B3-4E35-9EDA-42455EF74A6C}" dt="2023-06-14T06:50:48.883" v="13759" actId="1035"/>
          <ac:spMkLst>
            <pc:docMk/>
            <pc:sldMk cId="402914323" sldId="857"/>
            <ac:spMk id="2288" creationId="{85E85B09-B68E-B68C-A502-5BF33C1E0402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90" creationId="{0B007FFD-1AE7-03AE-346E-60E789F2C0F8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05" creationId="{CE04F874-B2B4-14FB-A1C1-4B41A65636EA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20" creationId="{D73D0420-29E5-E9F1-290A-1DA186F94723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4" creationId="{4CC03DAB-1F21-7AA0-5A84-53DC23863441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5" creationId="{AFC843CC-39AC-BD4C-3977-EAE82475DB3C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6" creationId="{7871A6B8-AF2D-764A-D139-84F955F27BC0}"/>
          </ac:spMkLst>
        </pc:spChg>
        <pc:spChg chg="add mod">
          <ac:chgData name="이민재" userId="f97f16f7-28a5-49bd-9e05-fb3ef63d7997" providerId="ADAL" clId="{3604D2DB-B0B3-4E35-9EDA-42455EF74A6C}" dt="2023-06-14T06:50:44.158" v="13758" actId="1037"/>
          <ac:spMkLst>
            <pc:docMk/>
            <pc:sldMk cId="402914323" sldId="857"/>
            <ac:spMk id="2337" creationId="{C3087B17-7D59-C05B-638A-2AABB755BA0E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39" creationId="{1EEABD8D-1AC6-788D-B622-D9751214572A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54" creationId="{89D20990-BC83-0F91-8708-28E890401206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69" creationId="{35B1F91A-7037-A199-393F-CC6832550A3E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84" creationId="{0870AE5B-A321-6F82-F1AF-C8A6C0875111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398" creationId="{779AE740-A7A2-52B6-D922-8FE99AB6AB81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399" creationId="{235D8550-F6F9-BE95-7BBA-47A9F27163B1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01" creationId="{5DF19813-910F-4FE8-6C3E-A62203F13CD2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415" creationId="{250E1103-8D35-D96D-FC89-DCB850D4804D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416" creationId="{332047F9-A103-5EC2-A814-35250325FC78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18" creationId="{805FB9EB-8D78-57B8-8718-8FA9B24F53D1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33" creationId="{F0B6B32D-408F-0562-FD4A-FD0F6B3ABB82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48" creationId="{FE3C9D7A-7039-699F-B897-670D7DE41E53}"/>
          </ac:spMkLst>
        </pc:spChg>
        <pc:spChg chg="add del mod">
          <ac:chgData name="이민재" userId="f97f16f7-28a5-49bd-9e05-fb3ef63d7997" providerId="ADAL" clId="{3604D2DB-B0B3-4E35-9EDA-42455EF74A6C}" dt="2023-06-12T05:27:19.012" v="7507" actId="478"/>
          <ac:spMkLst>
            <pc:docMk/>
            <pc:sldMk cId="402914323" sldId="857"/>
            <ac:spMk id="2462" creationId="{3FE7172A-58C6-5E0C-64B3-513ADE96AC55}"/>
          </ac:spMkLst>
        </pc:spChg>
        <pc:spChg chg="add del mod">
          <ac:chgData name="이민재" userId="f97f16f7-28a5-49bd-9e05-fb3ef63d7997" providerId="ADAL" clId="{3604D2DB-B0B3-4E35-9EDA-42455EF74A6C}" dt="2023-06-12T05:27:19.941" v="7508" actId="478"/>
          <ac:spMkLst>
            <pc:docMk/>
            <pc:sldMk cId="402914323" sldId="857"/>
            <ac:spMk id="2463" creationId="{8D4ACE5F-E299-6D5F-6E36-A06E934114FD}"/>
          </ac:spMkLst>
        </pc:spChg>
        <pc:spChg chg="add del mod">
          <ac:chgData name="이민재" userId="f97f16f7-28a5-49bd-9e05-fb3ef63d7997" providerId="ADAL" clId="{3604D2DB-B0B3-4E35-9EDA-42455EF74A6C}" dt="2023-06-12T05:27:20.725" v="7509" actId="478"/>
          <ac:spMkLst>
            <pc:docMk/>
            <pc:sldMk cId="402914323" sldId="857"/>
            <ac:spMk id="2464" creationId="{A4298FDF-7F82-5720-0430-64F4255BAA94}"/>
          </ac:spMkLst>
        </pc:spChg>
        <pc:spChg chg="add del mod">
          <ac:chgData name="이민재" userId="f97f16f7-28a5-49bd-9e05-fb3ef63d7997" providerId="ADAL" clId="{3604D2DB-B0B3-4E35-9EDA-42455EF74A6C}" dt="2023-06-12T05:27:22.212" v="7510" actId="478"/>
          <ac:spMkLst>
            <pc:docMk/>
            <pc:sldMk cId="402914323" sldId="857"/>
            <ac:spMk id="2465" creationId="{CA913204-2A77-EA12-4072-E66832E6E78C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470" creationId="{9A040E04-AAAB-2EA2-AB55-E6FA79AE020F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485" creationId="{523CC52D-1D37-6CFF-95CB-A9FD96647A7D}"/>
          </ac:spMkLst>
        </pc:spChg>
        <pc:spChg chg="add mod">
          <ac:chgData name="이민재" userId="f97f16f7-28a5-49bd-9e05-fb3ef63d7997" providerId="ADAL" clId="{3604D2DB-B0B3-4E35-9EDA-42455EF74A6C}" dt="2023-06-14T06:50:53.927" v="13761" actId="1035"/>
          <ac:spMkLst>
            <pc:docMk/>
            <pc:sldMk cId="402914323" sldId="857"/>
            <ac:spMk id="2499" creationId="{3CE87DF2-1FE8-CAEF-B494-CC88513B9182}"/>
          </ac:spMkLst>
        </pc:spChg>
        <pc:spChg chg="add mod">
          <ac:chgData name="이민재" userId="f97f16f7-28a5-49bd-9e05-fb3ef63d7997" providerId="ADAL" clId="{3604D2DB-B0B3-4E35-9EDA-42455EF74A6C}" dt="2023-06-14T06:50:55.679" v="13762" actId="1035"/>
          <ac:spMkLst>
            <pc:docMk/>
            <pc:sldMk cId="402914323" sldId="857"/>
            <ac:spMk id="2500" creationId="{F8813E2B-3F15-250D-EA70-AADFCAFE7AAE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02" creationId="{71D5C46D-6BEA-DAAE-FAFC-42ED27494E3F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516" creationId="{A9A423A1-861E-1E21-74D6-EDA1BF3541A0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517" creationId="{07D1FCC3-0D60-51B9-1BB5-870A2D2F7753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19" creationId="{6D13EA3D-870C-786C-6C20-F19CEA47F3D3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34" creationId="{EEE865A4-FDD5-0278-3ED0-D2A34D8C5B24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49" creationId="{BAD26E03-CB25-B4D7-F61D-EA06DF1A0D59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64" creationId="{2B7EE3E7-D676-C3DC-0044-E5942B997210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79" creationId="{418E820D-72C3-EC0E-7DDC-A2D57DCEB0AA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94" creationId="{882BBE40-DA5F-7077-A235-0318D0C973A2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09" creationId="{8DC4D8BC-24BA-71B8-8905-4B3A2D5191FA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24" creationId="{532CA697-2CF9-0281-FE77-68579E233381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39" creationId="{D28D01FA-5DF5-42FD-29EA-D9F50AF407E8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653" creationId="{EFB6AC17-41CF-427D-2452-CCF46D6E3E14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654" creationId="{806BE371-B3FB-0389-F653-8C8A10059E2A}"/>
          </ac:spMkLst>
        </pc:spChg>
        <pc:spChg chg="add mod">
          <ac:chgData name="이민재" userId="f97f16f7-28a5-49bd-9e05-fb3ef63d7997" providerId="ADAL" clId="{3604D2DB-B0B3-4E35-9EDA-42455EF74A6C}" dt="2023-06-12T07:29:19.156" v="8297" actId="1037"/>
          <ac:spMkLst>
            <pc:docMk/>
            <pc:sldMk cId="402914323" sldId="857"/>
            <ac:spMk id="2655" creationId="{33B9F923-89A1-145F-9BD8-BD5ED1EAC523}"/>
          </ac:spMkLst>
        </pc:spChg>
        <pc:spChg chg="add mod">
          <ac:chgData name="이민재" userId="f97f16f7-28a5-49bd-9e05-fb3ef63d7997" providerId="ADAL" clId="{3604D2DB-B0B3-4E35-9EDA-42455EF74A6C}" dt="2023-06-12T07:29:19.156" v="8297" actId="1037"/>
          <ac:spMkLst>
            <pc:docMk/>
            <pc:sldMk cId="402914323" sldId="857"/>
            <ac:spMk id="2656" creationId="{D01D6AE4-0FA7-C0FF-8684-9605CC4947ED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57" creationId="{BF874316-B3BC-DD92-C940-214495F18556}"/>
          </ac:spMkLst>
        </pc:spChg>
        <pc:spChg chg="add mod">
          <ac:chgData name="이민재" userId="f97f16f7-28a5-49bd-9e05-fb3ef63d7997" providerId="ADAL" clId="{3604D2DB-B0B3-4E35-9EDA-42455EF74A6C}" dt="2023-06-12T08:27:40.184" v="9138" actId="1037"/>
          <ac:spMkLst>
            <pc:docMk/>
            <pc:sldMk cId="402914323" sldId="857"/>
            <ac:spMk id="2658" creationId="{A8D69863-4941-4138-A746-CF626BDDECE9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59" creationId="{13449624-E8C5-5D19-D611-88F73B013F80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60" creationId="{2CBC28D6-7032-51AA-4092-4A92D7BAC658}"/>
          </ac:spMkLst>
        </pc:spChg>
        <pc:spChg chg="add del mod">
          <ac:chgData name="이민재" userId="f97f16f7-28a5-49bd-9e05-fb3ef63d7997" providerId="ADAL" clId="{3604D2DB-B0B3-4E35-9EDA-42455EF74A6C}" dt="2023-06-12T07:04:07.879" v="7707" actId="478"/>
          <ac:spMkLst>
            <pc:docMk/>
            <pc:sldMk cId="402914323" sldId="857"/>
            <ac:spMk id="2661" creationId="{AE71AD86-7006-7103-6588-022BB48F6BC1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2" creationId="{575E6CC8-4365-ACFC-249B-0CE79EC0BDB1}"/>
          </ac:spMkLst>
        </pc:spChg>
        <pc:spChg chg="add del mod">
          <ac:chgData name="이민재" userId="f97f16f7-28a5-49bd-9e05-fb3ef63d7997" providerId="ADAL" clId="{3604D2DB-B0B3-4E35-9EDA-42455EF74A6C}" dt="2023-06-12T07:04:27.125" v="7734" actId="478"/>
          <ac:spMkLst>
            <pc:docMk/>
            <pc:sldMk cId="402914323" sldId="857"/>
            <ac:spMk id="2663" creationId="{8E60FD58-8256-4D54-CB53-0D427C71BFFE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4" creationId="{1E66ABDD-220E-1591-C0AD-554717B17DC8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5" creationId="{8288C226-06BC-6410-2103-04ED6CC772CC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6" creationId="{07DAE9D4-52DC-D6F6-2427-EE2427A5CD3F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7" creationId="{2D27B19F-F20B-E4A9-40EF-8A2963104A60}"/>
          </ac:spMkLst>
        </pc:spChg>
        <pc:spChg chg="add del mod">
          <ac:chgData name="이민재" userId="f97f16f7-28a5-49bd-9e05-fb3ef63d7997" providerId="ADAL" clId="{3604D2DB-B0B3-4E35-9EDA-42455EF74A6C}" dt="2023-06-12T07:08:31.961" v="7840" actId="478"/>
          <ac:spMkLst>
            <pc:docMk/>
            <pc:sldMk cId="402914323" sldId="857"/>
            <ac:spMk id="2668" creationId="{33E5BFCF-30DC-6811-23A7-F349C2C4E39B}"/>
          </ac:spMkLst>
        </pc:spChg>
        <pc:spChg chg="add del mod">
          <ac:chgData name="이민재" userId="f97f16f7-28a5-49bd-9e05-fb3ef63d7997" providerId="ADAL" clId="{3604D2DB-B0B3-4E35-9EDA-42455EF74A6C}" dt="2023-06-12T07:08:31.961" v="7840" actId="478"/>
          <ac:spMkLst>
            <pc:docMk/>
            <pc:sldMk cId="402914323" sldId="857"/>
            <ac:spMk id="2669" creationId="{2D206892-9598-7505-0D33-0ED3B418B5A2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0" creationId="{A517F053-7F4C-8147-3888-104348F51766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1" creationId="{A2C6C40C-ACFC-4428-C239-8B9F1C00F68E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2" creationId="{897212F9-B98C-B79D-B98D-33444D020B4E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3" creationId="{9BFF44D5-2324-5695-2C0D-D3F5DA0385FE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4" creationId="{C5E1EC3A-1115-8025-8A31-3B351761282B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5" creationId="{726E91BA-92E2-2C62-BFB9-969155532D05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6" creationId="{B2747D59-076B-4617-E797-AF80DDC2F89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7" creationId="{5038D81A-A0C5-ED7C-1A87-BD0A81E34CF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8" creationId="{D857C23C-2B41-9BE6-C001-93B25590A908}"/>
          </ac:spMkLst>
        </pc:spChg>
        <pc:spChg chg="add del mod">
          <ac:chgData name="이민재" userId="f97f16f7-28a5-49bd-9e05-fb3ef63d7997" providerId="ADAL" clId="{3604D2DB-B0B3-4E35-9EDA-42455EF74A6C}" dt="2023-06-12T07:59:49.067" v="8908" actId="478"/>
          <ac:spMkLst>
            <pc:docMk/>
            <pc:sldMk cId="402914323" sldId="857"/>
            <ac:spMk id="2679" creationId="{BF3DC41B-8AD8-7DF8-CA3B-6814C09E986B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0" creationId="{E1CF58D4-587F-71A3-3A30-1CB647F4C6EE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1" creationId="{D91601C4-BA52-0C1C-8B80-3DE1E05E02B9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2" creationId="{3378FDD0-360F-9817-B2CC-4FD6B8362330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3" creationId="{16508DF7-AFF6-1E84-1996-A3B0A94F17E5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4" creationId="{6DEF2011-F45E-69DC-52CF-E7112612C752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5" creationId="{56F711DA-05C5-2362-C61A-2496716A6FF9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6" creationId="{7FDF4813-92C8-5963-7E0B-40B7CAD17230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7" creationId="{2635B651-1335-3283-2F34-4DF2E5D7F693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8" creationId="{355A48BE-4A96-85FA-035D-E7C95D5C3554}"/>
          </ac:spMkLst>
        </pc:spChg>
        <pc:spChg chg="add del mod">
          <ac:chgData name="이민재" userId="f97f16f7-28a5-49bd-9e05-fb3ef63d7997" providerId="ADAL" clId="{3604D2DB-B0B3-4E35-9EDA-42455EF74A6C}" dt="2023-06-12T08:01:09.852" v="8928" actId="478"/>
          <ac:spMkLst>
            <pc:docMk/>
            <pc:sldMk cId="402914323" sldId="857"/>
            <ac:spMk id="2689" creationId="{96352B46-3E2C-3CD6-D930-F85B8FADE048}"/>
          </ac:spMkLst>
        </pc:spChg>
        <pc:spChg chg="add del mod">
          <ac:chgData name="이민재" userId="f97f16f7-28a5-49bd-9e05-fb3ef63d7997" providerId="ADAL" clId="{3604D2DB-B0B3-4E35-9EDA-42455EF74A6C}" dt="2023-06-12T08:01:09.852" v="8928" actId="478"/>
          <ac:spMkLst>
            <pc:docMk/>
            <pc:sldMk cId="402914323" sldId="857"/>
            <ac:spMk id="2690" creationId="{7CFC0414-482B-2626-01EE-313152CE767F}"/>
          </ac:spMkLst>
        </pc:spChg>
        <pc:spChg chg="add del mod">
          <ac:chgData name="이민재" userId="f97f16f7-28a5-49bd-9e05-fb3ef63d7997" providerId="ADAL" clId="{3604D2DB-B0B3-4E35-9EDA-42455EF74A6C}" dt="2023-06-12T07:09:15.745" v="7855" actId="478"/>
          <ac:spMkLst>
            <pc:docMk/>
            <pc:sldMk cId="402914323" sldId="857"/>
            <ac:spMk id="2691" creationId="{B9986BC6-A145-9949-DE67-3F858DFC41D9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94" creationId="{AF4C0403-5151-E045-C4DC-435E9CCBD79C}"/>
          </ac:spMkLst>
        </pc:spChg>
        <pc:spChg chg="add del mod">
          <ac:chgData name="이민재" userId="f97f16f7-28a5-49bd-9e05-fb3ef63d7997" providerId="ADAL" clId="{3604D2DB-B0B3-4E35-9EDA-42455EF74A6C}" dt="2023-06-12T07:25:24.921" v="8149" actId="478"/>
          <ac:spMkLst>
            <pc:docMk/>
            <pc:sldMk cId="402914323" sldId="857"/>
            <ac:spMk id="2695" creationId="{FF5567F7-7E9E-9D90-D178-80F4B1F2F1EC}"/>
          </ac:spMkLst>
        </pc:spChg>
        <pc:spChg chg="add del mod">
          <ac:chgData name="이민재" userId="f97f16f7-28a5-49bd-9e05-fb3ef63d7997" providerId="ADAL" clId="{3604D2DB-B0B3-4E35-9EDA-42455EF74A6C}" dt="2023-06-12T07:25:24.921" v="8149" actId="478"/>
          <ac:spMkLst>
            <pc:docMk/>
            <pc:sldMk cId="402914323" sldId="857"/>
            <ac:spMk id="2696" creationId="{510F747D-53ED-7064-14A5-164E7B284773}"/>
          </ac:spMkLst>
        </pc:spChg>
        <pc:spChg chg="add del mod">
          <ac:chgData name="이민재" userId="f97f16f7-28a5-49bd-9e05-fb3ef63d7997" providerId="ADAL" clId="{3604D2DB-B0B3-4E35-9EDA-42455EF74A6C}" dt="2023-06-12T07:25:22.947" v="8148" actId="478"/>
          <ac:spMkLst>
            <pc:docMk/>
            <pc:sldMk cId="402914323" sldId="857"/>
            <ac:spMk id="2699" creationId="{218BBAF4-ED3B-0471-8746-877564F86972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00" creationId="{8A7CA1A4-05A7-1527-40E8-A124BDE09F10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01" creationId="{861FCA0B-D797-AB40-7940-C1E73A7D817A}"/>
          </ac:spMkLst>
        </pc:spChg>
        <pc:spChg chg="add mod">
          <ac:chgData name="이민재" userId="f97f16f7-28a5-49bd-9e05-fb3ef63d7997" providerId="ADAL" clId="{3604D2DB-B0B3-4E35-9EDA-42455EF74A6C}" dt="2023-06-12T09:10:33.115" v="9674" actId="20577"/>
          <ac:spMkLst>
            <pc:docMk/>
            <pc:sldMk cId="402914323" sldId="857"/>
            <ac:spMk id="2702" creationId="{BB895DFF-B1E3-F3DE-446F-EBC5ACCB7E13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3" creationId="{607C05BB-37E5-4A1C-580E-A98BF1EA8EEA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4" creationId="{378C868B-6EC4-014B-8747-8FB7B24E1CA7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5" creationId="{503AC1AA-1977-1CAB-DBB6-CB8B7F6ED92F}"/>
          </ac:spMkLst>
        </pc:spChg>
        <pc:spChg chg="add mod">
          <ac:chgData name="이민재" userId="f97f16f7-28a5-49bd-9e05-fb3ef63d7997" providerId="ADAL" clId="{3604D2DB-B0B3-4E35-9EDA-42455EF74A6C}" dt="2023-06-12T09:12:14.848" v="9677" actId="20577"/>
          <ac:spMkLst>
            <pc:docMk/>
            <pc:sldMk cId="402914323" sldId="857"/>
            <ac:spMk id="2706" creationId="{1EC0856E-0FC7-AEF6-0279-6E58C3E49F4D}"/>
          </ac:spMkLst>
        </pc:spChg>
        <pc:spChg chg="add mod">
          <ac:chgData name="이민재" userId="f97f16f7-28a5-49bd-9e05-fb3ef63d7997" providerId="ADAL" clId="{3604D2DB-B0B3-4E35-9EDA-42455EF74A6C}" dt="2023-06-12T09:12:16.273" v="9680" actId="20577"/>
          <ac:spMkLst>
            <pc:docMk/>
            <pc:sldMk cId="402914323" sldId="857"/>
            <ac:spMk id="2707" creationId="{8C90AB22-0FAA-18D4-D94B-9E0ABE06C7CE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08" creationId="{E7708612-7E0D-B582-35D4-896A47924CE3}"/>
          </ac:spMkLst>
        </pc:spChg>
        <pc:spChg chg="add del mod">
          <ac:chgData name="이민재" userId="f97f16f7-28a5-49bd-9e05-fb3ef63d7997" providerId="ADAL" clId="{3604D2DB-B0B3-4E35-9EDA-42455EF74A6C}" dt="2023-06-12T07:27:34.866" v="8201" actId="478"/>
          <ac:spMkLst>
            <pc:docMk/>
            <pc:sldMk cId="402914323" sldId="857"/>
            <ac:spMk id="2709" creationId="{35A5E9BC-D869-8589-99C6-E7A0390A48DF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10" creationId="{0618A9FE-3855-260F-EFBB-534BDBB89FFA}"/>
          </ac:spMkLst>
        </pc:spChg>
        <pc:spChg chg="add mod">
          <ac:chgData name="이민재" userId="f97f16f7-28a5-49bd-9e05-fb3ef63d7997" providerId="ADAL" clId="{3604D2DB-B0B3-4E35-9EDA-42455EF74A6C}" dt="2023-06-12T09:12:17.728" v="9683" actId="20577"/>
          <ac:spMkLst>
            <pc:docMk/>
            <pc:sldMk cId="402914323" sldId="857"/>
            <ac:spMk id="2711" creationId="{9E46BC03-0E63-8BCB-4309-3E0A3F3FE944}"/>
          </ac:spMkLst>
        </pc:spChg>
        <pc:spChg chg="add mod">
          <ac:chgData name="이민재" userId="f97f16f7-28a5-49bd-9e05-fb3ef63d7997" providerId="ADAL" clId="{3604D2DB-B0B3-4E35-9EDA-42455EF74A6C}" dt="2023-06-12T09:12:18.712" v="9686" actId="20577"/>
          <ac:spMkLst>
            <pc:docMk/>
            <pc:sldMk cId="402914323" sldId="857"/>
            <ac:spMk id="2712" creationId="{50DEA93D-855C-F7EE-924F-9B883A2854EC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6" creationId="{7CEF7B5F-7F16-9603-9A24-4A2BF975F119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7" creationId="{69B465C1-B0FD-B317-4FF9-5105DE065490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8" creationId="{83F70CCC-A514-8637-8689-66C935A4DA00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19" creationId="{E4CD1D35-DAE3-E2F3-924F-341FEA193296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20" creationId="{4655D40B-022C-8CCF-0AB3-3AE3D765EA89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21" creationId="{952A81DA-1A74-ED98-F917-16B48887AA87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2" creationId="{5E2E96E0-32AA-AE70-0031-F10E23EE3900}"/>
          </ac:spMkLst>
        </pc:spChg>
        <pc:spChg chg="add del mod">
          <ac:chgData name="이민재" userId="f97f16f7-28a5-49bd-9e05-fb3ef63d7997" providerId="ADAL" clId="{3604D2DB-B0B3-4E35-9EDA-42455EF74A6C}" dt="2023-06-12T07:31:20.998" v="8366" actId="478"/>
          <ac:spMkLst>
            <pc:docMk/>
            <pc:sldMk cId="402914323" sldId="857"/>
            <ac:spMk id="2723" creationId="{5CF09BFE-632A-D761-E5A8-4458DAE43A6A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4" creationId="{4BBE14E3-95F0-1F68-8515-D894A11115B0}"/>
          </ac:spMkLst>
        </pc:spChg>
        <pc:spChg chg="add del mod">
          <ac:chgData name="이민재" userId="f97f16f7-28a5-49bd-9e05-fb3ef63d7997" providerId="ADAL" clId="{3604D2DB-B0B3-4E35-9EDA-42455EF74A6C}" dt="2023-06-12T07:31:19.726" v="8365" actId="478"/>
          <ac:spMkLst>
            <pc:docMk/>
            <pc:sldMk cId="402914323" sldId="857"/>
            <ac:spMk id="2725" creationId="{C80576E4-B183-63D3-C7C0-F3E236119DB2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6" creationId="{7F32FB75-38DE-0218-2BAD-1643F525853A}"/>
          </ac:spMkLst>
        </pc:spChg>
        <pc:spChg chg="add del mod">
          <ac:chgData name="이민재" userId="f97f16f7-28a5-49bd-9e05-fb3ef63d7997" providerId="ADAL" clId="{3604D2DB-B0B3-4E35-9EDA-42455EF74A6C}" dt="2023-06-12T07:31:17.046" v="8363" actId="478"/>
          <ac:spMkLst>
            <pc:docMk/>
            <pc:sldMk cId="402914323" sldId="857"/>
            <ac:spMk id="2727" creationId="{B2F75213-23C6-D76D-E512-2ADBF579EF79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28" creationId="{DE84FAF1-5081-1942-2D41-60E03332D10B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1" creationId="{BE252D9F-F655-1A96-D3C2-A6E2150FFBD4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2" creationId="{5B9CD767-D49F-0103-334B-A44C2D47197A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3" creationId="{5BA23F4E-5986-56B0-57C5-02CF509FF3CD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4" creationId="{7FF90C95-3A16-33E9-D775-9EB4DA0BA356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5" creationId="{09CC1E9D-38C6-C86E-7C78-C43F889059C8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7" creationId="{6BA32295-76DC-0A9B-CCA8-B1244413337C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49" creationId="{63DD00FD-8459-4415-CA63-28F22C0C5CB1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0" creationId="{3EFFE137-7C63-8A8C-5419-15C3B49193F6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1" creationId="{97AF708B-43CB-F7C6-F885-97022AB97CD3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2" creationId="{E163DEA6-9E68-5C51-3C41-CAB3889529D3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3" creationId="{15D429FD-9ABB-7047-3F55-1CB0BBEC5679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4" creationId="{02558A9D-1E09-2E44-FE68-B08C19384A7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5" creationId="{20194203-9FB9-277E-A3F8-495CF5EB3DB8}"/>
          </ac:spMkLst>
        </pc:spChg>
        <pc:spChg chg="add mod">
          <ac:chgData name="이민재" userId="f97f16f7-28a5-49bd-9e05-fb3ef63d7997" providerId="ADAL" clId="{3604D2DB-B0B3-4E35-9EDA-42455EF74A6C}" dt="2023-06-12T09:07:24.758" v="9644" actId="113"/>
          <ac:spMkLst>
            <pc:docMk/>
            <pc:sldMk cId="402914323" sldId="857"/>
            <ac:spMk id="2767" creationId="{64C81666-4C85-260D-3AB4-98BAB4A8300E}"/>
          </ac:spMkLst>
        </pc:spChg>
        <pc:spChg chg="add mod">
          <ac:chgData name="이민재" userId="f97f16f7-28a5-49bd-9e05-fb3ef63d7997" providerId="ADAL" clId="{3604D2DB-B0B3-4E35-9EDA-42455EF74A6C}" dt="2023-06-12T09:07:26.990" v="9645" actId="113"/>
          <ac:spMkLst>
            <pc:docMk/>
            <pc:sldMk cId="402914323" sldId="857"/>
            <ac:spMk id="2768" creationId="{F26547A1-6638-4720-921B-E035B59A92B6}"/>
          </ac:spMkLst>
        </pc:spChg>
        <pc:spChg chg="add mod">
          <ac:chgData name="이민재" userId="f97f16f7-28a5-49bd-9e05-fb3ef63d7997" providerId="ADAL" clId="{3604D2DB-B0B3-4E35-9EDA-42455EF74A6C}" dt="2023-06-12T09:07:36.134" v="9656" actId="20577"/>
          <ac:spMkLst>
            <pc:docMk/>
            <pc:sldMk cId="402914323" sldId="857"/>
            <ac:spMk id="2769" creationId="{A9C74E10-5AC6-1FCE-4E67-9BB143BAA304}"/>
          </ac:spMkLst>
        </pc:spChg>
        <pc:spChg chg="add mod">
          <ac:chgData name="이민재" userId="f97f16f7-28a5-49bd-9e05-fb3ef63d7997" providerId="ADAL" clId="{3604D2DB-B0B3-4E35-9EDA-42455EF74A6C}" dt="2023-06-12T09:07:31.567" v="9647" actId="113"/>
          <ac:spMkLst>
            <pc:docMk/>
            <pc:sldMk cId="402914323" sldId="857"/>
            <ac:spMk id="2770" creationId="{7A71F694-3C80-5193-4410-5D6BD2F9ED10}"/>
          </ac:spMkLst>
        </pc:spChg>
        <pc:spChg chg="add mod">
          <ac:chgData name="이민재" userId="f97f16f7-28a5-49bd-9e05-fb3ef63d7997" providerId="ADAL" clId="{3604D2DB-B0B3-4E35-9EDA-42455EF74A6C}" dt="2023-06-12T09:07:39.880" v="9657" actId="113"/>
          <ac:spMkLst>
            <pc:docMk/>
            <pc:sldMk cId="402914323" sldId="857"/>
            <ac:spMk id="2771" creationId="{7E41C554-C367-BAEA-F0B9-A41229AC1D82}"/>
          </ac:spMkLst>
        </pc:spChg>
        <pc:spChg chg="add mod">
          <ac:chgData name="이민재" userId="f97f16f7-28a5-49bd-9e05-fb3ef63d7997" providerId="ADAL" clId="{3604D2DB-B0B3-4E35-9EDA-42455EF74A6C}" dt="2023-06-12T09:07:44.273" v="9658" actId="113"/>
          <ac:spMkLst>
            <pc:docMk/>
            <pc:sldMk cId="402914323" sldId="857"/>
            <ac:spMk id="2772" creationId="{111BE8AE-145E-AE11-253C-BEDF2AC56164}"/>
          </ac:spMkLst>
        </pc:spChg>
        <pc:spChg chg="add mod">
          <ac:chgData name="이민재" userId="f97f16f7-28a5-49bd-9e05-fb3ef63d7997" providerId="ADAL" clId="{3604D2DB-B0B3-4E35-9EDA-42455EF74A6C}" dt="2023-06-12T09:07:46.488" v="9659" actId="113"/>
          <ac:spMkLst>
            <pc:docMk/>
            <pc:sldMk cId="402914323" sldId="857"/>
            <ac:spMk id="2773" creationId="{0412AF6F-CF1B-4935-6DA1-E3485DFBA279}"/>
          </ac:spMkLst>
        </pc:spChg>
        <pc:spChg chg="add mod">
          <ac:chgData name="이민재" userId="f97f16f7-28a5-49bd-9e05-fb3ef63d7997" providerId="ADAL" clId="{3604D2DB-B0B3-4E35-9EDA-42455EF74A6C}" dt="2023-06-12T09:07:47.672" v="9660" actId="113"/>
          <ac:spMkLst>
            <pc:docMk/>
            <pc:sldMk cId="402914323" sldId="857"/>
            <ac:spMk id="2774" creationId="{56E98103-E982-BF22-EB54-ABCDE3D6683A}"/>
          </ac:spMkLst>
        </pc:spChg>
        <pc:spChg chg="add mod">
          <ac:chgData name="이민재" userId="f97f16f7-28a5-49bd-9e05-fb3ef63d7997" providerId="ADAL" clId="{3604D2DB-B0B3-4E35-9EDA-42455EF74A6C}" dt="2023-06-12T09:07:49.328" v="9661" actId="113"/>
          <ac:spMkLst>
            <pc:docMk/>
            <pc:sldMk cId="402914323" sldId="857"/>
            <ac:spMk id="2775" creationId="{E43FCF29-EEF0-2C6D-D9EF-6AB5B262A884}"/>
          </ac:spMkLst>
        </pc:spChg>
        <pc:spChg chg="add mod">
          <ac:chgData name="이민재" userId="f97f16f7-28a5-49bd-9e05-fb3ef63d7997" providerId="ADAL" clId="{3604D2DB-B0B3-4E35-9EDA-42455EF74A6C}" dt="2023-06-12T09:07:50.801" v="9662" actId="113"/>
          <ac:spMkLst>
            <pc:docMk/>
            <pc:sldMk cId="402914323" sldId="857"/>
            <ac:spMk id="2776" creationId="{97D162C3-5ED9-630F-194F-5475FDEA24F3}"/>
          </ac:spMkLst>
        </pc:spChg>
        <pc:spChg chg="add mod">
          <ac:chgData name="이민재" userId="f97f16f7-28a5-49bd-9e05-fb3ef63d7997" providerId="ADAL" clId="{3604D2DB-B0B3-4E35-9EDA-42455EF74A6C}" dt="2023-06-12T09:07:52.369" v="9663" actId="113"/>
          <ac:spMkLst>
            <pc:docMk/>
            <pc:sldMk cId="402914323" sldId="857"/>
            <ac:spMk id="2777" creationId="{D537D22A-A152-5D2F-002C-89B69A12C14D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4" creationId="{B1CE6500-B8F2-01EE-57A4-D4F0D9EDE0D5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5" creationId="{B1BB1503-5A58-9E2D-B9FE-6B53854D1B57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6" creationId="{0BEA1F88-82FD-7DAE-475C-C85951FAA461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7" creationId="{C8DA4AC3-D964-CDB9-FF18-49DEBFE70D5E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8" creationId="{69EE5F7B-C262-6616-915B-5140987CFC63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9" creationId="{59FC67BE-8306-17DF-896E-9AF1CF620051}"/>
          </ac:spMkLst>
        </pc:spChg>
        <pc:spChg chg="add mod">
          <ac:chgData name="이민재" userId="f97f16f7-28a5-49bd-9e05-fb3ef63d7997" providerId="ADAL" clId="{3604D2DB-B0B3-4E35-9EDA-42455EF74A6C}" dt="2023-06-12T10:30:12.524" v="10345"/>
          <ac:spMkLst>
            <pc:docMk/>
            <pc:sldMk cId="402914323" sldId="857"/>
            <ac:spMk id="2790" creationId="{9951C1F8-6822-A716-4415-E10CA9A5033C}"/>
          </ac:spMkLst>
        </pc:spChg>
        <pc:spChg chg="add mod">
          <ac:chgData name="이민재" userId="f97f16f7-28a5-49bd-9e05-fb3ef63d7997" providerId="ADAL" clId="{3604D2DB-B0B3-4E35-9EDA-42455EF74A6C}" dt="2023-06-14T06:51:43.420" v="13771" actId="20577"/>
          <ac:spMkLst>
            <pc:docMk/>
            <pc:sldMk cId="402914323" sldId="857"/>
            <ac:spMk id="2791" creationId="{3406C6BF-EC4A-FD0F-4CA1-8D39B4F75997}"/>
          </ac:spMkLst>
        </pc:s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5" creationId="{C914F99A-F8A9-8A69-74E9-C3752EE10A1C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0" creationId="{4D0B7782-3EFF-4003-88D6-4CB3205A9CAC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35" creationId="{7364FA77-B6B0-CBAD-728E-246C6985B941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50" creationId="{E20F41E8-582C-91FB-0A2D-BE72D8E97D3D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241" creationId="{DAAB93AB-FF48-0985-8060-7EBB08414E3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57" creationId="{B9A1000F-4B73-5CC7-13C5-29690DAE947B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72" creationId="{72BDCD37-40B9-35FD-B865-A811D640BFD7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89" creationId="{B86A60C8-326F-5EC9-DE5D-1FDDB69BAC1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04" creationId="{5FC45171-F0D0-A568-1DD9-9AEDA25949E9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19" creationId="{18869301-14BC-6802-F77B-1C9427565A08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338" creationId="{B3101321-8579-0A59-2BB3-9DC981CDD420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53" creationId="{EFA3E4EA-6866-BD50-F4C2-D1E99086174F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368" creationId="{59CA3DE8-067D-1F20-04FB-841B5B43AE98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383" creationId="{A5812D1C-D23C-437C-F396-2B4A9522329B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00" creationId="{C4FBED34-F3CE-3453-1A08-BFA81CE79579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17" creationId="{E6734288-5839-A6CA-FDBB-DD0E93C3A9E3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32" creationId="{04235CE6-5797-7458-C5F5-92AA66361421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47" creationId="{C3972B6B-5FC1-AC10-211C-C313E0D0DCAB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469" creationId="{196D5B1D-5C1F-3FD7-9AF0-893696384265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484" creationId="{D8C85C18-D63C-C518-3681-03D55416814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01" creationId="{55A4F559-FFE4-FF1E-142B-05B5AB84DA6A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18" creationId="{0C44135E-86FA-3D33-ADFC-E24B49B12BA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33" creationId="{36679D5E-671A-284A-4637-83310F524DD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48" creationId="{246E4A12-6E26-D7A9-3E9F-DF9BDB4C5BF3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63" creationId="{72EC8051-DE8A-A99A-8567-85EEF080D4BF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78" creationId="{217A06D1-4888-2D86-A9C3-EF991623D2A5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93" creationId="{F84F538E-1D26-5D56-2B7E-5711A144DE11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08" creationId="{07036399-A6EB-E78F-659E-5B2BE7C68DB1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23" creationId="{C2210F00-EC95-1ABD-C6B5-77C5911526E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38" creationId="{A7301145-87BF-08EB-6A9D-EE3FE75783A3}"/>
          </ac:grpSpMkLst>
        </pc:grp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7" creationId="{92EE5E69-9C68-3A88-EC60-AFBFF375B5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8" creationId="{9078C5AA-CD6E-5A5E-212F-B6DCD0E28928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9" creationId="{4B6B20FE-90DF-0A0B-6414-C7343F3140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9" creationId="{AB391174-763A-EFCF-E223-668E1225BC84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0" creationId="{6B6721BE-727E-1A88-D93F-412F8F4686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0" creationId="{FDA54D06-C69C-103C-6973-2594ACDFCCA6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1" creationId="{5F8D6854-3D9D-9A50-1C46-552E0607F13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1" creationId="{7FFF5CCE-BECB-EED3-627C-1F1257D2F8E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2" creationId="{18F32971-6A15-0333-3E8F-C494696AA84F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2" creationId="{F3BEE839-FC16-D175-6744-46031B87DA4A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3" creationId="{B4599E08-FF82-B57C-79F3-BE790022562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3" creationId="{C91A5802-FE39-42B6-A127-CB8187AC28A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4" creationId="{D707C2A9-85D4-2CC5-0F82-2A12509EF88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5" creationId="{820FEF88-7F90-5280-19D4-8B7ABAC7A28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6" creationId="{C5216C82-43DF-4F87-1401-CDC37A8DDCD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7" creationId="{352CD224-C70A-76D7-65EE-515FC0E8034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8" creationId="{039922B4-475A-B1BE-96AA-DB3EDDE6A71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9" creationId="{D517330A-C45A-5B2B-9624-30CC3D6A2EB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" creationId="{0248FAA0-9685-AF00-B81C-076EF0BAF8F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" creationId="{F0848195-15B3-105B-7EF3-9711EEF74B6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" creationId="{45AAA741-17E2-6194-66E4-D5E250D05BA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5" creationId="{1B7A662B-955A-6F79-801E-63DC242CA3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6" creationId="{61FCEEE8-B7C1-E470-C4A7-EF54F3F831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7" creationId="{99D24312-86A4-1CFE-EC36-B9FE258ABB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8" creationId="{2D279F1B-DC7B-BAFE-E713-B0C825FF5A7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9" creationId="{8F43AFDA-166D-25DA-7D31-398C55E5CE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0" creationId="{9198125E-15AC-E05A-01CA-2535875B6F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1" creationId="{8D341D5E-B2E9-ECDB-B469-1E05F9F553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2" creationId="{DFA3DD77-6F06-ED6D-61BD-FF0B4EA6A68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3" creationId="{43C40F33-1203-DBFA-61CD-43033323F6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4" creationId="{364D88F6-DD0F-496B-01E2-577FF0FF73C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7" creationId="{A3196F9B-E7FE-83BF-FB3D-F7ED9395E6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8" creationId="{3A7F003C-E40E-DF7B-9A9C-1A845185F7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9" creationId="{D0823BCE-AB1A-89A4-8D2C-BA3819292CE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0" creationId="{7967F2B6-40C2-45BC-0BB7-86DFD85513F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1" creationId="{7DFE65C1-9B84-F87E-9217-1364E5B0AB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2" creationId="{47588E3D-8943-7E4E-09F2-C57FD04928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3" creationId="{35B7C821-123E-BBAD-9E18-3A709AAB9B7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4" creationId="{65970758-3B84-DE63-80AF-2E3A875F5E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5" creationId="{4AB804F2-7A93-1261-DD4B-B243AD5DE69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6" creationId="{1FA38126-D75C-938D-E4B6-448966D1A43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7" creationId="{F012E3AD-7046-61B5-5A60-AE7581A87AD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8" creationId="{95A1D8FA-953B-AF41-B9B7-16330743DDF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9" creationId="{8205FEC1-F589-4EB5-E663-E607E31CBD1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2" creationId="{E5043727-F8BE-8577-AA1B-6DC02AF017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3" creationId="{59B64E86-EB28-C0DA-151F-2CD2C513C9C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4" creationId="{0BF6D332-93BE-CD66-1A28-0148DFCCCA2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5" creationId="{FBCB98D5-B074-7C94-B21D-ACDE113C4E7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6" creationId="{59285B13-296D-ABFC-E62D-20249DFFE5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7" creationId="{FA7BF50E-969C-2F38-C001-AE80FC5C6D0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8" creationId="{CDC8CF2F-283B-D82B-17F2-105923967CD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9" creationId="{862206FA-9D12-1ACC-122F-C4FE734D67F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0" creationId="{F6324F19-A5CF-A222-3C6E-8D1FDDEA94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1" creationId="{70BEEC12-F78C-9A62-18A2-EBEC2C87E8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2" creationId="{9E8C4297-9C1A-ACAA-F54E-C1088EBD461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3" creationId="{09D3A7E5-F26C-8CCB-033F-ECCFF6F3153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0" creationId="{668BDB5D-FFCD-2E5D-66EA-FE943FE4E6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3" creationId="{9C9FB6E7-DE4B-7CB6-1AD4-82F3EDA7075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4" creationId="{1B299476-834B-E7B6-0EF9-27DA399B08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5" creationId="{CD60DF0B-64C6-F0B7-9EE8-0FFB97969C2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6" creationId="{F5902511-B55D-2465-11FA-5A2C200E43C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7" creationId="{86B1AC48-10F6-97C1-68DF-E10AEF88D13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8" creationId="{3037ACAA-6E79-8A64-54AC-3CFA32ED5C7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9" creationId="{5DA27CB5-B897-C918-48C5-80CD7995B9D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0" creationId="{F0C58880-DC94-F23D-401A-BAC81F9EA8B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1" creationId="{46A0A9CB-E9B0-B117-24DA-57CA60823F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2" creationId="{D04138A8-02C5-80DE-071F-1307BC3CA3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3" creationId="{E37CE5E0-0BBD-3DF8-D88D-9C005888BD9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4" creationId="{51FDDA82-2262-D801-D741-65AA729BAAF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6" creationId="{1D1A4571-A0EF-D510-07E7-07E8340217F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9" creationId="{253B5EDC-251B-0064-8B5D-0D745C0EF86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0" creationId="{0B638966-B14C-A968-89D1-F27F23027F2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1" creationId="{7E68CA3D-F2B2-684B-6D58-A539166C0DB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2" creationId="{AE2175D8-17C5-E3A6-743D-FD8C0AE3925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3" creationId="{2B19EA5A-7134-C278-A4D5-93D7B25263C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4" creationId="{20EC8FB3-ECA1-3CFD-E7DF-60FE4962287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5" creationId="{007CA672-534F-CE8B-6CBD-EAD502769EF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6" creationId="{CB6CE902-0F8E-99AA-D531-74C7B4677B6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7" creationId="{C79420A3-B744-1E07-4E91-5DFAFA78897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8" creationId="{5D0F450D-0D3C-7142-0F37-2FAACD816A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9" creationId="{D2FF8B62-CCBD-0DFC-5873-671FE723DC6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0" creationId="{FAA87661-3C9C-28D2-1EB8-5FA160BCE6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1" creationId="{8126FC9E-1BA3-EE0C-7D9A-142BC779D8C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4" creationId="{9F4FF686-0F9D-4BBB-321A-DD1F1694E84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5" creationId="{2EC6CFC8-15BB-A6E9-4778-7FDAF343FFF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6" creationId="{7B111789-E6B7-4DF9-ADD0-2198470EF27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7" creationId="{1571FF00-33C8-4884-645F-550BB86FF82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8" creationId="{F64EF4AF-F650-451C-04E0-4A74146C0696}"/>
          </ac:cxnSpMkLst>
        </pc:cxnChg>
        <pc:cxnChg chg="mod">
          <ac:chgData name="이민재" userId="f97f16f7-28a5-49bd-9e05-fb3ef63d7997" providerId="ADAL" clId="{3604D2DB-B0B3-4E35-9EDA-42455EF74A6C}" dt="2023-06-14T06:51:09.197" v="13763" actId="1035"/>
          <ac:cxnSpMkLst>
            <pc:docMk/>
            <pc:sldMk cId="402914323" sldId="857"/>
            <ac:cxnSpMk id="2279" creationId="{91EA6369-2B1D-F360-CF82-3E415CD8029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0" creationId="{EFE08D9A-157F-9C98-902E-432D3EE0F5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1" creationId="{7F5BE27B-52B0-4EAE-731C-389AF5F953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2" creationId="{9C12C2ED-D25D-ED74-75CA-5C9E281CF63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3" creationId="{32B40B16-A104-3690-A1BB-F59A5807B1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4" creationId="{96B55AC5-FC66-ED2C-4CAE-1BBB3D34D0A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5" creationId="{0017B7C7-B019-8EC3-4346-C248E41E71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6" creationId="{8E13FA51-9807-7000-E128-1C7783BAE73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1" creationId="{373BE123-5FFD-B334-8A85-DC8A5D3FD1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2" creationId="{358EA2BD-8104-EADD-0F3B-09200421361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3" creationId="{26E6738F-999B-588A-2AB4-A6043482D3A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4" creationId="{09060A32-8552-2FCE-050B-4F64A8E7F0B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5" creationId="{600157F3-0A77-C08E-156C-A1E19E234AC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6" creationId="{27D14E15-BEAF-79D6-D95D-D0A0F6A32D7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7" creationId="{EF62A198-6AA4-B119-B622-727A8A2F1E6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8" creationId="{08F07413-5694-DEB6-CA53-43FC5AFD061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9" creationId="{ABCBFAB7-A193-5AD7-8017-B9D7BC4080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0" creationId="{8BFF26CE-A19F-3A68-BEC4-339A9BDE167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1" creationId="{0A2DD4D8-0CCC-D1A0-0D2D-8751D2FE59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2" creationId="{C523E468-3D33-5A3F-21F6-23A6BF11300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3" creationId="{872734BC-E3BF-7924-CEA8-C382D8CB7DB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6" creationId="{9E50B09B-74C8-D6C6-469F-03FFBB424A1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7" creationId="{BE3AE2C1-B5FC-9006-01D7-74F766724E9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8" creationId="{FFE61687-FCED-3632-B91E-6690F07FD4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9" creationId="{912A310F-54A6-38AF-54DA-92F8F969116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0" creationId="{F6DE82CC-A081-320A-9FF5-72EC64315F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1" creationId="{0F22F275-8F52-1F97-B19D-9A2BDFFDAEE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2" creationId="{28C2AC20-8913-DEFA-7019-D3A36887073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3" creationId="{2D5DEC22-677C-571C-F2A3-F18CE4B78D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4" creationId="{308F6DCA-B3D4-06D8-92A9-84C715C52E4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5" creationId="{707DBE20-6007-CB1E-0AA7-6C60B6E80A2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6" creationId="{7C4AEB6D-1D4D-269B-30DC-C6701AEF38E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7" creationId="{A00E3AE8-1785-7F47-7EFA-D1963B29DF6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8" creationId="{B1AAAA6A-F427-BEDF-3E2C-CC32471098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1" creationId="{16DB3545-E4DD-7992-A52D-70648B45C06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2" creationId="{43B4E04E-3813-0038-F340-0E0759F05FE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3" creationId="{B5C11216-94EB-BEC8-2A50-5BDE04FF75A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4" creationId="{C7A18267-7AD0-AFDC-179D-CDAA5F57E8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5" creationId="{98B9050E-2D7F-28AF-513F-FA73A59C55A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6" creationId="{7C9BE7D0-732E-09FA-54AB-FC7EBB1D540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7" creationId="{EC2AB283-9752-E7D4-D9B8-BDDBC5CE776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8" creationId="{7A26E9A3-900F-F355-9638-41E1F124296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9" creationId="{3A54CC6C-0683-FF4A-6B7C-8761E7E67C6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0" creationId="{86072103-C951-4770-0B6E-C9F7FBDD100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1" creationId="{5C320213-370A-C3D4-D24E-626DFC051D7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2" creationId="{868FECAF-F6AF-5818-9131-E8CFC8F1BB6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3" creationId="{FC66255C-9691-2226-A79E-7A2D099CF5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0" creationId="{BD628A7D-4427-A3CD-E132-2A21CBAB785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1" creationId="{1CD8CE2C-4EBF-7B38-3D7E-EE25A36ED8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2" creationId="{B98576A3-E93B-6AF0-95E5-18660E21CD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3" creationId="{F9745691-35E7-954E-46E0-D563ED7F15D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4" creationId="{5DDBFBF4-CC5D-D70E-587F-F2FB4481D61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5" creationId="{30DCD385-BAC0-024E-30EC-60178B895EC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6" creationId="{E7D34855-2C8A-B178-513C-521EAEADA3C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7" creationId="{646DE7AF-7147-5A2E-7927-9D37F4866C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8" creationId="{8F69962B-864C-3074-60D3-ED584E8E67C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9" creationId="{653517AB-D19A-361A-22AE-E4BAD35CB7C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0" creationId="{8E20D61E-DB9B-ABB4-596D-574D8CBAD56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1" creationId="{B0D0288E-1495-AF24-3F8C-8226322A111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2" creationId="{8C20A25F-F9A2-E971-755B-5691ACCAC0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5" creationId="{E2C56785-BF7C-B2F5-1EFB-DEB4F140E23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6" creationId="{08945106-9612-4F16-897E-EF1A444B8BA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7" creationId="{8876C3C1-66FC-310E-CC40-78F93F7F25D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8" creationId="{4F857B60-B440-3FC9-DBCB-69B069D37E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9" creationId="{2C175D83-7307-38C8-817E-9F1A3F98EEC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0" creationId="{6E37483F-F5F1-1173-466B-9C935222A44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1" creationId="{2E5DCD44-5E63-A74F-753C-AD34DB017CF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2" creationId="{5D28FC8B-F9BF-EF87-FDAB-ED87AC03CAB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3" creationId="{221569B5-4A28-08C5-EFCD-EA63701935B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4" creationId="{F7C5FDF7-B217-3230-7A6F-DB972C9F9D7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5" creationId="{DBEBD87C-AE54-3C59-5C0B-5C98531912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6" creationId="{C9327D16-47B1-AC8A-7CC5-1CC824D1891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7" creationId="{95FCA26F-4B0E-689D-4402-FEF4D330EA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0" creationId="{B8522B73-F2DE-DB0F-AD13-4044D435DB0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1" creationId="{E7E5206E-2C8D-FC10-5609-B8A62FA5060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2" creationId="{E0E4CFBE-AC73-1122-3B66-F58BACEC30D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3" creationId="{35380CC9-55FD-187D-B28E-E65976ADE33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4" creationId="{97D6DDA5-84F9-21A9-58CD-1DE04B07A17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5" creationId="{EA628587-06E6-B424-5750-0D890868D4C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6" creationId="{0DA1CC32-AA22-9DDE-6F9F-4401E1906C3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7" creationId="{A9F11E93-D6D2-3F86-103A-0FDD5C8A532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8" creationId="{D46470DE-AAAD-5B3A-C46F-E8A14F881FA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9" creationId="{F992021D-8370-1D73-855C-AB11662595E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0" creationId="{9BB102FC-66E6-033E-E171-E7AA805E46F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1" creationId="{FD860BFA-38D6-B23A-39FF-42EADF547B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2" creationId="{C6DB6FDA-57EE-7BA4-CA14-B13CFEF70BA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5" creationId="{E1BF1357-0838-5ABA-2F20-BC22FCEEDEA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6" creationId="{17A4C479-EB63-D3B6-5C2D-97C7195B065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7" creationId="{339B8F34-8539-79DB-E672-51C3D68A49B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8" creationId="{8F76993E-58EE-5494-C8A3-F3222453597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9" creationId="{19858B6D-CF52-5354-DC6F-787AAF923B0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0" creationId="{C5BF25C3-F2A5-0976-EF68-8F7E6284EBD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1" creationId="{FDA9A141-8773-D27C-CFD0-4056C0EEF56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2" creationId="{1E6E0588-DD2B-B8C2-098A-3D619025198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3" creationId="{BC2D2A3E-C984-F6E5-E8D7-096A1FD056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4" creationId="{4B751C20-2379-452B-FBF2-BEB120E04F8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5" creationId="{95F15376-8874-3B6F-C530-92BDBDF0E68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6" creationId="{479B6269-A555-1D32-7723-1A47CBB9CF9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7" creationId="{BB78B8E0-E284-E45C-624A-C6E9E587100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2" creationId="{90D3F38F-59FD-C04F-FFE9-9FCECA7856E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3" creationId="{1A99772D-1A61-7925-3E04-9404C4EB476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4" creationId="{4D55449A-3DB0-7FFE-B648-A64EC00696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5" creationId="{8ECF2DF4-54BD-02E7-8B9E-1828DEB800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6" creationId="{2048ECED-0B33-2BA6-A9C6-E461745002A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7" creationId="{38999173-6A72-349B-3E63-5F9F12B945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8" creationId="{9DC12EA8-52D6-D582-070F-0B1357DE0D2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9" creationId="{C48BA9EC-BD97-463A-77AE-F7C637841CB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0" creationId="{806CE026-375A-607D-41D0-15E3203E58F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1" creationId="{130733E0-A2B7-3C7A-EFF9-29FAF2D6ABE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2" creationId="{BB5F1FCA-2063-2282-8DB1-FC2C06F5215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3" creationId="{34E9589D-821F-38C2-4429-3E12D0262C4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4" creationId="{97FD39AA-D3C8-8FF1-5B3F-EA874B6E312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9" creationId="{9D1BAC4D-7FD3-46D2-FE72-D4AC8DAA8F7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0" creationId="{9687A582-EF39-969C-6784-F6C66F0F84B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1" creationId="{72F2F26E-7708-8357-CD07-E60E18F388C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2" creationId="{2CE9BADC-35CD-C4F6-42F6-CD8F1F713D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3" creationId="{188F5535-FB1E-ABE8-2CAD-83509DF32B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4" creationId="{B1A2A0DA-833D-B072-42B5-A040AD7D0BE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5" creationId="{6ED5B6AF-31E8-1E5B-1E8F-0A516CC210F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6" creationId="{B2D1FDA3-E481-31AB-9D50-A5D2C27726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7" creationId="{331BC19A-A6A5-A503-A01A-633ACFB0524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8" creationId="{7A0D9333-0B2E-A5B1-1098-CDD25C00E8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9" creationId="{3BEA4CA1-AADE-BF0A-3BF8-83353CC9C0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0" creationId="{AD344F96-722C-1832-1901-F39207C15B4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1" creationId="{C2E1559E-FA12-48BA-77E8-2C3134BE3F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4" creationId="{9FD650B1-A4CA-7816-634A-308B5702EE1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5" creationId="{C3233842-8D06-26A0-B053-DEC57333B5D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6" creationId="{CBF7D768-418C-7D97-6C6B-3845D75B314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7" creationId="{65713DB9-E13C-A787-2098-57AB8F0B35C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8" creationId="{21A3964D-505C-D1EA-C8E2-B8A2B4906F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9" creationId="{266A34EF-67A5-451A-1157-589BBEAEAD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0" creationId="{ED84A1EE-8388-6D30-6D8F-54705A85746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1" creationId="{9D0A5865-79F4-9198-536C-7F2BF5DCE6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2" creationId="{641DDC19-653C-D768-BE96-351FBE4D41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3" creationId="{E708B557-519B-6071-9393-0B85B00841B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4" creationId="{641C09B7-34BF-CF97-150A-A8B6486933D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5" creationId="{B133A17F-C11F-85FD-BF8A-43C86F09597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6" creationId="{BECC7B50-34AD-2352-46D3-DF6EE1F72B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9" creationId="{55107052-F971-855A-85FE-240A0606E24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0" creationId="{C1A36B9C-A081-5A39-6292-2F32376AF26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1" creationId="{47E445D0-9A0D-D704-8B15-6EC09BA99D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2" creationId="{0A821C9D-99E2-3A1B-2F1F-4D6F30EA98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3" creationId="{2597543A-293B-40EA-DA5B-AED2242E1AC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4" creationId="{720ADD4F-CDE4-3391-8F60-C8A5DE45A7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5" creationId="{809BD471-FE14-DDAD-FEC2-73AB8BA7A6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6" creationId="{98ED9753-9476-BBA3-EE2F-011703F7049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7" creationId="{588E368B-545F-E56F-4415-64C33E40640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8" creationId="{99F279D1-A5A1-802A-A2BF-D656062FE4B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9" creationId="{188011F4-8C43-B7B4-743A-646B6A7D9CC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60" creationId="{3A7C0306-D363-ABAA-9F18-4A35D94576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61" creationId="{95232921-8872-A5B4-37AC-D89D743B8A73}"/>
          </ac:cxnSpMkLst>
        </pc:cxnChg>
        <pc:cxnChg chg="add del mod">
          <ac:chgData name="이민재" userId="f97f16f7-28a5-49bd-9e05-fb3ef63d7997" providerId="ADAL" clId="{3604D2DB-B0B3-4E35-9EDA-42455EF74A6C}" dt="2023-06-12T05:27:18.523" v="7506" actId="478"/>
          <ac:cxnSpMkLst>
            <pc:docMk/>
            <pc:sldMk cId="402914323" sldId="857"/>
            <ac:cxnSpMk id="2466" creationId="{60BDB40E-F67B-76C4-CDDC-90432792183B}"/>
          </ac:cxnSpMkLst>
        </pc:cxnChg>
        <pc:cxnChg chg="add del mod">
          <ac:chgData name="이민재" userId="f97f16f7-28a5-49bd-9e05-fb3ef63d7997" providerId="ADAL" clId="{3604D2DB-B0B3-4E35-9EDA-42455EF74A6C}" dt="2023-06-12T05:27:17.844" v="7505" actId="478"/>
          <ac:cxnSpMkLst>
            <pc:docMk/>
            <pc:sldMk cId="402914323" sldId="857"/>
            <ac:cxnSpMk id="2467" creationId="{9CB31924-8F3C-C865-5C20-BBE3C52FBFC0}"/>
          </ac:cxnSpMkLst>
        </pc:cxnChg>
        <pc:cxnChg chg="add del mod">
          <ac:chgData name="이민재" userId="f97f16f7-28a5-49bd-9e05-fb3ef63d7997" providerId="ADAL" clId="{3604D2DB-B0B3-4E35-9EDA-42455EF74A6C}" dt="2023-06-12T05:27:17.155" v="7504" actId="478"/>
          <ac:cxnSpMkLst>
            <pc:docMk/>
            <pc:sldMk cId="402914323" sldId="857"/>
            <ac:cxnSpMk id="2468" creationId="{EDFDC007-6537-4585-FC73-49D1237D081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1" creationId="{FF25572A-350B-FA64-6CCE-1A2CF7C2C9A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2" creationId="{4575CFC2-5F6E-CB66-B1EE-3EAAF0D6846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3" creationId="{DD9FDBEB-92CB-C343-B4AA-E85F9EF0BBF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4" creationId="{70375AA5-5EFF-D60D-0556-2162FFE4D00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5" creationId="{A8F4D8C9-9708-0D6A-B455-FA1BAB2F30C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6" creationId="{644EE86C-30C8-0565-4A77-BD91811DF44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7" creationId="{88BD7F27-6B6C-E80F-333C-18AEDDC31B2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8" creationId="{ECAD2475-3AC3-EFB9-9D40-F79680CFAD8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9" creationId="{46CE17C2-BAF4-0CF7-720A-77664A53ADB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0" creationId="{606CABA4-4E3E-7316-EB15-CE51962E64B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1" creationId="{8A65416D-9C1A-E0F1-176A-856DA0DA28B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2" creationId="{90D638A6-B94E-09EA-DA3B-C89A58704C0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3" creationId="{32B8C76E-0FFC-B8BE-4E2E-ACA54E66CF5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6" creationId="{F03F7534-338D-0578-C2E7-00C07BA64B0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7" creationId="{7517921E-5D81-13BA-103D-0EAE81ADC1C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8" creationId="{FDE8CACB-6E60-3E54-4800-EA7AC16328A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9" creationId="{9C511F70-5AF5-0C3C-018B-1D1EA3FE495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0" creationId="{45AC0EC2-3FF0-5E88-4453-BB5C6B6E3E9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1" creationId="{40442E78-6F9F-02A1-D702-E2A534826B1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2" creationId="{C131C0E6-3C99-4DB5-FB31-A9A03C0D336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3" creationId="{2B721580-6586-DE26-EC0D-C6EAF4BD27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4" creationId="{6F265EB8-55DE-C682-ACF1-35D75FDB0BA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5" creationId="{791B9A7D-0A22-3371-6D5E-33AB7567E1A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6" creationId="{CF360C5C-6516-0BC0-96CC-5D2FC8F9C87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7" creationId="{FC5E2FFA-D586-0D15-B93D-86CBB0EED5C9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8" creationId="{C806096B-BD0E-5492-1619-A7EFA89181B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3" creationId="{72EE5C0C-CBDD-15BC-64A4-CDBDC5D64F3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4" creationId="{777CED7E-91C8-B582-AC42-F22931A986C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5" creationId="{E87892CC-3AA8-C9E6-FE2E-E9970D0A49C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6" creationId="{1BEC79C0-1AE1-4AB7-44E6-4F8BEA232A8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7" creationId="{4130851B-D802-F13E-0932-EDF549411C5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8" creationId="{789BF94D-961B-6AF0-EB6B-F82BB359BA1A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9" creationId="{60CF511E-751C-D881-6C93-2DB05C19413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0" creationId="{E962C231-86CE-B4B3-9997-55AF9E6EF0F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1" creationId="{4DF5284B-26E6-3454-731D-DAF69A10501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2" creationId="{02470072-263B-0F8F-2A35-FDFEC024440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3" creationId="{451D38A1-E079-F0B3-760B-23E2E3607A8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4" creationId="{E9C87A45-2F8F-267E-9ADD-7027F703B5A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5" creationId="{136263FF-BD2A-3EAE-68C0-52EB2835C77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0" creationId="{DADEC0CF-5D6B-D6C6-7208-0EC2C8519FA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1" creationId="{33B104A3-87D7-4B6B-C3AB-A872AF2F7E3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2" creationId="{883C09F1-FCAF-ACB0-7F88-8232B3E5C5F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3" creationId="{CE36B3E9-5709-9DE6-A775-3DDAA58ACEE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4" creationId="{EBC72CF5-C3C3-2246-9743-D091956532F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5" creationId="{5F69AFBB-4948-BF59-EB7E-20F711F5C2F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6" creationId="{DDEE8F0F-7D53-4580-672D-11BB8591BA0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7" creationId="{80BCC123-DF16-A81A-AB9B-1247E78724C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8" creationId="{BDD6D47D-4953-DE22-A6AE-38CE998EC6C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9" creationId="{BE76B4F9-5859-63B5-8BBA-5408925898D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0" creationId="{3F97ADE5-41B4-3A10-E30B-6BFA60A0541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1" creationId="{D32CFBBF-F60C-3E89-7C70-0DFE16F3988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2" creationId="{E55F07D4-EC24-CB67-B46D-E0150DC27FE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5" creationId="{048FA92E-84AD-539F-E876-AEE919F7CB2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6" creationId="{1679BF41-36FA-82AC-3B3C-523EA80FD55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7" creationId="{1C352BB2-559C-8064-6CD0-0EB87E8D22C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8" creationId="{AE8F4315-18C0-2A1F-5D94-AA74F2CE59F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9" creationId="{337A47A7-660A-8315-CB3B-DC419FCC98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0" creationId="{9B4C09DD-D2F1-F121-F051-C725D615588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1" creationId="{0746FF99-DFC6-C592-9F1B-36FB099E814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2" creationId="{3B922ADA-8CDB-7445-7662-1183A1A24EE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3" creationId="{4D0351FD-29CD-8EFF-B87D-1ECE4CEDFDE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4" creationId="{35740FBC-37EE-4E90-E12C-7A374317372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5" creationId="{87B38AA7-D979-8674-D33C-3D2A9BB8D54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6" creationId="{61314DA1-9640-D034-B870-5AE9DC2BD78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7" creationId="{69710BEF-DA66-913F-3F39-A0781F4CA71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0" creationId="{FF154152-AD21-EBDB-089E-E6466CFC566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1" creationId="{75B2DA2A-36CE-E10F-550C-A0317BF96D1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2" creationId="{A9260001-1517-3569-B01F-B6F268C6352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3" creationId="{FD89C1B3-9A78-883D-F23E-29F559673F9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4" creationId="{6D3F394C-6163-8CC7-1D94-6B0994AD75A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5" creationId="{3A3FD126-119F-0297-8BD1-23DFE518CE5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6" creationId="{FAA3CF22-CA4A-0CFB-7858-C65AB0DEF8B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7" creationId="{ABC98903-1919-E4F9-86AC-EEB3720CE96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8" creationId="{1BF65E39-8010-57FF-78E2-1048253A796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9" creationId="{90140854-A35C-B979-1E7C-6F7A98F5BEC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0" creationId="{BF4B0426-BCE3-FE42-4B8C-06785DB2E72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1" creationId="{4052343D-6DDE-39BA-57EF-BBED38C7D0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2" creationId="{406F7F06-66EB-FB22-9C03-9A36D31A27A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5" creationId="{D453866E-973E-3740-5506-1A1D86DF6AA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6" creationId="{22119D5D-0A5C-DD12-149A-889F09CC51B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7" creationId="{6C596603-CA87-C2C7-E1CB-43FDD42B173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8" creationId="{3674028D-B14A-1103-1DC9-793CA5D3020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9" creationId="{F8B68FE8-FDE8-F092-5C3B-F87628055F2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0" creationId="{BFAE401B-BAF4-8AB3-3C9A-20E1D1847F9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1" creationId="{2F7BC4E6-EEBD-DA91-400E-5A5487F8B3B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2" creationId="{6C9A9231-CE26-E9DF-D511-6ECFAF604AE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3" creationId="{267DE707-7C4B-1ECD-8184-C66FFC13782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4" creationId="{DFF51C9D-937A-9964-5622-F4D89E7AD7C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5" creationId="{22BE7BB0-9DB9-AB38-CBCC-764ACB100A2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6" creationId="{58C3ECCE-1C49-CB77-DF10-96AE09A596E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7" creationId="{01D83060-772A-CCA4-02E5-A6587B0F064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0" creationId="{8BC7395C-D902-CDDC-F0BC-EF1A4B1C07F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1" creationId="{B703A555-0E18-C7C9-0512-75E9B5230C5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2" creationId="{F2904555-F9BE-06D9-E336-EA6E821E205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3" creationId="{4BB95C19-5078-557E-0309-1FCBE829C9B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4" creationId="{6714A760-152A-4832-373C-F69EED3431B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5" creationId="{39F1B3EF-05CF-F3E7-20B1-9B0E591EBAE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6" creationId="{C0E44059-7D9C-F423-B8DD-34C84500CC1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7" creationId="{B14C7298-F291-0310-8FDC-5F48C9543E2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8" creationId="{0729B3CC-EE36-CF68-D685-EB975F4837C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9" creationId="{BD4EBCD0-51B3-4380-4830-B940A37F070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0" creationId="{366183D5-7CAB-04A5-DF65-2BF8C5564D7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1" creationId="{4D37224A-9516-D926-622A-EE4E9AA9CB9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2" creationId="{863D41A2-B2A5-D357-A31D-655760C7A43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5" creationId="{39A4593E-EEEA-0F81-30E7-417BD4D2517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6" creationId="{687E60B5-5045-6068-1C48-637846B4288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7" creationId="{FD3678EE-FCB9-F7CB-7274-477D0E0E3829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8" creationId="{57208BBC-63CB-CFCD-9314-64714744658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9" creationId="{C585B111-17E5-298C-1D28-6B3C3A657A7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0" creationId="{E82029D7-88B8-B213-0942-4544A309A4F9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1" creationId="{45AA4B23-EB6B-BF43-AB2B-67BC6DD49F4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2" creationId="{8D5E0144-97B8-A013-7852-735BE381D2D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3" creationId="{5174DEC6-C9E7-DC4A-C239-EEF9D157E08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4" creationId="{6A8ECC68-DF75-1AFF-9C09-FA049A2B4D1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5" creationId="{CA046839-6DC6-AD88-1A7B-4761093C2A5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6" creationId="{D19CE04A-87BA-BDC4-8C17-27BFB43ED82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7" creationId="{3089AD75-D712-D68C-322E-9E3C57226E5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0" creationId="{26137DE6-B42B-031C-BD54-BF6F88E68EB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1" creationId="{31C5A638-3026-2C6F-09CD-36AE00D1835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2" creationId="{7382877A-E6F5-C8FC-7F2C-83C45F4C7E4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3" creationId="{93E41F06-3EE8-57FE-D95A-874F4D535E6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4" creationId="{A5A91029-248A-0696-7F04-CFAB23472E5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5" creationId="{B4DE7301-67FD-21E4-B85C-00324218635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6" creationId="{495EF0A0-586A-2AB2-BB8D-4D79D679EBC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7" creationId="{B94F713B-2A3A-E652-E335-C172082F157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8" creationId="{BECEECDB-78E0-D16C-0D70-48376F294D3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9" creationId="{600B3510-9CAB-3FCD-CF60-3BD7E99178D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0" creationId="{0BE98FEF-4EBB-394A-9D96-E4A04B92F33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1" creationId="{55FA0AF0-C228-AEBD-857A-D9C96EA0B30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2" creationId="{1F94453D-1231-952C-D337-3D9C386D545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5" creationId="{DF04348E-AC1E-5D10-E912-FD4408FAAE0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6" creationId="{A9C33949-E8E1-07C7-DAED-5B595EC9C87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7" creationId="{830BBF1E-AE0F-D84D-1F9B-E37360D82A7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8" creationId="{F96DA872-2D6E-9CE6-BE27-F8B2720A106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9" creationId="{42B8BA5E-272B-8923-8840-2B2A8001B06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0" creationId="{C95475CF-1437-2397-DB67-207C18F3867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1" creationId="{432C56C6-507C-D5FA-5D25-03D7684FE5B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2" creationId="{22BDE27C-1778-5B17-FF50-5B9B50311A2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3" creationId="{9FA17D57-7BEE-0786-B480-B60704C95DC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4" creationId="{350F47AD-5328-3322-2EE7-563CF1E16FB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5" creationId="{4F24AEAB-B840-6EDC-2F60-5DBBB6C5081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6" creationId="{FF5EF24A-F739-4FA5-4AD7-CEAB1E9AC88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7" creationId="{38304E5E-52D9-DBF8-153D-C00B1A6602B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0" creationId="{A0911FBC-1729-4306-0DA1-38AA9651023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1" creationId="{D51AFD2A-4646-A3C7-A0EC-F542CEBBD4D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2" creationId="{07A50AB2-6789-A8A2-D081-4A03A010A06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3" creationId="{84E2FC62-7833-AF55-E03D-E722C5EB9FD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4" creationId="{28478DE2-8F7D-7B99-5656-7F692277A4E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5" creationId="{CD293068-B3ED-1831-A1C2-244F855CD47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6" creationId="{9B696921-70B4-BF06-B14D-190EFC955B8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7" creationId="{0573F6B2-15EB-34CC-1114-BC6256B6CBF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8" creationId="{134AA772-09DC-F005-44D3-387C1AAB9F4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9" creationId="{FA39A581-079A-3FE1-C5C7-5374224439D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0" creationId="{8FFE579B-8C1C-D961-DD3F-D3DECCACFAD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1" creationId="{27B921D5-F9EB-86E2-27BE-6ED568F6147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2" creationId="{6B1A4857-7203-219C-3588-D5A6B72682F7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693" creationId="{AF9943EC-28F1-05CA-E57E-831A62F92B45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14" creationId="{177433E3-A2C6-8A9C-187D-D055A4E55D56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39" creationId="{3039892F-99A0-7179-E5CB-F3675882C966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42" creationId="{B031FD96-A558-4C6E-521B-68B0644FEC7D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45" creationId="{1C3D70CB-2B99-F68C-0296-1A4CDCAE4FA5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57" creationId="{36A9F341-EAC5-61AD-8F73-53AE28D25D97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60" creationId="{8C02867F-BA35-2306-43CD-4ABFF329D00B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62" creationId="{F85DEA7A-FB6B-4D53-2850-ACDA6BD723BF}"/>
          </ac:cxnSpMkLst>
        </pc:cxnChg>
        <pc:cxnChg chg="add mod">
          <ac:chgData name="이민재" userId="f97f16f7-28a5-49bd-9e05-fb3ef63d7997" providerId="ADAL" clId="{3604D2DB-B0B3-4E35-9EDA-42455EF74A6C}" dt="2023-06-12T09:06:55.079" v="9640" actId="14100"/>
          <ac:cxnSpMkLst>
            <pc:docMk/>
            <pc:sldMk cId="402914323" sldId="857"/>
            <ac:cxnSpMk id="2778" creationId="{490BD13D-D243-56CA-A9B7-B83B9E373DD4}"/>
          </ac:cxnSpMkLst>
        </pc:cxnChg>
        <pc:cxnChg chg="add mod">
          <ac:chgData name="이민재" userId="f97f16f7-28a5-49bd-9e05-fb3ef63d7997" providerId="ADAL" clId="{3604D2DB-B0B3-4E35-9EDA-42455EF74A6C}" dt="2023-06-12T09:06:59.566" v="9643" actId="14100"/>
          <ac:cxnSpMkLst>
            <pc:docMk/>
            <pc:sldMk cId="402914323" sldId="857"/>
            <ac:cxnSpMk id="2781" creationId="{72FAEBEA-358A-9631-FD5D-E387CC837618}"/>
          </ac:cxnSpMkLst>
        </pc:cxnChg>
      </pc:sldChg>
      <pc:sldChg chg="delSp modSp add mod ord">
        <pc:chgData name="이민재" userId="f97f16f7-28a5-49bd-9e05-fb3ef63d7997" providerId="ADAL" clId="{3604D2DB-B0B3-4E35-9EDA-42455EF74A6C}" dt="2023-06-14T09:01:13.132" v="16471"/>
        <pc:sldMkLst>
          <pc:docMk/>
          <pc:sldMk cId="2298234340" sldId="858"/>
        </pc:sldMkLst>
        <pc:spChg chg="mod">
          <ac:chgData name="이민재" userId="f97f16f7-28a5-49bd-9e05-fb3ef63d7997" providerId="ADAL" clId="{3604D2DB-B0B3-4E35-9EDA-42455EF74A6C}" dt="2023-06-08T13:38:07.167" v="6570" actId="113"/>
          <ac:spMkLst>
            <pc:docMk/>
            <pc:sldMk cId="2298234340" sldId="858"/>
            <ac:spMk id="2255" creationId="{1E43506F-003F-7D04-AA02-7C628506514C}"/>
          </ac:spMkLst>
        </pc:spChg>
        <pc:graphicFrameChg chg="mod modGraphic">
          <ac:chgData name="이민재" userId="f97f16f7-28a5-49bd-9e05-fb3ef63d7997" providerId="ADAL" clId="{3604D2DB-B0B3-4E35-9EDA-42455EF74A6C}" dt="2023-06-08T13:36:26.252" v="6569"/>
          <ac:graphicFrameMkLst>
            <pc:docMk/>
            <pc:sldMk cId="2298234340" sldId="858"/>
            <ac:graphicFrameMk id="3" creationId="{0A19E72C-D2AF-ECC0-D6AB-9A6739823031}"/>
          </ac:graphicFrameMkLst>
        </pc:graphicFrameChg>
        <pc:picChg chg="del mod">
          <ac:chgData name="이민재" userId="f97f16f7-28a5-49bd-9e05-fb3ef63d7997" providerId="ADAL" clId="{3604D2DB-B0B3-4E35-9EDA-42455EF74A6C}" dt="2023-06-08T07:37:56.544" v="4868" actId="478"/>
          <ac:picMkLst>
            <pc:docMk/>
            <pc:sldMk cId="2298234340" sldId="858"/>
            <ac:picMk id="6" creationId="{7C0968ED-6E5A-3CDF-A118-AA0E085C3DAE}"/>
          </ac:picMkLst>
        </pc:picChg>
      </pc:sldChg>
      <pc:sldChg chg="modSp add mod ord">
        <pc:chgData name="이민재" userId="f97f16f7-28a5-49bd-9e05-fb3ef63d7997" providerId="ADAL" clId="{3604D2DB-B0B3-4E35-9EDA-42455EF74A6C}" dt="2023-06-15T00:57:02.396" v="19827"/>
        <pc:sldMkLst>
          <pc:docMk/>
          <pc:sldMk cId="3547450745" sldId="859"/>
        </pc:sldMkLst>
        <pc:spChg chg="mod">
          <ac:chgData name="이민재" userId="f97f16f7-28a5-49bd-9e05-fb3ef63d7997" providerId="ADAL" clId="{3604D2DB-B0B3-4E35-9EDA-42455EF74A6C}" dt="2023-06-08T08:18:22.092" v="5503" actId="113"/>
          <ac:spMkLst>
            <pc:docMk/>
            <pc:sldMk cId="3547450745" sldId="859"/>
            <ac:spMk id="2255" creationId="{1E43506F-003F-7D04-AA02-7C628506514C}"/>
          </ac:spMkLst>
        </pc:spChg>
        <pc:graphicFrameChg chg="mod modGraphic">
          <ac:chgData name="이민재" userId="f97f16f7-28a5-49bd-9e05-fb3ef63d7997" providerId="ADAL" clId="{3604D2DB-B0B3-4E35-9EDA-42455EF74A6C}" dt="2023-06-08T12:56:18.899" v="6357"/>
          <ac:graphicFrameMkLst>
            <pc:docMk/>
            <pc:sldMk cId="3547450745" sldId="859"/>
            <ac:graphicFrameMk id="3" creationId="{0A19E72C-D2AF-ECC0-D6AB-9A6739823031}"/>
          </ac:graphicFrameMkLst>
        </pc:graphicFrameChg>
        <pc:picChg chg="mod">
          <ac:chgData name="이민재" userId="f97f16f7-28a5-49bd-9e05-fb3ef63d7997" providerId="ADAL" clId="{3604D2DB-B0B3-4E35-9EDA-42455EF74A6C}" dt="2023-06-08T08:18:36.132" v="5508" actId="1076"/>
          <ac:picMkLst>
            <pc:docMk/>
            <pc:sldMk cId="3547450745" sldId="859"/>
            <ac:picMk id="6" creationId="{7C0968ED-6E5A-3CDF-A118-AA0E085C3DAE}"/>
          </ac:picMkLst>
        </pc:picChg>
      </pc:sldChg>
      <pc:sldChg chg="addSp delSp modSp new mod">
        <pc:chgData name="이민재" userId="f97f16f7-28a5-49bd-9e05-fb3ef63d7997" providerId="ADAL" clId="{3604D2DB-B0B3-4E35-9EDA-42455EF74A6C}" dt="2023-06-15T00:58:08.508" v="19845" actId="20577"/>
        <pc:sldMkLst>
          <pc:docMk/>
          <pc:sldMk cId="2636217408" sldId="860"/>
        </pc:sldMkLst>
        <pc:spChg chg="mod">
          <ac:chgData name="이민재" userId="f97f16f7-28a5-49bd-9e05-fb3ef63d7997" providerId="ADAL" clId="{3604D2DB-B0B3-4E35-9EDA-42455EF74A6C}" dt="2023-06-12T11:30:45.585" v="11933" actId="20577"/>
          <ac:spMkLst>
            <pc:docMk/>
            <pc:sldMk cId="2636217408" sldId="860"/>
            <ac:spMk id="2" creationId="{B0F38F8A-B5A9-6198-35FB-697E97FFE9AE}"/>
          </ac:spMkLst>
        </pc:spChg>
        <pc:spChg chg="del mod">
          <ac:chgData name="이민재" userId="f97f16f7-28a5-49bd-9e05-fb3ef63d7997" providerId="ADAL" clId="{3604D2DB-B0B3-4E35-9EDA-42455EF74A6C}" dt="2023-06-12T11:40:03.877" v="12123" actId="478"/>
          <ac:spMkLst>
            <pc:docMk/>
            <pc:sldMk cId="2636217408" sldId="860"/>
            <ac:spMk id="3" creationId="{8046CE01-AF67-DA17-B638-E16E596A921D}"/>
          </ac:spMkLst>
        </pc:spChg>
        <pc:spChg chg="add del mod">
          <ac:chgData name="이민재" userId="f97f16f7-28a5-49bd-9e05-fb3ef63d7997" providerId="ADAL" clId="{3604D2DB-B0B3-4E35-9EDA-42455EF74A6C}" dt="2023-06-14T11:08:53.095" v="18111" actId="478"/>
          <ac:spMkLst>
            <pc:docMk/>
            <pc:sldMk cId="2636217408" sldId="860"/>
            <ac:spMk id="3" creationId="{872461B8-5845-1CFA-8F65-C6EFF8D7E45B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26" creationId="{613EADE9-6293-3796-1573-432A51AD89F2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27" creationId="{A540967E-5BA4-BEF4-87FE-DF580E0AA4E3}"/>
          </ac:spMkLst>
        </pc:spChg>
        <pc:spChg chg="add del mod">
          <ac:chgData name="이민재" userId="f97f16f7-28a5-49bd-9e05-fb3ef63d7997" providerId="ADAL" clId="{3604D2DB-B0B3-4E35-9EDA-42455EF74A6C}" dt="2023-06-12T10:59:31.304" v="10748" actId="478"/>
          <ac:spMkLst>
            <pc:docMk/>
            <pc:sldMk cId="2636217408" sldId="860"/>
            <ac:spMk id="28" creationId="{46B54B7A-BDB5-43F5-EF12-214BCFBC5328}"/>
          </ac:spMkLst>
        </pc:spChg>
        <pc:spChg chg="add del mod">
          <ac:chgData name="이민재" userId="f97f16f7-28a5-49bd-9e05-fb3ef63d7997" providerId="ADAL" clId="{3604D2DB-B0B3-4E35-9EDA-42455EF74A6C}" dt="2023-06-12T10:59:22.768" v="10736" actId="478"/>
          <ac:spMkLst>
            <pc:docMk/>
            <pc:sldMk cId="2636217408" sldId="860"/>
            <ac:spMk id="30" creationId="{D5902E3E-784C-2BB3-D0AA-E16860951621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1" creationId="{0D941460-03BF-308B-5A66-D1F03831CFCD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2" creationId="{47D2416B-AEDC-27DD-4FB5-8177C59BC200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3" creationId="{F4FC4E70-EE5A-3704-BA9B-C0C226647F82}"/>
          </ac:spMkLst>
        </pc:spChg>
        <pc:spChg chg="add mod">
          <ac:chgData name="이민재" userId="f97f16f7-28a5-49bd-9e05-fb3ef63d7997" providerId="ADAL" clId="{3604D2DB-B0B3-4E35-9EDA-42455EF74A6C}" dt="2023-06-15T00:58:08.508" v="19845" actId="20577"/>
          <ac:spMkLst>
            <pc:docMk/>
            <pc:sldMk cId="2636217408" sldId="860"/>
            <ac:spMk id="34" creationId="{B0812A30-70EA-68A7-5AD5-8DF2659CF448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4" creationId="{C8264520-093F-842D-6834-F8B1A982B9ED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5" creationId="{DE2F93DD-A595-7B9E-65A4-8048351DEDE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6" creationId="{963103F2-422E-3E06-C29F-15181BF2B9E6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7" creationId="{C0233B09-9E89-8002-78E9-E9E3A3145D8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8" creationId="{F1F5BF83-1362-4659-68F5-E5D6F59CA2B2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5" creationId="{D9039427-4EBE-D226-DDE4-D0B309EF8CE8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6" creationId="{5A4E9D50-BB3D-9E45-A1F6-26DFD09500A7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7" creationId="{CFEB410E-3AD7-62A3-AAE6-5E3F24AEA5C4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9" creationId="{1BE1794C-6AA9-27E2-D262-C7C2E5EEA4AC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0" creationId="{452E9A7F-4843-34E7-FAE9-511C050EF2C3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1" creationId="{A62222BB-D35C-14F1-553E-D9C796AA313C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2" creationId="{01BA9DA5-B7C9-9271-85BD-29447889349F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81" creationId="{31DC7240-2BB2-7BAC-A5A4-176EC68F4B24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82" creationId="{66C03717-96EE-0454-D78B-F434DADD992C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0" creationId="{A5B6DC86-3ECA-79E8-D8C0-F321E71DF399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1" creationId="{4A0C9734-8A99-A73D-5EE8-227848FD2EA6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1" creationId="{D3089F19-1298-C201-217D-D120B7E9C6FF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2" creationId="{105BC930-48BD-7359-9B7D-EDB851994A5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2" creationId="{BCDEC5D3-7EC3-C20A-6F0B-79C0895F97EC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3" creationId="{88D5E8E2-0AFA-0FB8-5073-AD16BDC98636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3" creationId="{FC5B1110-E29A-1A49-48D5-BCF3D7DC6964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4" creationId="{1D62BDBD-80A8-B32C-816B-5A94B47115F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4" creationId="{D4B24342-7D9B-484A-9853-EE725D579FD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5" creationId="{DA583B5C-F9C9-9727-1AB8-598EDB1B3278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6" creationId="{A99D7A61-A0BB-7FD3-D52B-76AC872A860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7" creationId="{01A87CFB-9636-73EA-BF4E-83B0EDD9037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8" creationId="{1E7A2D08-D8D2-62A9-D680-B95846531AA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9" creationId="{395032B6-75AF-D4BE-945A-B086EEB6BDE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0" creationId="{5D12E9B1-ACA9-BB56-EFCE-7A641A029CA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1" creationId="{40BA43E2-C70B-1458-FBC1-A267209EA3D7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2" creationId="{1F325269-89DE-96F1-6DBF-0F7055D572E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3" creationId="{C2C9A280-6D32-9CE9-9389-3ED626FC681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4" creationId="{8CCEB6EF-86A7-8847-12E7-C60D6F306FC2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5" creationId="{D546232A-A84E-AA3E-FCCD-900D33759D5A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6" creationId="{DDB7F42C-489C-13DD-729B-347AC6E4D08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7" creationId="{176C1894-4012-CE2C-FC19-0B0C2646975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8" creationId="{4070601D-2CF8-B31B-F99C-6EB7DF42978D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9" creationId="{BB81734C-B9F6-D60E-9775-808521E34E2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0" creationId="{AA490009-C43D-ECF9-BF09-81B9F4C91B7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1" creationId="{911BCD35-1B50-C2D7-E9FD-79440F3AF1F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2" creationId="{A696F6B0-D220-1ECD-C9D1-C58213D808E3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23" creationId="{8E88356D-32CB-3679-9C85-044BAEA8C215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3" creationId="{CF33ECA3-7585-CACC-0694-9EC19D1D6C5D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24" creationId="{459072CF-190C-81F7-D55C-40942754D972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133" creationId="{0A2B90BE-FBBA-6E95-92BE-62E054D7EB8E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3" creationId="{2AEACF36-99B7-DB31-841E-66A32AA18D99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4" creationId="{7ACA6621-3FFA-58ED-99F8-BB9F2FCF87F9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5" creationId="{B4725322-246F-A063-B266-6A048E10EE42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6" creationId="{A45DCAEA-6D9E-F8C8-D1CB-3EB1EA3BDB8C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7" creationId="{08BA8E81-5DBB-8367-06A2-A206A7FDF15A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76" creationId="{920F0091-F85D-66A9-C956-B16BE6C64277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77" creationId="{D8AC3DD3-4159-0759-4930-E4C211FA4A1C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86" creationId="{B7E6EFB9-39DF-2EBB-F896-55734EE7328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6" creationId="{F63DD0C3-AF9E-9F46-FBB5-24E0ED07A512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7" creationId="{A6FFAC39-2D2A-57F8-9BA0-967D7A8B847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8" creationId="{B841DA44-88B0-E6BF-E534-5A095974FB68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9" creationId="{9D8AC5D8-46EB-8AB7-C864-20C92C762BA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10" creationId="{2C6715A9-3B3A-FF4C-5DAC-08E3DA575945}"/>
          </ac:spMkLst>
        </pc:spChg>
        <pc:spChg chg="add mod">
          <ac:chgData name="이민재" userId="f97f16f7-28a5-49bd-9e05-fb3ef63d7997" providerId="ADAL" clId="{3604D2DB-B0B3-4E35-9EDA-42455EF74A6C}" dt="2023-06-12T11:26:55.983" v="11770" actId="1037"/>
          <ac:spMkLst>
            <pc:docMk/>
            <pc:sldMk cId="2636217408" sldId="860"/>
            <ac:spMk id="253" creationId="{9588035B-865B-7CA5-6286-055EBE89BF03}"/>
          </ac:spMkLst>
        </pc:spChg>
        <pc:spChg chg="add mod">
          <ac:chgData name="이민재" userId="f97f16f7-28a5-49bd-9e05-fb3ef63d7997" providerId="ADAL" clId="{3604D2DB-B0B3-4E35-9EDA-42455EF74A6C}" dt="2023-06-12T11:27:00.689" v="11777" actId="1037"/>
          <ac:spMkLst>
            <pc:docMk/>
            <pc:sldMk cId="2636217408" sldId="860"/>
            <ac:spMk id="254" creationId="{87CE87CB-DD45-BC8C-2A48-3AA4ECEBDCDE}"/>
          </ac:spMkLst>
        </pc:spChg>
        <pc:spChg chg="add mod">
          <ac:chgData name="이민재" userId="f97f16f7-28a5-49bd-9e05-fb3ef63d7997" providerId="ADAL" clId="{3604D2DB-B0B3-4E35-9EDA-42455EF74A6C}" dt="2023-06-12T11:27:04.980" v="11788" actId="1037"/>
          <ac:spMkLst>
            <pc:docMk/>
            <pc:sldMk cId="2636217408" sldId="860"/>
            <ac:spMk id="255" creationId="{763D6828-6B0A-8808-CA87-3764940997F8}"/>
          </ac:spMkLst>
        </pc:spChg>
        <pc:spChg chg="add del mod">
          <ac:chgData name="이민재" userId="f97f16f7-28a5-49bd-9e05-fb3ef63d7997" providerId="ADAL" clId="{3604D2DB-B0B3-4E35-9EDA-42455EF74A6C}" dt="2023-06-12T11:31:05.045" v="11948" actId="478"/>
          <ac:spMkLst>
            <pc:docMk/>
            <pc:sldMk cId="2636217408" sldId="860"/>
            <ac:spMk id="266" creationId="{549D1F3F-4D23-9854-A686-0B8FE592714F}"/>
          </ac:spMkLst>
        </pc:spChg>
        <pc:spChg chg="add mod">
          <ac:chgData name="이민재" userId="f97f16f7-28a5-49bd-9e05-fb3ef63d7997" providerId="ADAL" clId="{3604D2DB-B0B3-4E35-9EDA-42455EF74A6C}" dt="2023-06-12T11:23:39.028" v="11740" actId="1035"/>
          <ac:spMkLst>
            <pc:docMk/>
            <pc:sldMk cId="2636217408" sldId="860"/>
            <ac:spMk id="289" creationId="{279B04D1-7747-3D37-63A8-0F0840BABED9}"/>
          </ac:spMkLst>
        </pc:spChg>
        <pc:spChg chg="add mod">
          <ac:chgData name="이민재" userId="f97f16f7-28a5-49bd-9e05-fb3ef63d7997" providerId="ADAL" clId="{3604D2DB-B0B3-4E35-9EDA-42455EF74A6C}" dt="2023-06-12T11:23:51.739" v="11745" actId="1076"/>
          <ac:spMkLst>
            <pc:docMk/>
            <pc:sldMk cId="2636217408" sldId="860"/>
            <ac:spMk id="290" creationId="{608F64DE-5CC8-1461-D5AC-3A1955B81D4C}"/>
          </ac:spMkLst>
        </pc:spChg>
        <pc:spChg chg="add mod">
          <ac:chgData name="이민재" userId="f97f16f7-28a5-49bd-9e05-fb3ef63d7997" providerId="ADAL" clId="{3604D2DB-B0B3-4E35-9EDA-42455EF74A6C}" dt="2023-06-12T11:24:02.249" v="11747" actId="1076"/>
          <ac:spMkLst>
            <pc:docMk/>
            <pc:sldMk cId="2636217408" sldId="860"/>
            <ac:spMk id="291" creationId="{679AEC23-A453-E1E8-B38F-12F4B443D3EC}"/>
          </ac:spMkLst>
        </pc:spChg>
        <pc:spChg chg="add mod">
          <ac:chgData name="이민재" userId="f97f16f7-28a5-49bd-9e05-fb3ef63d7997" providerId="ADAL" clId="{3604D2DB-B0B3-4E35-9EDA-42455EF74A6C}" dt="2023-06-12T11:24:08.429" v="11749" actId="1076"/>
          <ac:spMkLst>
            <pc:docMk/>
            <pc:sldMk cId="2636217408" sldId="860"/>
            <ac:spMk id="292" creationId="{1F11BA98-798C-148B-B701-822AF6C93FD6}"/>
          </ac:spMkLst>
        </pc:spChg>
        <pc:spChg chg="add mod">
          <ac:chgData name="이민재" userId="f97f16f7-28a5-49bd-9e05-fb3ef63d7997" providerId="ADAL" clId="{3604D2DB-B0B3-4E35-9EDA-42455EF74A6C}" dt="2023-06-12T11:24:23.874" v="11752" actId="1036"/>
          <ac:spMkLst>
            <pc:docMk/>
            <pc:sldMk cId="2636217408" sldId="860"/>
            <ac:spMk id="293" creationId="{EBBB2424-028B-9FE7-A270-6D811CBBD2D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94" creationId="{4625AAA5-DAA9-D3B1-0D13-7C4B448AA1C6}"/>
          </ac:spMkLst>
        </pc:spChg>
        <pc:spChg chg="add del mod">
          <ac:chgData name="이민재" userId="f97f16f7-28a5-49bd-9e05-fb3ef63d7997" providerId="ADAL" clId="{3604D2DB-B0B3-4E35-9EDA-42455EF74A6C}" dt="2023-06-12T11:26:18.529" v="11758" actId="478"/>
          <ac:spMkLst>
            <pc:docMk/>
            <pc:sldMk cId="2636217408" sldId="860"/>
            <ac:spMk id="295" creationId="{003F4853-BFA0-772B-0C25-FC025A6D72D9}"/>
          </ac:spMkLst>
        </pc:spChg>
        <pc:spChg chg="add del mod">
          <ac:chgData name="이민재" userId="f97f16f7-28a5-49bd-9e05-fb3ef63d7997" providerId="ADAL" clId="{3604D2DB-B0B3-4E35-9EDA-42455EF74A6C}" dt="2023-06-12T11:38:53.312" v="12066" actId="478"/>
          <ac:spMkLst>
            <pc:docMk/>
            <pc:sldMk cId="2636217408" sldId="860"/>
            <ac:spMk id="296" creationId="{9698A780-8053-4E37-DF0F-1D7936A8ACCF}"/>
          </ac:spMkLst>
        </pc:spChg>
        <pc:spChg chg="add del mod">
          <ac:chgData name="이민재" userId="f97f16f7-28a5-49bd-9e05-fb3ef63d7997" providerId="ADAL" clId="{3604D2DB-B0B3-4E35-9EDA-42455EF74A6C}" dt="2023-06-12T11:38:48.079" v="12064" actId="478"/>
          <ac:spMkLst>
            <pc:docMk/>
            <pc:sldMk cId="2636217408" sldId="860"/>
            <ac:spMk id="297" creationId="{3F4B299F-3634-23AF-A873-16685B02643F}"/>
          </ac:spMkLst>
        </pc:spChg>
        <pc:spChg chg="add del mod">
          <ac:chgData name="이민재" userId="f97f16f7-28a5-49bd-9e05-fb3ef63d7997" providerId="ADAL" clId="{3604D2DB-B0B3-4E35-9EDA-42455EF74A6C}" dt="2023-06-12T11:38:51.664" v="12065" actId="478"/>
          <ac:spMkLst>
            <pc:docMk/>
            <pc:sldMk cId="2636217408" sldId="860"/>
            <ac:spMk id="298" creationId="{4039EFDD-22B1-B2DA-1F9F-FBAC8687752A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99" creationId="{8F1F62D0-C2C7-85A5-92B3-CBDE2BEB2662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00" creationId="{6F9FF1AD-1C6E-F6F3-129A-FD5E2EB1F55E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1" creationId="{95502A4F-3CE3-848E-BA19-4DF4659E6DD1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2" creationId="{9D3706A9-4194-D641-D607-D428C177BFD2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3" creationId="{28D0121F-8AB4-E3C4-5FAA-7DBD6C2B356C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4" creationId="{6A9A9FC3-BE2A-C299-63EA-0A2733A9EB7C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5" creationId="{144F5D22-E826-9924-00E0-06BC95C07EBE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6" creationId="{6C9B1A81-70FC-A228-F84A-59CA07600EB1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307" creationId="{06A8A0FF-C9A4-F863-FC42-187414A539B7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34" creationId="{F9AE0EF8-FBE9-B29A-3910-1F6FC8723605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341" creationId="{50B7BCA1-9F2B-B5B9-B2E8-B013359EC0A7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2" creationId="{FA5D7190-34FF-DE58-A5CB-BFF34010876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3" creationId="{3A748D03-7856-970A-2BF7-1681E0D8969C}"/>
          </ac:spMkLst>
        </pc:spChg>
        <pc:spChg chg="add mod">
          <ac:chgData name="이민재" userId="f97f16f7-28a5-49bd-9e05-fb3ef63d7997" providerId="ADAL" clId="{3604D2DB-B0B3-4E35-9EDA-42455EF74A6C}" dt="2023-06-14T11:08:56.943" v="18116" actId="20577"/>
          <ac:spMkLst>
            <pc:docMk/>
            <pc:sldMk cId="2636217408" sldId="860"/>
            <ac:spMk id="344" creationId="{4DA246A9-668B-1FC2-2F6E-DDAA16C5A1E3}"/>
          </ac:spMkLst>
        </pc:spChg>
        <pc:spChg chg="add mod">
          <ac:chgData name="이민재" userId="f97f16f7-28a5-49bd-9e05-fb3ef63d7997" providerId="ADAL" clId="{3604D2DB-B0B3-4E35-9EDA-42455EF74A6C}" dt="2023-06-14T11:09:01.271" v="18121" actId="20577"/>
          <ac:spMkLst>
            <pc:docMk/>
            <pc:sldMk cId="2636217408" sldId="860"/>
            <ac:spMk id="345" creationId="{7E904E61-4C2B-6C64-3742-96EDC83B2BDA}"/>
          </ac:spMkLst>
        </pc:spChg>
        <pc:spChg chg="add mod">
          <ac:chgData name="이민재" userId="f97f16f7-28a5-49bd-9e05-fb3ef63d7997" providerId="ADAL" clId="{3604D2DB-B0B3-4E35-9EDA-42455EF74A6C}" dt="2023-06-14T11:09:05.588" v="18123"/>
          <ac:spMkLst>
            <pc:docMk/>
            <pc:sldMk cId="2636217408" sldId="860"/>
            <ac:spMk id="346" creationId="{CB45D8C9-F4D0-CCA7-FAAE-970062BE4E7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7" creationId="{0CAC43A4-2EB3-D364-221F-46DA9D15690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8" creationId="{BB3E36F9-B55B-3576-839A-4894294215E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9" creationId="{61E9863E-EFAF-7734-7BAD-4A24FC27386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0" creationId="{969BA0C7-7019-27E3-16E6-86F55259880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1" creationId="{FFE8DA58-E9C5-A6BF-8B8D-AA785FFDFDE0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2" creationId="{B81A1913-1E5F-4BF1-4161-86013F52EFC3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3" creationId="{1C815690-64F0-02B5-203F-60B458DAA03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4" creationId="{CC419CFE-EA24-2067-593E-F83037F23AD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5" creationId="{A2B076D3-F041-1BBA-4D4E-470EF6DF8E6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6" creationId="{AA2D3ED7-D9C9-7A2B-3A55-111D3288B37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7" creationId="{D69B9BED-BF8F-928A-E341-48C6FBEE89F3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8" creationId="{5A56F8EA-265E-9E33-4470-0B7D91BB8AE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9" creationId="{40F127D0-C545-F4D9-3D3F-1F69F377B23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0" creationId="{01080BE6-BA1E-70F0-5D86-4D1B2B7D854A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1" creationId="{4FA6C51A-3281-6C06-B180-B5E09BBDB85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2" creationId="{828AAC8D-005C-FE37-5E6D-DF0118237886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3" creationId="{5C066548-49E7-BC0C-4F51-9FCD2D317621}"/>
          </ac:spMkLst>
        </pc:spChg>
        <pc:spChg chg="add del mod">
          <ac:chgData name="이민재" userId="f97f16f7-28a5-49bd-9e05-fb3ef63d7997" providerId="ADAL" clId="{3604D2DB-B0B3-4E35-9EDA-42455EF74A6C}" dt="2023-06-12T11:40:04.753" v="12124" actId="478"/>
          <ac:spMkLst>
            <pc:docMk/>
            <pc:sldMk cId="2636217408" sldId="860"/>
            <ac:spMk id="365" creationId="{8C9588D9-C01D-1090-72F0-44E67CA1100C}"/>
          </ac:spMkLst>
        </pc:sp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5" creationId="{46AD4DCF-0127-36D3-2E92-B03F8AA30E3A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" creationId="{2FA691BE-3594-E67B-B7A8-CC7850D82054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" creationId="{9B6D8A44-82D3-545C-8AB7-F85445C72A1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" creationId="{3E84A785-40C4-0E4D-FD32-E3EBC01E162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9" creationId="{F2A2EAC6-6B8D-825A-0206-6B5B7C2D157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0" creationId="{90245A44-9978-C0A8-CF17-1CE3C01EFDE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1" creationId="{E56D9A9C-4F51-5922-5509-4D403533B42D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2" creationId="{DC285EA3-8EDE-36BE-DDF0-4ECE26F00BF7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3" creationId="{A36C8409-E4A9-5A6F-C8AB-CF9E12B26A04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4" creationId="{CB37823F-69D6-2F07-4A82-41AA86B922F9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5" creationId="{D8D99DC2-9D2B-B068-A3B7-A36B88C2BE07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6" creationId="{35B2CCAD-D967-B0E9-1BE0-9738E1866366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6.173" v="10774" actId="478"/>
          <ac:graphicFrameMkLst>
            <pc:docMk/>
            <pc:sldMk cId="2636217408" sldId="860"/>
            <ac:graphicFrameMk id="17" creationId="{E73254B5-12C5-C751-1D93-8DAD1D9C282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18" creationId="{4944A7EF-92CB-3FBE-E733-7C3C8D78F34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19" creationId="{36D33973-7870-1FBB-9643-C4202280D1F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20" creationId="{66611B69-6DA2-384E-B091-5B95BD0B8A2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21" creationId="{F90A6198-6644-E708-0EFF-69A3D310D7B1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2" creationId="{5DF47E37-7CBE-A07D-2F00-D12E70B196B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3" creationId="{E86A1099-E5FC-AD20-5E25-338B6FD9C1A1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4" creationId="{D3210256-4C25-37F5-DB11-BC16696515C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5" creationId="{C4F91727-BA5E-DA30-6E43-4219B4AD612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4" creationId="{96799AE7-51DC-EB07-E26D-F031E5DCE5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5" creationId="{BFD05999-1FB4-28EF-09DB-086A3DD66CA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5" creationId="{C253150D-0164-44E5-4C88-BDF4F70B5A6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6" creationId="{80B87AE5-21F8-7F46-5BC5-3DB212741F4D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6" creationId="{EB0041E0-644E-38DE-7374-28FB35A3F7B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7" creationId="{719C3AA0-27AE-DB31-E487-4F5010C4DE7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7" creationId="{75CEB05C-EC43-ACC4-702F-8D83D7EE2F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8" creationId="{34C3D993-02DB-E5DC-A022-544C2D7487A7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8" creationId="{97CB5F2A-DE42-C859-C8CB-8F468B47CB9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9" creationId="{4FCD766E-6C49-4138-49E5-C91440670F8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9" creationId="{AC3AC82C-4946-C00F-E8B2-D4D1313FD93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0" creationId="{9C0FE09D-E10D-C357-34E8-883083B1FA1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0" creationId="{B405E1F0-D1F9-F563-C20E-0447192A32C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1" creationId="{0BF437A3-45D4-DAE4-4B8A-1EBE1785249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1" creationId="{333EADAE-8BBC-3B75-E261-7A63DEAB0E2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2" creationId="{12050CBF-215C-1D2B-5DAE-C91EEDDB4A0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2" creationId="{8CD850EE-6AE3-25E8-8B2B-7F0AEF915A77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3" creationId="{CFE6E2E3-F0FC-0C43-1CCF-867A608D5EF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3" creationId="{E9D1E942-5AE3-F7E8-E78D-64AFC01363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4" creationId="{AED9BF09-6973-5441-3107-B3979DD9556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5" creationId="{4AB9FEA3-B082-C810-ACE0-ACBD5C875AF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6" creationId="{D42443DA-46AB-3054-CB0D-4D306E9CD8B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7" creationId="{74D11EC8-82D7-78CC-EA06-FA8B7B724EE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8" creationId="{91C49D3C-7AFB-78C1-E545-B36F7CC89A3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9" creationId="{60D72BE6-96EB-E540-23B2-67E789AA4E4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9" creationId="{638B90B3-05A2-79A7-1F44-BBB50DAA03B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0" creationId="{75FB4B05-34A2-E682-952D-64F6437B67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0" creationId="{92BB5130-8CB2-41FA-2F28-29419B86D0C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1" creationId="{A1EC5D4C-439A-9533-6E5A-8452C8C35FD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1" creationId="{A8F4CD3C-FA89-715E-A33C-BD2781A29FE4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2" creationId="{2C07E49B-AC20-7F09-F270-5CD10FE5E9E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2" creationId="{8CCABD50-E482-51E3-9D27-889D1E4F5EE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3" creationId="{4DD82A53-824C-7716-2252-9EDA6465206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3" creationId="{7F5CCED1-82E1-CE70-7AFE-9FF42BA77C5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4" creationId="{AAEAFB7C-0108-86E8-2942-6301149813D1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4" creationId="{CBA1ED0B-29B4-2D08-5F51-78E61800015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5" creationId="{C0F77AD4-F1A8-84D9-5089-89FDC7858D6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6" creationId="{B02F00FD-53CC-C8B2-1F46-1062D4830F0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7" creationId="{408D59EF-105D-24F9-360E-DEF9D9D3AF9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8" creationId="{109B03B4-010B-0B8F-DE7C-560DAD67C38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9" creationId="{51EEC808-E284-287B-36E5-A77F36C7F6D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0" creationId="{F3A624B9-F8F8-F16A-FC26-E59D52FCDD4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1" creationId="{603326C7-D024-FB62-2B03-4EF85165839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2" creationId="{AEA59D16-C47D-F36D-C8D3-EAC33C8045B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3" creationId="{EE12E9CA-BA88-2D8F-386B-963C54BB89D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4" creationId="{6CA80041-6710-C83C-B80C-576FE4C4E29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5" creationId="{7F4108FF-AFD9-278F-5280-D6CA30092DB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6" creationId="{2D61F2F9-93E2-EACB-C417-B9609DCC447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7" creationId="{E7C0A1A5-2970-7176-6245-464C8BFDE2F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8" creationId="{4C246F12-4E4A-1AD2-8A48-B81A0914EEB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9" creationId="{B6CC8CC7-F158-8950-49C7-7CAFB6D91F0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0" creationId="{2499EBED-41F5-5182-A3DC-542E6B76A46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1" creationId="{5FC131E8-0CA3-0B24-8A88-F56B952197E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2" creationId="{05AD4F70-3279-00C9-E0AA-3224C6B102F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3" creationId="{09938512-F0C8-89E1-FD87-2B3FACDDD87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4" creationId="{036D8E52-F3D9-2E8A-49F1-9F0B3B9C97A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5" creationId="{2D88ADD6-DC81-9DDB-5E88-CF3BBA0FC7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6" creationId="{82A03C48-9C3E-54AF-E9E4-4F7081ECF73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7" creationId="{1CD40367-698B-E681-3D55-8CC393238DB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8" creationId="{3F2B1707-9B21-92D2-B846-D8E0671BC48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9" creationId="{961D0B3A-E180-4C84-59FD-16F9F254744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0" creationId="{743B0BB1-1CEE-1242-0691-68F47D0C26D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3" creationId="{A5C865A2-4972-2F2C-EF15-C39AF09C8DF7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4" creationId="{45D3B16C-F798-4319-7404-65FC465B843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5" creationId="{F1940693-413C-8572-7ADB-142D55812C2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6" creationId="{ED4C4B6E-8A3F-5F37-B9F8-3CD13874FE5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7" creationId="{6EC4FE3F-0A37-5038-016A-A4A415D29D6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8" creationId="{B6C182FA-2B45-31FA-2A54-CFF5F817778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9" creationId="{6E2AB932-7B67-DFB3-F26B-F4BDB34C51C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90" creationId="{54172286-1D2A-10AC-36B3-BF8118E0F49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1" creationId="{11A07776-E1B9-5DBC-F215-9108A60D1F6E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1" creationId="{7A0E0FD9-4D4E-A127-33B1-250379106F80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2" creationId="{24069B9F-7168-48A0-76F0-681B68223E4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2" creationId="{CFBCAA5F-49FC-53B0-5F9D-FEC6EEB8FF5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3" creationId="{2F22E62D-7857-6BFF-E19F-0BCFDB1774E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3" creationId="{E9468436-6B48-B322-1DB3-AF9CCE6982A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4" creationId="{15AB66A4-9AC8-AF56-5E2F-4482CAF2021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4" creationId="{F88EDF1D-3086-6A88-D898-9BEBEB70D79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5" creationId="{D7DA4EB0-9E4E-4A69-BF1F-D0F48354932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5" creationId="{F18171CD-BB35-4B9A-8592-8A22195F491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6" creationId="{26BDF22D-DF59-8CB6-6AD8-05B2EFA615D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6" creationId="{D4913C7C-85F9-2970-2F66-A958B68C2BA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7" creationId="{6D20E05D-A69B-9FFD-8C82-791930C048A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7" creationId="{6D3DA074-89F3-E999-0443-11AF354C410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8" creationId="{81F00411-70BA-80BF-BE73-764D95BC484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8" creationId="{C5FC1C82-16A5-AD76-8861-69F96B92159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9" creationId="{AD11A19E-9AD4-B508-1B9A-798C67B4924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9" creationId="{FEC47105-59E0-DD1B-1A2C-7EE021F90B1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100" creationId="{4D948D15-B0DB-50B9-6B6E-CD6FF00167E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5" creationId="{2ACBF8A1-35D1-CF11-EAC1-036D2BE9048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6" creationId="{2F31A121-5731-A4F4-0061-FAFD1DA0AF3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7" creationId="{2754AA95-E392-E4D3-8FB6-99AD2E0EB0F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8" creationId="{4AEB0C96-794D-332E-BB63-34E1B4E7C42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9" creationId="{C03EA499-C296-5950-82D2-361041DFAD4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0" creationId="{E763398A-E866-3BA7-50FC-B6148F8EA1C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1" creationId="{01EE8AFD-D6D9-C641-CD56-DA49E2B7FD3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2" creationId="{933F0F54-8426-3616-9D61-9D069961AC6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3" creationId="{65D98892-5979-F16F-B83C-F3A51E241BF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4" creationId="{6A83D0BD-4C50-B7FB-9174-79F87B050D9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5" creationId="{0E633AA3-9B44-7DBD-6F97-37B5F535F19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6" creationId="{4B1DE828-62FE-43E7-B793-0F58CB7F432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7" creationId="{BB42FDFC-3F6A-332F-19F4-9129772E3B6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8" creationId="{B6EEC0FA-4FDB-420B-E8E4-C3A3DAE81F2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9" creationId="{2034A99E-B1E5-6BA0-7143-9F28FE2277B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0" creationId="{A5B8C981-D152-E472-1919-CBC3A4F2295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1" creationId="{857C00F1-F78A-7FA7-AD2A-8379B4F5A4E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2" creationId="{37C6868A-C779-F3BD-710E-200A49BC3D4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5" creationId="{592734C9-D566-2643-FF9E-88964E95899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6" creationId="{4D6048E3-E9D9-7266-587D-923A95C5E85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7" creationId="{245005A0-6B88-4EC7-68C5-17D1B5C5E59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8" creationId="{96344D73-5ED0-E63E-3FD8-B02CEFE0F85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9" creationId="{3575A580-3AAA-CE2B-B3F4-AD5075BF338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0" creationId="{FE0F0B86-FB51-FB91-34B3-8D1A5214D3A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1" creationId="{7F0D2B8A-B784-9EF8-3EF8-9D5B80ECF8A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2" creationId="{7D7DF1CC-6303-75C6-4A22-A1ECF152775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4" creationId="{BC02DC44-AE23-8F80-D603-A2158E34D19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5" creationId="{E95A9604-0D3D-6D8F-E16F-14169C9675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6" creationId="{A32D155E-CB35-AEB5-FFBC-59F375F0D5A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7" creationId="{6F909A36-7CF6-9A8F-F3DE-23B6C507BAB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8" creationId="{F51C47CC-DCCC-CA6A-404A-F533DC6783FE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9" creationId="{CBA1073C-FD7E-54C6-B0F5-2237DB84DCB8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0" creationId="{6E16971C-823F-59ED-D8FE-E415720D219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1" creationId="{52CAC46D-9EBD-1744-9ED8-30AE5226944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2" creationId="{6C84C526-E88C-C532-2C81-D98C349AAE8F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3" creationId="{6652E288-EB20-D7CA-6B40-E238F17A8D9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4" creationId="{00EB5D12-CD05-F94D-63AB-1E9F91B8007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5" creationId="{753A1F48-2A0F-332C-0E4F-EC4A9FFCF42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6" creationId="{7F3C1128-75D5-9441-3167-CC1E4B0236F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7" creationId="{497551B9-BC22-9684-5BEA-593EFCF188D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8" creationId="{92F93B87-E8AA-B19A-7C53-3ECFD2ED36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9" creationId="{C9C0705E-CCBC-4D95-4522-87FD2AF0BC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0" creationId="{EFB39EB8-0E5B-B56E-9F6C-C7C5189FCC1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1" creationId="{72CC5EF5-B08B-FE32-9AE1-899B982DE50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2" creationId="{83DEECA5-3CA9-0217-77AE-9D793EBD8F0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8" creationId="{CAE9B07D-F25C-1AE1-9F6A-2912AE84B34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9" creationId="{A1346870-E230-D3B2-50FA-8134A95F429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0" creationId="{E7D2CA70-AE57-365E-2071-64027FD2845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1" creationId="{50122D8C-5950-D60A-F46E-127E655979A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2" creationId="{DD168BB7-E681-9B08-CAC5-1F3C9090DE9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3" creationId="{25572F16-293F-9E68-2BE3-8C3909232A0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4" creationId="{160FA810-7997-4518-0776-7463493AD06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5" creationId="{895C069D-AF10-0D2D-8252-69B64CF090E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6" creationId="{04C53E0A-C42F-5893-561B-D03061FC3DA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7" creationId="{19B6FB38-2B26-D8FD-B506-4EDD5737BAC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8" creationId="{A26D1F98-3868-5B7B-958B-5CF5AFDFC39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9" creationId="{88FFB155-57F1-0B8A-0728-00B8E7D57FC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0" creationId="{6F6C39EB-A282-4301-50C9-266B29B30DA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1" creationId="{21900869-3DBC-954C-D75F-C7F36D4E892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2" creationId="{134FFD4B-31FF-FE41-AFF4-64982F08457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3" creationId="{1A7B6794-7E3F-C929-02F7-01D7E582E2C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4" creationId="{B930876C-58BA-D047-FE94-F4B177BCEA3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5" creationId="{62BEA5E5-C670-1C7B-D1C0-859FE1481D8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8" creationId="{8B0FBB7D-45E8-EA25-78BC-A42D68475E0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9" creationId="{15119A05-F026-A98C-5E71-115D3AD8E6B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0" creationId="{15AFA49E-CADA-65B8-CFBE-EC69A21CEFB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1" creationId="{4490AD91-DFB8-25C3-E5E8-64112A98BB7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2" creationId="{85DE0EE6-733F-5EB5-1569-515E96E6040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3" creationId="{32A48323-50BF-B44C-9EDC-AC63AAB9A32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4" creationId="{6A6E4097-27A6-24FB-7A0F-353E3F66A4F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5" creationId="{AB8680DA-5F8E-8351-B36D-CB48FE1180B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7" creationId="{57EBED37-0B6B-E71C-05FE-873510AD1E7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8" creationId="{F253BCCE-7544-5DBA-0BCD-4206FC3A0E0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9" creationId="{21B02D48-93F2-5597-9B84-463CF2F5987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0" creationId="{AF404422-22A7-A3A9-1374-A9E6B4BBE5C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1" creationId="{F5514FF0-24B8-4AB3-8A11-54C543702B7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2" creationId="{A774ADD1-636A-6581-D526-241FE447B7E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3" creationId="{32A3B817-71B3-3369-A28A-2A16249C87F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4" creationId="{796A43FF-68F6-9902-6BCC-BEDEB66E6CB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5" creationId="{06E32584-4ED0-5810-B1E5-BA8E1138BF3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6" creationId="{E1A88B08-AB04-6517-6DC0-EA8C97C31022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7" creationId="{19D4A0C1-4CC3-CFFE-4B1F-ED65E3260B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8" creationId="{7E0A3936-9FCC-F46A-0F1B-73B0DDEAE15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9" creationId="{B709ACAB-3A3F-52F7-9D9C-6F6900176B42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0" creationId="{73BBB3C3-CDAC-0B3F-BAC9-257D1354773F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1" creationId="{A17800AD-496E-E579-482D-3314AC3D264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2" creationId="{41FB61F5-E55F-D5F3-A3D2-7FD42FE4D36D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3" creationId="{5E247744-4140-D719-48C2-6B8BD3A62D7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4" creationId="{155CC963-7D6C-20EC-963F-3ED580BF179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5" creationId="{2AEE24D3-F13C-6462-E9BD-D1878D6CCD2F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1" creationId="{3D996D85-B9D0-F07B-5042-15E3210F5926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2" creationId="{47FE30C1-1E0F-F51B-CE40-96F02C50D1C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3" creationId="{36DEFB82-3B9C-5061-805B-1EC0D5A3CEDA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4" creationId="{D8F0F05D-1373-C09D-7060-FE3485941C98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5" creationId="{4BA913B8-97D4-10E9-EF09-CB812AAD556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6" creationId="{4C533B7D-3DBE-353B-3F1C-011A629EBBC3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7" creationId="{2FC989CA-D200-7241-A4E5-D3CB9968FB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8" creationId="{995FFDE6-7591-EA77-6B09-FA3667B60A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9" creationId="{EA1DE58F-751E-E5D8-20C6-87772D19F44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0" creationId="{3ED9D288-2742-217A-013B-0A344BF581A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1" creationId="{D00C61A6-B725-D7C0-2DA3-C6689B4A0C5D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2" creationId="{196D65BF-99F3-14D6-DE4A-B7BE0D9046E5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3" creationId="{CAD1C6A5-C046-0A5A-6A2D-7BC7DB39AA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4" creationId="{F83F7ED1-6988-C657-04ED-7E7B4215850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5:18" v="11500" actId="478"/>
          <ac:graphicFrameMkLst>
            <pc:docMk/>
            <pc:sldMk cId="2636217408" sldId="860"/>
            <ac:graphicFrameMk id="225" creationId="{AD26B8FE-026E-88E9-5D1E-29A0A170B83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6" creationId="{5AEF49CE-ACA5-65DA-BCA2-7E8F5092CAB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39.807" v="11147" actId="478"/>
          <ac:graphicFrameMkLst>
            <pc:docMk/>
            <pc:sldMk cId="2636217408" sldId="860"/>
            <ac:graphicFrameMk id="227" creationId="{D97479CA-3BAA-5613-C0D6-F0EDA0CA28A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41.903" v="11149"/>
          <ac:graphicFrameMkLst>
            <pc:docMk/>
            <pc:sldMk cId="2636217408" sldId="860"/>
            <ac:graphicFrameMk id="228" creationId="{E6B65468-9444-10DB-F312-3380C7713BD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41.903" v="11149"/>
          <ac:graphicFrameMkLst>
            <pc:docMk/>
            <pc:sldMk cId="2636217408" sldId="860"/>
            <ac:graphicFrameMk id="229" creationId="{A35F6F09-49F6-30E7-F9AD-15AC99431C0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5:34.786" v="11503" actId="478"/>
          <ac:graphicFrameMkLst>
            <pc:docMk/>
            <pc:sldMk cId="2636217408" sldId="860"/>
            <ac:graphicFrameMk id="230" creationId="{6A32EBBD-D872-F50A-DE9C-F4D42230F1C6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1" creationId="{8BA565E3-FDF5-B856-070C-EEA833E5704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2" creationId="{FCFCC9BF-D382-49E8-4B42-D056B3CB2FAB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3" creationId="{7DEE3EE3-6E4F-EF89-1D6E-6F1DC5A0D95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4" creationId="{E9CB11FB-B28A-15A6-17B3-CDA04702BAA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5" creationId="{145BD2DB-C275-BC39-4B36-19F0EF2C4F8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6" creationId="{090E82B3-47FF-BF6C-7BB9-9E8A11E139F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7" creationId="{28CF3F6C-C740-2F21-FFB9-329CF9487D9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8" creationId="{9865896D-FD0A-9813-DFEB-8B27BEF52D6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9" creationId="{7C5D1AE4-B956-6ED4-69EF-118415811B5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0" creationId="{3C19CF8C-695F-62FB-47ED-05EAC38FAD4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1" creationId="{3EF4853E-9551-29F6-EB2A-BC8E3EDC381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2" creationId="{50C323C5-3907-0032-13AA-635FAEB9D8A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3" creationId="{D28E4CB4-5F2E-9FF9-2067-01E3281692C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4" creationId="{A6194A3C-4BCB-F1E5-4DF0-B9ED14F184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5" creationId="{B183BDAF-E3A2-FC47-699B-5C7F959A98B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6" creationId="{215A167C-AAB4-A135-F9AC-80F41FE5335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7" creationId="{7C1711E1-AD8D-6AF5-64A5-D4CE589BF56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8" creationId="{C8BF7FF4-1CEE-95F0-86F5-CC0767BAFB6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9" creationId="{3F031A06-687B-6132-9EA5-1FDAA0C25AE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0" creationId="{16D2E44C-6500-2575-F7F7-815B92805A9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1" creationId="{8556D5B1-2600-9E0A-362E-3B1EF417E0F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2" creationId="{557E8B82-DA7B-349E-9CDD-58DB1259FFD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6" creationId="{B6F43E72-F0D0-5DBF-A2AE-BCD85DF399B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7" creationId="{58750D0C-4C05-74DD-A87C-CAB950CAA1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8" creationId="{186F3961-213A-7F38-0FD8-40AF37108B9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9" creationId="{1EE3373A-3C7B-6608-422D-0297FBE1B45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64" creationId="{9862F319-23CC-9D17-74B4-8B61D597A63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65" creationId="{38192BF5-B5C2-4C5D-B1B5-9F36A267711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7" creationId="{7AF26AA5-78D3-4B0C-AE39-981144499A6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8" creationId="{4D59C3C4-69D2-556F-E83A-52B254346D8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9" creationId="{498A4196-10C8-5FF8-88E1-4257C98C614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0" creationId="{FEC8B110-154A-5401-9C73-2E83AB41CE4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1" creationId="{9723CC55-E0B8-ADD9-DB11-14835EE1176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2" creationId="{96533A72-795E-843B-4B90-59231B00128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3" creationId="{4EAAC154-8B20-59B1-1C43-E8563855DCF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4" creationId="{737D4AEB-D601-0095-38F2-7E7EEC037F4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5" creationId="{8C098314-3F3B-A3B2-3AA1-9245C25A912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6" creationId="{C4AA5191-0C9A-2A36-B517-2CCCC292A7C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7" creationId="{D1603028-4535-F435-6159-628AA79DD8B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8" creationId="{67B319C2-7310-F4B0-858F-9A514D0EBDC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9" creationId="{C92B043A-7734-026A-9252-539E3CF7BE1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0" creationId="{883030CE-A007-03F6-1C1D-816AB20E592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1" creationId="{8E69869B-64F3-52F3-41B9-2CB4225E65E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2" creationId="{2E0EB0AE-6317-833D-AC15-62E654ABD70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3" creationId="{29CE90AB-AD1E-73E7-61BF-8DEEBF33F4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4" creationId="{C548808B-0D85-D985-EB09-5A7D298E629A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5" creationId="{2439A7DB-4CF9-B4D4-CD88-32744DC20F9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6" creationId="{D093A961-E939-6581-9D50-55CD94D3A47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7" creationId="{18BB148E-28A2-4F6E-5761-7A8F1B215D0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8" creationId="{4951F815-750E-8C89-29D4-D75F8FAF8E5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08" creationId="{228C1573-ADCF-B75C-BE42-2BA14C82061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09" creationId="{B3C619CC-4C06-7213-F6AF-FDA2A1AEF3E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0" creationId="{87CB7A6D-C8C5-53E0-C696-F3EA3E40FA8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1" creationId="{0DE52086-009B-93EC-26A0-254E2FEE55A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2" creationId="{D18F8177-EB0A-932A-C1E0-4AE48550150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3" creationId="{363F0F58-FCBC-47EB-F530-B1F0213499C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4" creationId="{9DD97805-79EB-118A-FB82-57CE461FCDF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5" creationId="{4A776230-8EA3-B3BA-355F-9AFB37408BE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6" creationId="{6517E999-9C47-1D2A-E8F1-7DAD1BE2C8D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7" creationId="{14D083F2-E023-8F1D-0152-FE099AE0A08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8" creationId="{433E0992-72B9-D143-B350-E6B13781294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9" creationId="{1E9641DB-AEAA-72E2-4A6C-4C987AED3388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0" creationId="{2F79633A-1992-8087-5666-7C1901A3B0D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1" creationId="{57B02430-CF9A-27A8-5E49-2EF8AB84F657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2" creationId="{4C09D422-7635-F3F9-93C3-6C6618585E1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3" creationId="{6E8C1EC6-C783-B5F8-9E75-142350C0239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4" creationId="{8BFD999C-58B8-91D2-CD44-02A8EE4450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5" creationId="{059CED59-7EB4-F2F8-4ADC-FCBDAA0B6E2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6" creationId="{E12B39C1-8B3A-E691-20D8-C1B3E64020E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7" creationId="{1DFCB550-6577-7A26-1A42-537C789D30C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8" creationId="{DD888FE0-1661-4A92-04C7-771BF84FF14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9" creationId="{889DD01F-9D75-F9DC-6584-1B01B2C6DA6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0" creationId="{8452FBB5-2742-4CB2-3CA2-8EDA15BC22F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1" creationId="{A96FBA7A-CC9C-2C72-B399-EDC6784BB83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2" creationId="{AE1BCEC8-5B34-B21E-5406-82DEDEBF07C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3" creationId="{4DA54D8F-0BC6-36C1-78AA-578F7939AAC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5" creationId="{18F369F1-0B95-38F5-77EC-1BC19E4C8AE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6" creationId="{197EEE08-663B-B2D4-7978-69F4AFD9CE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7" creationId="{CBBFABDB-2EB0-8AA4-1FFD-D8B29587A1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8" creationId="{8C626C5F-4F99-4D88-E0E8-089BBA960E61}"/>
          </ac:graphicFrameMkLst>
        </pc:graphicFrame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3" creationId="{97192BB5-BBAD-B316-01E4-98C9D146BAE8}"/>
          </ac:cxnSpMkLst>
        </pc:cxn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4" creationId="{A6B148F4-9069-F7C0-38EE-C5627C395A73}"/>
          </ac:cxnSpMkLst>
        </pc:cxn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5" creationId="{530A4A8C-D735-97B7-1A38-67F40146AA40}"/>
          </ac:cxnSpMkLst>
        </pc:cxnChg>
        <pc:cxnChg chg="add del mod">
          <ac:chgData name="이민재" userId="f97f16f7-28a5-49bd-9e05-fb3ef63d7997" providerId="ADAL" clId="{3604D2DB-B0B3-4E35-9EDA-42455EF74A6C}" dt="2023-06-12T10:59:23.418" v="10737" actId="478"/>
          <ac:cxnSpMkLst>
            <pc:docMk/>
            <pc:sldMk cId="2636217408" sldId="860"/>
            <ac:cxnSpMk id="29" creationId="{7D27F72F-E272-2D0D-66C1-7689995DB11F}"/>
          </ac:cxnSpMkLst>
        </pc:cxnChg>
        <pc:cxnChg chg="add del mod">
          <ac:chgData name="이민재" userId="f97f16f7-28a5-49bd-9e05-fb3ef63d7997" providerId="ADAL" clId="{3604D2DB-B0B3-4E35-9EDA-42455EF74A6C}" dt="2023-06-12T10:59:40.709" v="10766" actId="478"/>
          <ac:cxnSpMkLst>
            <pc:docMk/>
            <pc:sldMk cId="2636217408" sldId="860"/>
            <ac:cxnSpMk id="58" creationId="{221C5146-BA4F-FC04-5395-BD6F8F504DCF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4" creationId="{BE2FEC07-0C7C-B8FB-1207-7EECBE71ADE4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5" creationId="{1D018BC2-7393-2A49-5BB1-72DBDAE72102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6" creationId="{7486D17C-04E0-A1E1-CFB3-E63C8A041529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1" creationId="{0C191632-AE89-8A6F-C61E-626A90FB4B30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2" creationId="{D2121903-B4B8-4B52-5750-79662918F471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3" creationId="{17259048-8F9C-68D6-D6CB-B78A1DD1197E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339" creationId="{3430A173-BAE9-5987-93A3-6CE410FD9EF6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340" creationId="{D302E92E-F921-5FC9-2C85-0A3590FE4F60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462064838" sldId="861"/>
        </pc:sldMkLst>
        <pc:spChg chg="mod">
          <ac:chgData name="이민재" userId="f97f16f7-28a5-49bd-9e05-fb3ef63d7997" providerId="ADAL" clId="{3604D2DB-B0B3-4E35-9EDA-42455EF74A6C}" dt="2023-06-12T10:30:06.986" v="10343" actId="1035"/>
          <ac:spMkLst>
            <pc:docMk/>
            <pc:sldMk cId="462064838" sldId="861"/>
            <ac:spMk id="2" creationId="{33D944F5-9B44-7DC8-8554-9C07F42A807B}"/>
          </ac:spMkLst>
        </pc:spChg>
        <pc:spChg chg="del mod">
          <ac:chgData name="이민재" userId="f97f16f7-28a5-49bd-9e05-fb3ef63d7997" providerId="ADAL" clId="{3604D2DB-B0B3-4E35-9EDA-42455EF74A6C}" dt="2023-06-14T06:51:54.481" v="13772" actId="478"/>
          <ac:spMkLst>
            <pc:docMk/>
            <pc:sldMk cId="462064838" sldId="861"/>
            <ac:spMk id="3" creationId="{DA7A178D-AA3A-CFE9-BDC4-B83DFAE2524D}"/>
          </ac:spMkLst>
        </pc:spChg>
        <pc:spChg chg="add mod">
          <ac:chgData name="이민재" userId="f97f16f7-28a5-49bd-9e05-fb3ef63d7997" providerId="ADAL" clId="{3604D2DB-B0B3-4E35-9EDA-42455EF74A6C}" dt="2023-06-14T06:51:54.752" v="13773"/>
          <ac:spMkLst>
            <pc:docMk/>
            <pc:sldMk cId="462064838" sldId="861"/>
            <ac:spMk id="5" creationId="{B6A6FCB6-2F44-B961-1A6C-4152DB4A7D08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2" creationId="{8D5D8449-C465-1090-9B0A-364563785128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3" creationId="{0F703419-677A-E4C5-B2A1-A7ED7E0C2D8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4" creationId="{9F53CB2B-4580-CA38-FDFD-545EBB0D9BF0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5" creationId="{F7F5A0B8-91C7-124E-EE31-8C3C1AA9923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6" creationId="{5FD6D534-F4A3-719C-F912-F7520B31AF80}"/>
          </ac:spMkLst>
        </pc:spChg>
        <pc:spChg chg="add del mod">
          <ac:chgData name="이민재" userId="f97f16f7-28a5-49bd-9e05-fb3ef63d7997" providerId="ADAL" clId="{3604D2DB-B0B3-4E35-9EDA-42455EF74A6C}" dt="2023-06-12T09:20:32.688" v="10108" actId="478"/>
          <ac:spMkLst>
            <pc:docMk/>
            <pc:sldMk cId="462064838" sldId="861"/>
            <ac:spMk id="17" creationId="{E6BE5181-A428-A61A-7CC0-B8D91854F1D1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8" creationId="{A4086CEC-473F-A2EF-3FB5-E6A213EE7D3B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9" creationId="{86B4DC2A-88E8-4A22-C37E-B1CD162FD5D0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0" creationId="{0A49E8AD-573C-2741-CDD1-4B16250A97ED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1" creationId="{23AA0626-BCC4-7A49-DA2F-A7A19964566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2" creationId="{E2F193D5-3052-C27F-E0FD-6CEE7E143A80}"/>
          </ac:spMkLst>
        </pc:spChg>
        <pc:spChg chg="add del mod">
          <ac:chgData name="이민재" userId="f97f16f7-28a5-49bd-9e05-fb3ef63d7997" providerId="ADAL" clId="{3604D2DB-B0B3-4E35-9EDA-42455EF74A6C}" dt="2023-06-12T09:20:34.344" v="10109" actId="478"/>
          <ac:spMkLst>
            <pc:docMk/>
            <pc:sldMk cId="462064838" sldId="861"/>
            <ac:spMk id="23" creationId="{70E60B25-1210-F38A-1F1C-297D9575B64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3" creationId="{5ADDB5BA-F0E9-8249-D7B8-8939B9A0FB37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4" creationId="{1A21B6C7-A614-5B4E-BBED-D093DF71AB1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5" creationId="{1A2469C3-5372-A94F-6593-25CA33BE300F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6" creationId="{50F86166-FE60-CE4E-D497-D1175667A1A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7" creationId="{0B3CF839-82F6-EDD9-DC00-586DA12929E5}"/>
          </ac:spMkLst>
        </pc:spChg>
        <pc:spChg chg="add del mod">
          <ac:chgData name="이민재" userId="f97f16f7-28a5-49bd-9e05-fb3ef63d7997" providerId="ADAL" clId="{3604D2DB-B0B3-4E35-9EDA-42455EF74A6C}" dt="2023-06-14T07:21:05.215" v="14355" actId="478"/>
          <ac:spMkLst>
            <pc:docMk/>
            <pc:sldMk cId="462064838" sldId="861"/>
            <ac:spMk id="42" creationId="{3D484430-30D1-A211-7736-A85E1B4F734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278" creationId="{ADBF299B-4D80-F9A3-F247-370182C8386A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287" creationId="{A5A98D07-00C0-996F-324E-6941EDA6E5A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288" creationId="{85E85B09-B68E-B68C-A502-5BF33C1E0402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4" creationId="{4CC03DAB-1F21-7AA0-5A84-53DC23863441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5" creationId="{AFC843CC-39AC-BD4C-3977-EAE82475DB3C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6" creationId="{7871A6B8-AF2D-764A-D139-84F955F27BC0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7" creationId="{C3087B17-7D59-C05B-638A-2AABB755BA0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499" creationId="{3CE87DF2-1FE8-CAEF-B494-CC88513B9182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00" creationId="{F8813E2B-3F15-250D-EA70-AADFCAFE7AA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16" creationId="{A9A423A1-861E-1E21-74D6-EDA1BF3541A0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17" creationId="{07D1FCC3-0D60-51B9-1BB5-870A2D2F7753}"/>
          </ac:spMkLst>
        </pc:spChg>
        <pc:spChg chg="del">
          <ac:chgData name="이민재" userId="f97f16f7-28a5-49bd-9e05-fb3ef63d7997" providerId="ADAL" clId="{3604D2DB-B0B3-4E35-9EDA-42455EF74A6C}" dt="2023-06-12T09:12:56.462" v="9689" actId="478"/>
          <ac:spMkLst>
            <pc:docMk/>
            <pc:sldMk cId="462064838" sldId="861"/>
            <ac:spMk id="2653" creationId="{EFB6AC17-41CF-427D-2452-CCF46D6E3E14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654" creationId="{806BE371-B3FB-0389-F653-8C8A10059E2A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5" creationId="{33B9F923-89A1-145F-9BD8-BD5ED1EAC523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6" creationId="{D01D6AE4-0FA7-C0FF-8684-9605CC4947ED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7" creationId="{BF874316-B3BC-DD92-C940-214495F18556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8" creationId="{A8D69863-4941-4138-A746-CF626BDDECE9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9" creationId="{13449624-E8C5-5D19-D611-88F73B013F80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60" creationId="{2CBC28D6-7032-51AA-4092-4A92D7BAC658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4" creationId="{1E66ABDD-220E-1591-C0AD-554717B17DC8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5" creationId="{8288C226-06BC-6410-2103-04ED6CC772CC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6" creationId="{07DAE9D4-52DC-D6F6-2427-EE2427A5CD3F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7" creationId="{2D27B19F-F20B-E4A9-40EF-8A2963104A6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4" creationId="{C5E1EC3A-1115-8025-8A31-3B351761282B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5" creationId="{726E91BA-92E2-2C62-BFB9-969155532D05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6" creationId="{B2747D59-076B-4617-E797-AF80DDC2F897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7" creationId="{5038D81A-A0C5-ED7C-1A87-BD0A81E34CF7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8" creationId="{D857C23C-2B41-9BE6-C001-93B25590A908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6" creationId="{7FDF4813-92C8-5963-7E0B-40B7CAD1723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7" creationId="{2635B651-1335-3283-2F34-4DF2E5D7F693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8" creationId="{355A48BE-4A96-85FA-035D-E7C95D5C3554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94" creationId="{AF4C0403-5151-E045-C4DC-435E9CCBD79C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0" creationId="{8A7CA1A4-05A7-1527-40E8-A124BDE09F1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1" creationId="{861FCA0B-D797-AB40-7940-C1E73A7D817A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2" creationId="{BB895DFF-B1E3-F3DE-446F-EBC5ACCB7E13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6" creationId="{1EC0856E-0FC7-AEF6-0279-6E58C3E49F4D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7" creationId="{8C90AB22-0FAA-18D4-D94B-9E0ABE06C7CE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8" creationId="{E7708612-7E0D-B582-35D4-896A47924CE3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0" creationId="{0618A9FE-3855-260F-EFBB-534BDBB89FFA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1" creationId="{9E46BC03-0E63-8BCB-4309-3E0A3F3FE944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2" creationId="{50DEA93D-855C-F7EE-924F-9B883A2854EC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2" creationId="{5E2E96E0-32AA-AE70-0031-F10E23EE3900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4" creationId="{4BBE14E3-95F0-1F68-8515-D894A11115B0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6" creationId="{7F32FB75-38DE-0218-2BAD-1643F525853A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28" creationId="{DE84FAF1-5081-1942-2D41-60E03332D10B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1" creationId="{BE252D9F-F655-1A96-D3C2-A6E2150FFBD4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2" creationId="{5B9CD767-D49F-0103-334B-A44C2D47197A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3" creationId="{5BA23F4E-5986-56B0-57C5-02CF509FF3CD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4" creationId="{7FF90C95-3A16-33E9-D775-9EB4DA0BA356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5" creationId="{09CC1E9D-38C6-C86E-7C78-C43F889059C8}"/>
          </ac:spMkLst>
        </pc:spChg>
        <pc:spChg chg="add del mod">
          <ac:chgData name="이민재" userId="f97f16f7-28a5-49bd-9e05-fb3ef63d7997" providerId="ADAL" clId="{3604D2DB-B0B3-4E35-9EDA-42455EF74A6C}" dt="2023-06-12T09:17:46.197" v="9996" actId="1038"/>
          <ac:spMkLst>
            <pc:docMk/>
            <pc:sldMk cId="462064838" sldId="861"/>
            <ac:spMk id="2737" creationId="{6BA32295-76DC-0A9B-CCA8-B1244413337C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49" creationId="{63DD00FD-8459-4415-CA63-28F22C0C5CB1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0" creationId="{3EFFE137-7C63-8A8C-5419-15C3B49193F6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1" creationId="{97AF708B-43CB-F7C6-F885-97022AB97CD3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2" creationId="{E163DEA6-9E68-5C51-3C41-CAB3889529D3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3" creationId="{15D429FD-9ABB-7047-3F55-1CB0BBEC5679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4" creationId="{02558A9D-1E09-2E44-FE68-B08C19384A77}"/>
          </ac:spMkLst>
        </pc:spChg>
        <pc:spChg chg="mod">
          <ac:chgData name="이민재" userId="f97f16f7-28a5-49bd-9e05-fb3ef63d7997" providerId="ADAL" clId="{3604D2DB-B0B3-4E35-9EDA-42455EF74A6C}" dt="2023-06-12T09:17:02.671" v="9946" actId="1037"/>
          <ac:spMkLst>
            <pc:docMk/>
            <pc:sldMk cId="462064838" sldId="861"/>
            <ac:spMk id="2755" creationId="{20194203-9FB9-277E-A3F8-495CF5EB3DB8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7" creationId="{64C81666-4C85-260D-3AB4-98BAB4A8300E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8" creationId="{F26547A1-6638-4720-921B-E035B59A92B6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9" creationId="{A9C74E10-5AC6-1FCE-4E67-9BB143BAA30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0" creationId="{7A71F694-3C80-5193-4410-5D6BD2F9ED10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1" creationId="{7E41C554-C367-BAEA-F0B9-A41229AC1D82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2" creationId="{111BE8AE-145E-AE11-253C-BEDF2AC5616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3" creationId="{0412AF6F-CF1B-4935-6DA1-E3485DFBA279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4" creationId="{56E98103-E982-BF22-EB54-ABCDE3D6683A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5" creationId="{E43FCF29-EEF0-2C6D-D9EF-6AB5B262A88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6" creationId="{97D162C3-5ED9-630F-194F-5475FDEA24F3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7" creationId="{D537D22A-A152-5D2F-002C-89B69A12C14D}"/>
          </ac:spMkLst>
        </pc:spChg>
        <pc:spChg chg="add del mod">
          <ac:chgData name="이민재" userId="f97f16f7-28a5-49bd-9e05-fb3ef63d7997" providerId="ADAL" clId="{3604D2DB-B0B3-4E35-9EDA-42455EF74A6C}" dt="2023-06-14T07:21:14.545" v="14358" actId="478"/>
          <ac:spMkLst>
            <pc:docMk/>
            <pc:sldMk cId="462064838" sldId="861"/>
            <ac:spMk id="2807" creationId="{1D4F33CA-EEB4-EEB5-9850-50CC1359DEE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08" creationId="{D0B05053-F60B-2129-7758-A9F9B8E26AF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09" creationId="{02970D1D-D985-AED8-1D62-15D699B5B6C1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10" creationId="{3CBF922F-A788-594C-A9B3-D49B6B6FE96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11" creationId="{F714B4EE-2741-1646-AB45-6B42A388AF5F}"/>
          </ac:spMkLst>
        </pc:spChg>
        <pc:spChg chg="add mod">
          <ac:chgData name="이민재" userId="f97f16f7-28a5-49bd-9e05-fb3ef63d7997" providerId="ADAL" clId="{3604D2DB-B0B3-4E35-9EDA-42455EF74A6C}" dt="2023-06-14T07:23:54.887" v="14523" actId="1076"/>
          <ac:spMkLst>
            <pc:docMk/>
            <pc:sldMk cId="462064838" sldId="861"/>
            <ac:spMk id="2812" creationId="{C95059F1-F852-6576-11D8-613D39B301ED}"/>
          </ac:spMkLst>
        </pc:spChg>
        <pc:spChg chg="add mod">
          <ac:chgData name="이민재" userId="f97f16f7-28a5-49bd-9e05-fb3ef63d7997" providerId="ADAL" clId="{3604D2DB-B0B3-4E35-9EDA-42455EF74A6C}" dt="2023-06-14T07:23:50.221" v="14522" actId="1076"/>
          <ac:spMkLst>
            <pc:docMk/>
            <pc:sldMk cId="462064838" sldId="861"/>
            <ac:spMk id="2813" creationId="{C37C75AD-ABD3-F8EC-980D-F5DFF61D48ED}"/>
          </ac:spMkLst>
        </pc:spChg>
        <pc:spChg chg="add mod">
          <ac:chgData name="이민재" userId="f97f16f7-28a5-49bd-9e05-fb3ef63d7997" providerId="ADAL" clId="{3604D2DB-B0B3-4E35-9EDA-42455EF74A6C}" dt="2023-06-14T07:24:01.925" v="14525" actId="1076"/>
          <ac:spMkLst>
            <pc:docMk/>
            <pc:sldMk cId="462064838" sldId="861"/>
            <ac:spMk id="2814" creationId="{A7B5ADFB-5C46-9083-6122-7920E1896DA4}"/>
          </ac:spMkLst>
        </pc:s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57" creationId="{B9A1000F-4B73-5CC7-13C5-29690DAE947B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72" creationId="{72BDCD37-40B9-35FD-B865-A811D640BFD7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89" creationId="{B86A60C8-326F-5EC9-DE5D-1FDDB69BAC1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04" creationId="{5FC45171-F0D0-A568-1DD9-9AEDA25949E9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19" creationId="{18869301-14BC-6802-F77B-1C9427565A0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53" creationId="{EFA3E4EA-6866-BD50-F4C2-D1E99086174F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469" creationId="{196D5B1D-5C1F-3FD7-9AF0-893696384265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484" creationId="{D8C85C18-D63C-C518-3681-03D55416814D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01" creationId="{55A4F559-FFE4-FF1E-142B-05B5AB84DA6A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18" creationId="{0C44135E-86FA-3D33-ADFC-E24B49B12BAD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33" creationId="{36679D5E-671A-284A-4637-83310F524DD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48" creationId="{246E4A12-6E26-D7A9-3E9F-DF9BDB4C5BF3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63" creationId="{72EC8051-DE8A-A99A-8567-85EEF080D4BF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78" creationId="{217A06D1-4888-2D86-A9C3-EF991623D2A5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93" creationId="{F84F538E-1D26-5D56-2B7E-5711A144DE11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08" creationId="{07036399-A6EB-E78F-659E-5B2BE7C68DB1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23" creationId="{C2210F00-EC95-1ABD-C6B5-77C5911526E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38" creationId="{A7301145-87BF-08EB-6A9D-EE3FE75783A3}"/>
          </ac:grpSpMkLst>
        </pc:grpChg>
        <pc:cxnChg chg="add mod">
          <ac:chgData name="이민재" userId="f97f16f7-28a5-49bd-9e05-fb3ef63d7997" providerId="ADAL" clId="{3604D2DB-B0B3-4E35-9EDA-42455EF74A6C}" dt="2023-06-12T09:17:33.370" v="9982" actId="1037"/>
          <ac:cxnSpMkLst>
            <pc:docMk/>
            <pc:sldMk cId="462064838" sldId="861"/>
            <ac:cxnSpMk id="10" creationId="{193EE393-866B-BF04-702A-48007F7F5E29}"/>
          </ac:cxnSpMkLst>
        </pc:cxnChg>
        <pc:cxnChg chg="add mod">
          <ac:chgData name="이민재" userId="f97f16f7-28a5-49bd-9e05-fb3ef63d7997" providerId="ADAL" clId="{3604D2DB-B0B3-4E35-9EDA-42455EF74A6C}" dt="2023-06-12T09:17:35.098" v="9983" actId="1038"/>
          <ac:cxnSpMkLst>
            <pc:docMk/>
            <pc:sldMk cId="462064838" sldId="861"/>
            <ac:cxnSpMk id="11" creationId="{91BF7887-CF62-8E4B-AA34-C3AA1888A5E4}"/>
          </ac:cxnSpMkLst>
        </pc:cxnChg>
        <pc:cxnChg chg="add del mod">
          <ac:chgData name="이민재" userId="f97f16f7-28a5-49bd-9e05-fb3ef63d7997" providerId="ADAL" clId="{3604D2DB-B0B3-4E35-9EDA-42455EF74A6C}" dt="2023-06-14T07:09:45.290" v="14051" actId="478"/>
          <ac:cxnSpMkLst>
            <pc:docMk/>
            <pc:sldMk cId="462064838" sldId="861"/>
            <ac:cxnSpMk id="24" creationId="{DDC2A95F-8379-4A81-919A-D015BB511BD9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6" creationId="{CF125053-5223-8D97-E70C-C0E9A62F395A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" creationId="{2F683BC5-0E6D-3C38-4C1B-4C2981A44A1F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30" creationId="{72B743AC-0563-FFA9-9FD7-6DB91648D98C}"/>
          </ac:cxnSpMkLst>
        </pc:cxnChg>
        <pc:cxnChg chg="add del mod">
          <ac:chgData name="이민재" userId="f97f16f7-28a5-49bd-9e05-fb3ef63d7997" providerId="ADAL" clId="{3604D2DB-B0B3-4E35-9EDA-42455EF74A6C}" dt="2023-06-12T09:22:03.613" v="10145" actId="21"/>
          <ac:cxnSpMkLst>
            <pc:docMk/>
            <pc:sldMk cId="462064838" sldId="861"/>
            <ac:cxnSpMk id="30" creationId="{DD6A7CC7-B658-5580-2A2F-22A59254750A}"/>
          </ac:cxnSpMkLst>
        </pc:cxnChg>
        <pc:cxnChg chg="add del mod">
          <ac:chgData name="이민재" userId="f97f16f7-28a5-49bd-9e05-fb3ef63d7997" providerId="ADAL" clId="{3604D2DB-B0B3-4E35-9EDA-42455EF74A6C}" dt="2023-06-14T07:09:59.268" v="14053" actId="478"/>
          <ac:cxnSpMkLst>
            <pc:docMk/>
            <pc:sldMk cId="462064838" sldId="861"/>
            <ac:cxnSpMk id="38" creationId="{56E83A3D-177C-3EC3-91C2-41AD0729EA6B}"/>
          </ac:cxnSpMkLst>
        </pc:cxnChg>
        <pc:cxnChg chg="add mod">
          <ac:chgData name="이민재" userId="f97f16f7-28a5-49bd-9e05-fb3ef63d7997" providerId="ADAL" clId="{3604D2DB-B0B3-4E35-9EDA-42455EF74A6C}" dt="2023-06-14T07:24:12.726" v="14527" actId="14100"/>
          <ac:cxnSpMkLst>
            <pc:docMk/>
            <pc:sldMk cId="462064838" sldId="861"/>
            <ac:cxnSpMk id="43" creationId="{C7A8DDB1-C76B-F1C1-ED1F-1FD7BF169AC5}"/>
          </ac:cxnSpMkLst>
        </pc:cxnChg>
        <pc:cxnChg chg="add mod">
          <ac:chgData name="이민재" userId="f97f16f7-28a5-49bd-9e05-fb3ef63d7997" providerId="ADAL" clId="{3604D2DB-B0B3-4E35-9EDA-42455EF74A6C}" dt="2023-06-14T07:24:09.581" v="14526" actId="14100"/>
          <ac:cxnSpMkLst>
            <pc:docMk/>
            <pc:sldMk cId="462064838" sldId="861"/>
            <ac:cxnSpMk id="44" creationId="{70877E48-A645-2626-7EC0-D913B852ABD3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46" creationId="{810D34F4-6C56-3BCF-57FA-EF7A7534BE7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0" creationId="{BC0A9C57-92B9-470B-7B86-DE5D34B0D054}"/>
          </ac:cxnSpMkLst>
        </pc:cxnChg>
        <pc:cxnChg chg="add del mod">
          <ac:chgData name="이민재" userId="f97f16f7-28a5-49bd-9e05-fb3ef63d7997" providerId="ADAL" clId="{3604D2DB-B0B3-4E35-9EDA-42455EF74A6C}" dt="2023-06-14T07:10:25.416" v="14064"/>
          <ac:cxnSpMkLst>
            <pc:docMk/>
            <pc:sldMk cId="462064838" sldId="861"/>
            <ac:cxnSpMk id="53" creationId="{B9094CEA-F381-11D3-DFFD-A5A1FED7F7A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4" creationId="{7E028A0D-E6E9-D4FA-C0EF-8AC79E7FB5B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5" creationId="{D6C67E30-3D0A-A0FF-1DD9-391A58D519C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6" creationId="{879A9DA7-644B-05C0-AF31-BDA97778860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7" creationId="{704DCCB1-285B-8033-E591-9A40E8D9E72A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8" creationId="{54EE7150-8FC7-ECF9-DCB3-3DD234118E5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9" creationId="{F27874CD-2148-DA9B-6965-1C7CCF826249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60" creationId="{0B8068DE-B652-941C-CEB6-D0F4F7C0A7CF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61" creationId="{F8921C4F-5868-95C5-575F-72FAE2B8A06D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7" creationId="{1219E7EE-ABAC-683B-BE71-1060B26B0596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8" creationId="{AD8D9489-8D6B-44DF-605B-E53AF4115B10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9" creationId="{8564BE91-5DF7-1CED-E9B3-F74A03100D34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0" creationId="{FDA55054-3FAE-AD94-5BEC-AC44F6FFAE8B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1" creationId="{31189D57-4EE4-17D1-12E8-3F5DDD7BBC2C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2" creationId="{6C4D8B28-5A36-C2B8-0AEE-06E06778DDA1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3" creationId="{F9A37471-CA64-D9E4-2B65-BB2D5BA218B9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4" creationId="{7BF15281-DE57-59D1-6B35-5423C2BB645D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6" creationId="{E44F40BA-075B-034E-476D-20D89E444F54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7" creationId="{04CC852B-576C-A492-8A44-32A8D2D5BD10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58" creationId="{526EBBC4-3219-F665-EF8D-4B9D69D9A55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59" creationId="{E4AA54E1-9003-AB0D-36CF-4F9B0457C9B4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0" creationId="{D4BB7472-DC09-F161-1A16-668027AE2BF5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1" creationId="{74758726-9884-6E9A-B5D6-F86A05E52530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2" creationId="{431D1AF0-130E-72D1-49D4-CB5A48BA7F61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3" creationId="{C76C5800-7280-12F8-243B-0C4159C863E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4" creationId="{05A276BE-EFC8-00FF-0294-577091630A9E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5" creationId="{DC356D2F-48EB-2BBE-2AD7-966DE04CC8F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6" creationId="{01DD2926-8339-A0E0-9FFD-6309B1AF230F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7" creationId="{BB7B267B-82AE-B71C-4BCC-7014631B9FCA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68" creationId="{2345842D-714A-3C1D-29B0-1D8CC86FA102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69" creationId="{C183D092-7F08-12AE-E46A-E765A592CFB0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0" creationId="{CBA22DE4-3070-4560-F595-025FA8219AFA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1" creationId="{D228F71C-26AA-8900-28C3-3F0C766F778E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2" creationId="{2B316C1A-9CB1-FE91-6E88-BDFE10BADEAD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3" creationId="{926643ED-CB5D-0A13-347A-E8BB9F9C32BB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4" creationId="{BD179645-207D-C96A-AFA6-31DF6BD45269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5" creationId="{2DE4E9D2-43E0-1488-EF85-249C703A7FD2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6" creationId="{FFCB64C8-6EED-3D63-3317-E49E9F736575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7" creationId="{504ACB19-1673-C06E-BC7C-ED721AE563D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79" creationId="{10664D66-88D9-C2C9-264E-1854135B1CD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0" creationId="{1EAAD089-18BE-C4F8-ECD2-B389998D276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1" creationId="{CF9E2DD5-CC88-B522-EBB6-9EE81C9E7D2D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2" creationId="{FA1CAD5E-CDE8-D9D0-A058-3D7EF55F4EA1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3" creationId="{0C274DAF-478C-9A10-180B-B7F37CF4E5FD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4" creationId="{C055AD2E-58FE-FBE3-4060-66A4E9926C1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5" creationId="{61A3CAC8-9A9D-279F-FEC1-4EB8AF5D4FB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6" creationId="{3E43316D-5130-4A09-1D43-911CB501AFB9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7" creationId="{421DD58A-6B05-D968-7DC1-48E65AF94C3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8" creationId="{70B419A6-BA90-728C-1F43-64FEEF66653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9" creationId="{0D9A4C37-DF9D-C54B-CF44-3E22DC09C27B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0" creationId="{DBDF7F95-D2F7-81E1-4F80-D5697DD0ECC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1" creationId="{5D597ECD-EF58-B1E3-F6A8-1A0382BBA1D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2" creationId="{E3422467-5CBB-6912-43A5-69D66130883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3" creationId="{3E03435F-E95E-13AE-40DE-26D2CECF785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4" creationId="{6844DD55-FCC6-57E0-B40D-3754AB7A95C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5" creationId="{56BDA3D9-4C23-3B71-28A9-49CEB69EF7C3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6" creationId="{5DB167C0-A7CD-6237-F38C-FC0B88E02B5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7" creationId="{F0E8A6EE-3C15-DF3E-BC1F-15AF58A6C52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8" creationId="{19B2CB63-39C4-33B2-1B38-E8B17D7B196C}"/>
          </ac:cxnSpMkLst>
        </pc:cxnChg>
        <pc:cxnChg chg="del">
          <ac:chgData name="이민재" userId="f97f16f7-28a5-49bd-9e05-fb3ef63d7997" providerId="ADAL" clId="{3604D2DB-B0B3-4E35-9EDA-42455EF74A6C}" dt="2023-06-12T09:13:34.954" v="9693" actId="478"/>
          <ac:cxnSpMkLst>
            <pc:docMk/>
            <pc:sldMk cId="462064838" sldId="861"/>
            <ac:cxnSpMk id="2693" creationId="{AF9943EC-28F1-05CA-E57E-831A62F92B4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3" creationId="{106A7C9A-311C-03E7-D97F-8560F11E6364}"/>
          </ac:cxnSpMkLst>
        </pc:cxnChg>
        <pc:cxnChg chg="del">
          <ac:chgData name="이민재" userId="f97f16f7-28a5-49bd-9e05-fb3ef63d7997" providerId="ADAL" clId="{3604D2DB-B0B3-4E35-9EDA-42455EF74A6C}" dt="2023-06-12T09:13:58.077" v="9702" actId="478"/>
          <ac:cxnSpMkLst>
            <pc:docMk/>
            <pc:sldMk cId="462064838" sldId="861"/>
            <ac:cxnSpMk id="2714" creationId="{177433E3-A2C6-8A9C-187D-D055A4E55D56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6" creationId="{E2C5145F-4251-11C5-F8A3-ED1DA76E4F6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9" creationId="{1C61D20F-BAFD-A056-E3E9-73E459DDDCE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0" creationId="{71117FE1-D777-CFEC-C0A1-9BBAD0B237DB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1" creationId="{69EC437A-0A4B-9BA1-30B3-5642F50B960E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3" creationId="{814C7269-5726-DD90-64F1-1B20CD9ADAE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5" creationId="{E88DEFC2-702D-4FF1-BE26-D1ED9DA5CD0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7" creationId="{7B8C761A-DC52-30DF-1189-1A1E2B4684D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9" creationId="{3A1EDBDD-7C68-53AB-3295-209F2DCFA891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30" creationId="{84EE41FD-1FD5-8EF5-B36A-D71AD960AED1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39" creationId="{3039892F-99A0-7179-E5CB-F3675882C966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42" creationId="{B031FD96-A558-4C6E-521B-68B0644FEC7D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45" creationId="{1C3D70CB-2B99-F68C-0296-1A4CDCAE4FA5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60" creationId="{8C02867F-BA35-2306-43CD-4ABFF329D00B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62" creationId="{F85DEA7A-FB6B-4D53-2850-ACDA6BD723BF}"/>
          </ac:cxnSpMkLst>
        </pc:cxnChg>
        <pc:cxnChg chg="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78" creationId="{490BD13D-D243-56CA-A9B7-B83B9E373DD4}"/>
          </ac:cxnSpMkLst>
        </pc:cxnChg>
        <pc:cxnChg chg="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81" creationId="{72FAEBEA-358A-9631-FD5D-E387CC837618}"/>
          </ac:cxnSpMkLst>
        </pc:cxnChg>
      </pc:sldChg>
      <pc:sldChg chg="delSp add mod ord">
        <pc:chgData name="이민재" userId="f97f16f7-28a5-49bd-9e05-fb3ef63d7997" providerId="ADAL" clId="{3604D2DB-B0B3-4E35-9EDA-42455EF74A6C}" dt="2023-06-14T09:01:24.496" v="16473"/>
        <pc:sldMkLst>
          <pc:docMk/>
          <pc:sldMk cId="944849495" sldId="862"/>
        </pc:sldMkLst>
        <pc:spChg chg="del">
          <ac:chgData name="이민재" userId="f97f16f7-28a5-49bd-9e05-fb3ef63d7997" providerId="ADAL" clId="{3604D2DB-B0B3-4E35-9EDA-42455EF74A6C}" dt="2023-06-12T10:54:49.838" v="10418" actId="478"/>
          <ac:spMkLst>
            <pc:docMk/>
            <pc:sldMk cId="944849495" sldId="862"/>
            <ac:spMk id="448" creationId="{87240930-63B4-482F-84AC-A88D5AA0DACD}"/>
          </ac:spMkLst>
        </pc:spChg>
      </pc:sldChg>
      <pc:sldChg chg="new">
        <pc:chgData name="이민재" userId="f97f16f7-28a5-49bd-9e05-fb3ef63d7997" providerId="ADAL" clId="{3604D2DB-B0B3-4E35-9EDA-42455EF74A6C}" dt="2023-06-12T11:40:12.280" v="12125" actId="680"/>
        <pc:sldMkLst>
          <pc:docMk/>
          <pc:sldMk cId="2464505905" sldId="863"/>
        </pc:sldMkLst>
      </pc:sldChg>
      <pc:sldChg chg="addSp delSp modSp new mod">
        <pc:chgData name="이민재" userId="f97f16f7-28a5-49bd-9e05-fb3ef63d7997" providerId="ADAL" clId="{3604D2DB-B0B3-4E35-9EDA-42455EF74A6C}" dt="2023-06-14T11:05:50.326" v="18109" actId="1076"/>
        <pc:sldMkLst>
          <pc:docMk/>
          <pc:sldMk cId="3779444896" sldId="864"/>
        </pc:sldMkLst>
        <pc:spChg chg="mod">
          <ac:chgData name="이민재" userId="f97f16f7-28a5-49bd-9e05-fb3ef63d7997" providerId="ADAL" clId="{3604D2DB-B0B3-4E35-9EDA-42455EF74A6C}" dt="2023-06-12T11:44:55.767" v="12127"/>
          <ac:spMkLst>
            <pc:docMk/>
            <pc:sldMk cId="3779444896" sldId="864"/>
            <ac:spMk id="2" creationId="{7311A1B0-2374-366F-095A-B6333CCC7A1F}"/>
          </ac:spMkLst>
        </pc:spChg>
        <pc:spChg chg="mod">
          <ac:chgData name="이민재" userId="f97f16f7-28a5-49bd-9e05-fb3ef63d7997" providerId="ADAL" clId="{3604D2DB-B0B3-4E35-9EDA-42455EF74A6C}" dt="2023-06-12T12:06:38.967" v="13140" actId="1076"/>
          <ac:spMkLst>
            <pc:docMk/>
            <pc:sldMk cId="3779444896" sldId="864"/>
            <ac:spMk id="3" creationId="{0FC63035-857E-87FA-E820-F68EF263F154}"/>
          </ac:spMkLst>
        </pc:spChg>
        <pc:spChg chg="mod">
          <ac:chgData name="이민재" userId="f97f16f7-28a5-49bd-9e05-fb3ef63d7997" providerId="ADAL" clId="{3604D2DB-B0B3-4E35-9EDA-42455EF74A6C}" dt="2023-06-12T11:46:55.084" v="12420"/>
          <ac:spMkLst>
            <pc:docMk/>
            <pc:sldMk cId="3779444896" sldId="864"/>
            <ac:spMk id="6" creationId="{1997DA93-4968-F295-9954-6CECE4004086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0" creationId="{B5EDEA95-6838-A889-2A0F-095D9A167E62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1" creationId="{EE6CB5AC-9235-207F-9816-4D09089254E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2" creationId="{9ED14566-E52E-0F68-942A-4C5A1B49D10B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3" creationId="{9CE02FAD-CF83-4881-FFC3-040C4C109730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4" creationId="{D2AEA788-794A-6014-F5FE-EFCE285CD412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5" creationId="{F1D78C04-AD2A-2BE7-08B6-D2DE587F8740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6" creationId="{8176C3C6-23C7-8008-D23C-F3E0A8E6880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7" creationId="{3BECB6DD-4C10-FA9F-0954-D4C2306A237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8" creationId="{D0796623-431D-2890-0C91-19BC495DD91B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9" creationId="{FE039485-98B7-7B83-4B13-170B27D6343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30" creationId="{4277F1EC-82D4-349E-C887-A5CFF2625E89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31" creationId="{D4248F36-C4C6-A22F-73DA-CE0AB43ED148}"/>
          </ac:spMkLst>
        </pc:spChg>
        <pc:spChg chg="mod">
          <ac:chgData name="이민재" userId="f97f16f7-28a5-49bd-9e05-fb3ef63d7997" providerId="ADAL" clId="{3604D2DB-B0B3-4E35-9EDA-42455EF74A6C}" dt="2023-06-12T11:46:55.084" v="12420"/>
          <ac:spMkLst>
            <pc:docMk/>
            <pc:sldMk cId="3779444896" sldId="864"/>
            <ac:spMk id="33" creationId="{BC1D08CE-BCB8-D221-18FD-6116A24A0D7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7" creationId="{37A67B77-E0FE-C760-3EA2-3C6CF336DD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8" creationId="{E3C83337-1C2B-7B24-646F-C6A15F7F37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9" creationId="{C6AB0A04-A266-5C2B-BB12-2A298689C93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0" creationId="{3D958FBB-4146-D4E3-52E6-EFA1435877C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1" creationId="{10C9B558-F69D-0E8E-E5C2-6F3B3E8AA037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2" creationId="{A420CC3A-D3B7-CD14-6FDB-237F2AC9855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3" creationId="{38CE32FF-00F0-0CD2-1D5F-7FB29AB6CFA7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4" creationId="{E45087AE-4178-9D29-9A12-D0B5C7CF485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5" creationId="{03244ACC-A15B-6397-39F8-2F6E07E96D8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6" creationId="{769329E9-13FC-0ED9-C77F-ACA8EFC25C0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7" creationId="{A155119B-209F-4273-E802-29EED7E3A7F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58" creationId="{2C191263-11CB-B3D3-B792-B391B46E84A5}"/>
          </ac:spMkLst>
        </pc:spChg>
        <pc:spChg chg="add mod">
          <ac:chgData name="이민재" userId="f97f16f7-28a5-49bd-9e05-fb3ef63d7997" providerId="ADAL" clId="{3604D2DB-B0B3-4E35-9EDA-42455EF74A6C}" dt="2023-06-14T11:03:17.181" v="18038" actId="20577"/>
          <ac:spMkLst>
            <pc:docMk/>
            <pc:sldMk cId="3779444896" sldId="864"/>
            <ac:spMk id="58" creationId="{A9D845B8-4007-3FFA-8615-B9F87182D271}"/>
          </ac:spMkLst>
        </pc:spChg>
        <pc:spChg chg="add mod">
          <ac:chgData name="이민재" userId="f97f16f7-28a5-49bd-9e05-fb3ef63d7997" providerId="ADAL" clId="{3604D2DB-B0B3-4E35-9EDA-42455EF74A6C}" dt="2023-06-14T11:04:03.700" v="18072" actId="1037"/>
          <ac:spMkLst>
            <pc:docMk/>
            <pc:sldMk cId="3779444896" sldId="864"/>
            <ac:spMk id="59" creationId="{1207A5CA-B101-5416-198F-C16C896CEE3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59" creationId="{D4B25790-48BF-C755-D233-169973998285}"/>
          </ac:spMkLst>
        </pc:spChg>
        <pc:spChg chg="add mod">
          <ac:chgData name="이민재" userId="f97f16f7-28a5-49bd-9e05-fb3ef63d7997" providerId="ADAL" clId="{3604D2DB-B0B3-4E35-9EDA-42455EF74A6C}" dt="2023-06-14T11:03:54.144" v="18061" actId="1037"/>
          <ac:spMkLst>
            <pc:docMk/>
            <pc:sldMk cId="3779444896" sldId="864"/>
            <ac:spMk id="60" creationId="{3BE0CF09-BE50-DAE1-ECF3-4F9158061D23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0" creationId="{E50B125A-FF98-8DFB-19AD-A96E62655FB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1" creationId="{30E4ED9C-92B5-C265-6E6C-6CBB17728D4E}"/>
          </ac:spMkLst>
        </pc:spChg>
        <pc:spChg chg="add mod">
          <ac:chgData name="이민재" userId="f97f16f7-28a5-49bd-9e05-fb3ef63d7997" providerId="ADAL" clId="{3604D2DB-B0B3-4E35-9EDA-42455EF74A6C}" dt="2023-06-14T11:04:55.043" v="18085" actId="1037"/>
          <ac:spMkLst>
            <pc:docMk/>
            <pc:sldMk cId="3779444896" sldId="864"/>
            <ac:spMk id="61" creationId="{EC6156D3-8890-7D57-C9D2-7E83B8AB6BA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2" creationId="{B07144A4-EABF-2A64-51BA-B638281B6687}"/>
          </ac:spMkLst>
        </pc:spChg>
        <pc:spChg chg="add mod">
          <ac:chgData name="이민재" userId="f97f16f7-28a5-49bd-9e05-fb3ef63d7997" providerId="ADAL" clId="{3604D2DB-B0B3-4E35-9EDA-42455EF74A6C}" dt="2023-06-14T11:05:47.405" v="18108" actId="1076"/>
          <ac:spMkLst>
            <pc:docMk/>
            <pc:sldMk cId="3779444896" sldId="864"/>
            <ac:spMk id="62" creationId="{E337C5E6-E2A2-E4C5-498D-ED7406C45397}"/>
          </ac:spMkLst>
        </pc:spChg>
        <pc:spChg chg="add mod">
          <ac:chgData name="이민재" userId="f97f16f7-28a5-49bd-9e05-fb3ef63d7997" providerId="ADAL" clId="{3604D2DB-B0B3-4E35-9EDA-42455EF74A6C}" dt="2023-06-14T11:05:50.326" v="18109" actId="1076"/>
          <ac:spMkLst>
            <pc:docMk/>
            <pc:sldMk cId="3779444896" sldId="864"/>
            <ac:spMk id="63" creationId="{26745F5F-094C-3FFA-9DCA-45AF7FEFFC87}"/>
          </ac:spMkLst>
        </pc:spChg>
        <pc:spChg chg="mod">
          <ac:chgData name="이민재" userId="f97f16f7-28a5-49bd-9e05-fb3ef63d7997" providerId="ADAL" clId="{3604D2DB-B0B3-4E35-9EDA-42455EF74A6C}" dt="2023-06-12T11:47:40.903" v="12516"/>
          <ac:spMkLst>
            <pc:docMk/>
            <pc:sldMk cId="3779444896" sldId="864"/>
            <ac:spMk id="64" creationId="{E2D7A660-E5D6-BA4A-D1E8-CBDB0FE3E23D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78" creationId="{5D1F8CC6-80D5-3144-07ED-CC900BA0E79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79" creationId="{37A1C0A4-15C6-9141-1F7B-D87302B12702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0" creationId="{87669D22-B45B-EC64-ADBC-7BB3C749759F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1" creationId="{CF0E40C4-8036-A73E-E0EB-D7D36ACED94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2" creationId="{5F32AA55-833E-8483-0E81-29CBA2FE4F95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3" creationId="{AD5E5F4F-17AB-2409-F16B-5C285A0021E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4" creationId="{20F5C99B-0095-0874-AAED-AEB11446B23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5" creationId="{3A616DF5-5A4A-555E-B899-F67182F135B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6" creationId="{5518B0D6-5935-8987-E8A2-F7438C0540E7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7" creationId="{CDB5CEEC-3A4F-857B-5493-C50FA457266E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8" creationId="{05D8DA16-136F-79D3-194F-1F2B73118DBD}"/>
          </ac:spMkLst>
        </pc:spChg>
        <pc:spChg chg="mod">
          <ac:chgData name="이민재" userId="f97f16f7-28a5-49bd-9e05-fb3ef63d7997" providerId="ADAL" clId="{3604D2DB-B0B3-4E35-9EDA-42455EF74A6C}" dt="2023-06-12T11:47:51.230" v="12520"/>
          <ac:spMkLst>
            <pc:docMk/>
            <pc:sldMk cId="3779444896" sldId="864"/>
            <ac:spMk id="90" creationId="{23D5546A-4F4D-E62E-286B-C61784B5CB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4" creationId="{92B56AF6-825D-B41F-1D28-6D9A7169F55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5" creationId="{E9BC1C65-8C6F-7EDB-83B3-9925E40D964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6" creationId="{0BA3C986-5DED-D5AB-0D4F-1B6CD9D66199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7" creationId="{597C3404-7BB1-0A10-638F-67D8D10BAFAE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8" creationId="{F1FF4510-C2C3-D990-0A9A-726D0C6064EA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9" creationId="{C9797517-8A99-F271-B75F-7F9D2E48ED16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0" creationId="{AEDEFE96-6438-1927-6C28-C2C735319B9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1" creationId="{EE55645E-F733-A562-821E-D853D443AA7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2" creationId="{BA51589C-3085-0C47-5212-FF2A16A364E3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3" creationId="{D265100D-BEE1-8E21-5E7F-4D81BA53BC4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4" creationId="{1EE71AED-7665-D045-FB0C-7F7A8E969B3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16" creationId="{DF0A611D-CEDF-2858-949D-A6084B09246E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31" creationId="{B38CF088-6556-16DB-8208-0848067EB63E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46" creationId="{0BB60F50-94D8-3EF8-0765-4833C0CEB0E9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61" creationId="{CB75EC91-C6C5-7CC5-AD46-E26A3F05166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76" creationId="{F0196374-EDA4-D81A-61A6-F849E3BE7D2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91" creationId="{F4E27FB7-AB7E-CEDD-4897-EE8A57B58970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06" creationId="{EBE1B23D-0D99-2F00-35A1-4B1D2FB1CD84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20" creationId="{0BD3C86F-99F0-C1CF-AAC7-5846D03654A1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21" creationId="{B586DF9E-9EB6-26C5-59F9-D9177F6B7A3F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23" creationId="{0B118EBD-998B-24DC-9D80-85669872C163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38" creationId="{33FEA24A-ECF0-FA4E-15F3-80F4AF2C72A6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53" creationId="{0F326C9C-471C-A42D-30E7-E4F31D458E85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7" creationId="{C989BF3F-D6E0-92B9-61C2-92DC9706DCF4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8" creationId="{EDE9F277-1A80-6AE6-BF54-EB3820CBDDD6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9" creationId="{50CFDF33-64AC-0279-1391-2A1C37942108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70" creationId="{1B2803AC-4A86-2E98-B834-A21723D86B7D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72" creationId="{D2DDF21D-5853-55EF-21E2-D85B940756B5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87" creationId="{337EE65C-CE1A-84C6-D817-60D593E2655A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02" creationId="{1D632696-68BF-3DCC-E854-0E62C16DD48D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17" creationId="{B0C8E9D5-194B-734E-48EC-D2A836BD7FB2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31" creationId="{DBB394DE-E723-931E-116A-83B95E558F2F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32" creationId="{E50EB7FA-22A7-5B13-D058-05DA97D3411A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34" creationId="{EA44AD05-F682-62CF-1A83-F8A851E4755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48" creationId="{5E99018F-A87E-5075-4D1F-7071B05324A6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49" creationId="{36414976-A975-AAC5-D228-CE67999A9AA1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51" creationId="{10677CAB-F7BF-2AF1-93D3-2DA44C9FECF8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66" creationId="{E0136850-8925-6FA8-918F-07DB3ABAB953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81" creationId="{63CF4564-5035-C4F2-4870-AD17CBB93F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5" creationId="{2C42277E-AB37-003E-10D5-F45F15538C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6" creationId="{0F4B3274-6C2D-F1C7-0112-327A2EFFD7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7" creationId="{3402A818-1660-D00A-F4C1-3424734A41C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98" creationId="{C8D657CA-61CD-D7D3-BBDE-81B55A7C4E0A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99" creationId="{40B3C0C9-F501-240D-28D3-90A0B5FD5AE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0" creationId="{40223ABC-146C-2A0F-FAF7-4EF941F4FB65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1" creationId="{E2C95284-9BC2-DF57-F976-2C040FA8941F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2" creationId="{9B1DD8BB-F45E-1139-ABDF-22B2CB08A939}"/>
          </ac:spMkLst>
        </pc:spChg>
        <pc:spChg chg="add mod">
          <ac:chgData name="이민재" userId="f97f16f7-28a5-49bd-9e05-fb3ef63d7997" providerId="ADAL" clId="{3604D2DB-B0B3-4E35-9EDA-42455EF74A6C}" dt="2023-06-12T11:50:52.751" v="12718" actId="1035"/>
          <ac:spMkLst>
            <pc:docMk/>
            <pc:sldMk cId="3779444896" sldId="864"/>
            <ac:spMk id="404" creationId="{745F8DB4-D922-34EE-1C76-C1033C29E592}"/>
          </ac:spMkLst>
        </pc:spChg>
        <pc:spChg chg="add mod">
          <ac:chgData name="이민재" userId="f97f16f7-28a5-49bd-9e05-fb3ef63d7997" providerId="ADAL" clId="{3604D2DB-B0B3-4E35-9EDA-42455EF74A6C}" dt="2023-06-12T12:00:32.946" v="12984" actId="1038"/>
          <ac:spMkLst>
            <pc:docMk/>
            <pc:sldMk cId="3779444896" sldId="864"/>
            <ac:spMk id="405" creationId="{75EF041A-173A-EE5F-6BFB-015174D05E8A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07" creationId="{6AE8895A-B79A-8637-4B20-9416F3A277FF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0" creationId="{C96E0540-2F55-B684-CC94-4D1BE9F788AC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1" creationId="{6C81D290-29F5-E6CA-AA97-4BE6C85C8888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2" creationId="{55451057-419A-327C-3DA5-19E10DF1C86A}"/>
          </ac:spMkLst>
        </pc:spChg>
        <pc:spChg chg="add mod">
          <ac:chgData name="이민재" userId="f97f16f7-28a5-49bd-9e05-fb3ef63d7997" providerId="ADAL" clId="{3604D2DB-B0B3-4E35-9EDA-42455EF74A6C}" dt="2023-06-12T12:08:08.651" v="13182" actId="1035"/>
          <ac:spMkLst>
            <pc:docMk/>
            <pc:sldMk cId="3779444896" sldId="864"/>
            <ac:spMk id="414" creationId="{75EB0DB5-B593-6D7D-303B-34AADC174C47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18" creationId="{866186EE-C7B0-1CA8-2466-44DCF581870A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1" creationId="{D2E811A7-C8B0-47F3-BC78-138D4309753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2" creationId="{032A67D9-9923-2F20-C194-4911ED32C323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3" creationId="{3AB70E17-0266-DCB5-E0F4-4932538A31A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4" creationId="{43C0EB6D-BA1F-187A-9C7B-5927EEC1D038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5" creationId="{49EDE101-0B03-3835-B729-138911FFC46F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6" creationId="{71CC4F0C-24D0-4BD6-9BBD-9F2CD7A4A133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7" creationId="{00D0AB45-32A6-1512-F3B6-36E2A4A2658A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8" creationId="{F59B8C27-194F-5550-5104-1E3E539BDEA6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9" creationId="{1BFF75B1-294A-AB4A-BC2D-A4852D4A4AD8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0" creationId="{E9DB78F2-F5C6-DB30-01F8-81B07FD3A26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1" creationId="{B2742C91-8662-3710-0F41-4A694E5CFA66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2" creationId="{4583C246-08B1-76D2-789A-FAE56151F0E2}"/>
          </ac:spMkLst>
        </pc:spChg>
        <pc:spChg chg="add mod">
          <ac:chgData name="이민재" userId="f97f16f7-28a5-49bd-9e05-fb3ef63d7997" providerId="ADAL" clId="{3604D2DB-B0B3-4E35-9EDA-42455EF74A6C}" dt="2023-06-12T12:11:35.489" v="13332" actId="1037"/>
          <ac:spMkLst>
            <pc:docMk/>
            <pc:sldMk cId="3779444896" sldId="864"/>
            <ac:spMk id="433" creationId="{9E1D0DAE-5730-AB13-EDCB-95CDF281B26C}"/>
          </ac:spMkLst>
        </pc:spChg>
        <pc:spChg chg="add mod">
          <ac:chgData name="이민재" userId="f97f16f7-28a5-49bd-9e05-fb3ef63d7997" providerId="ADAL" clId="{3604D2DB-B0B3-4E35-9EDA-42455EF74A6C}" dt="2023-06-12T12:11:43.403" v="13336" actId="20577"/>
          <ac:spMkLst>
            <pc:docMk/>
            <pc:sldMk cId="3779444896" sldId="864"/>
            <ac:spMk id="434" creationId="{8D468DB6-D85C-9805-2D13-4B7DCABF774C}"/>
          </ac:spMkLst>
        </pc:spChg>
        <pc:spChg chg="add mod">
          <ac:chgData name="이민재" userId="f97f16f7-28a5-49bd-9e05-fb3ef63d7997" providerId="ADAL" clId="{3604D2DB-B0B3-4E35-9EDA-42455EF74A6C}" dt="2023-06-12T12:11:54.380" v="13340" actId="20577"/>
          <ac:spMkLst>
            <pc:docMk/>
            <pc:sldMk cId="3779444896" sldId="864"/>
            <ac:spMk id="435" creationId="{2C6C7DE9-E4A5-21FD-9439-9D1D44C0FB59}"/>
          </ac:spMkLst>
        </pc:spChg>
        <pc:spChg chg="add mod">
          <ac:chgData name="이민재" userId="f97f16f7-28a5-49bd-9e05-fb3ef63d7997" providerId="ADAL" clId="{3604D2DB-B0B3-4E35-9EDA-42455EF74A6C}" dt="2023-06-12T12:50:34.621" v="13467" actId="20577"/>
          <ac:spMkLst>
            <pc:docMk/>
            <pc:sldMk cId="3779444896" sldId="864"/>
            <ac:spMk id="441" creationId="{E7036F3A-D71C-2267-1CCB-579D40DC0A51}"/>
          </ac:spMkLst>
        </pc:spChg>
        <pc:spChg chg="add mod">
          <ac:chgData name="이민재" userId="f97f16f7-28a5-49bd-9e05-fb3ef63d7997" providerId="ADAL" clId="{3604D2DB-B0B3-4E35-9EDA-42455EF74A6C}" dt="2023-06-12T12:50:40.462" v="13475" actId="20577"/>
          <ac:spMkLst>
            <pc:docMk/>
            <pc:sldMk cId="3779444896" sldId="864"/>
            <ac:spMk id="442" creationId="{1B57E5D9-70C0-E5C4-F98F-A83CF5DAE33C}"/>
          </ac:spMkLst>
        </pc:spChg>
        <pc:spChg chg="add mod">
          <ac:chgData name="이민재" userId="f97f16f7-28a5-49bd-9e05-fb3ef63d7997" providerId="ADAL" clId="{3604D2DB-B0B3-4E35-9EDA-42455EF74A6C}" dt="2023-06-12T12:50:42.654" v="13477" actId="20577"/>
          <ac:spMkLst>
            <pc:docMk/>
            <pc:sldMk cId="3779444896" sldId="864"/>
            <ac:spMk id="443" creationId="{BE829D88-A473-DF08-ED05-0C14C3822E65}"/>
          </ac:spMkLst>
        </pc:spChg>
        <pc:spChg chg="add mod">
          <ac:chgData name="이민재" userId="f97f16f7-28a5-49bd-9e05-fb3ef63d7997" providerId="ADAL" clId="{3604D2DB-B0B3-4E35-9EDA-42455EF74A6C}" dt="2023-06-12T12:51:38.301" v="13611" actId="20577"/>
          <ac:spMkLst>
            <pc:docMk/>
            <pc:sldMk cId="3779444896" sldId="864"/>
            <ac:spMk id="444" creationId="{5A9E351D-E4BD-5BAC-ED94-B65B2E444A99}"/>
          </ac:spMkLst>
        </pc:s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5" creationId="{9FE404E0-B61D-B8C6-9B0A-E03AF3771BFC}"/>
          </ac:grpSpMkLst>
        </pc:gr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32" creationId="{19052733-C8EB-1DC9-086A-34DF12102B71}"/>
          </ac:grpSpMkLst>
        </pc:grpChg>
        <pc:grpChg chg="add del mod">
          <ac:chgData name="이민재" userId="f97f16f7-28a5-49bd-9e05-fb3ef63d7997" providerId="ADAL" clId="{3604D2DB-B0B3-4E35-9EDA-42455EF74A6C}" dt="2023-06-12T11:47:46.537" v="12519" actId="478"/>
          <ac:grpSpMkLst>
            <pc:docMk/>
            <pc:sldMk cId="3779444896" sldId="864"/>
            <ac:grpSpMk id="63" creationId="{0DB399AF-618A-08A1-2A92-50EF48325AA2}"/>
          </ac:grpSpMkLst>
        </pc:gr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89" creationId="{6AAA63FB-64ED-8705-3397-D8FCFB004E1D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15" creationId="{0AA79466-9C0A-7525-4E9E-2D69219D688F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30" creationId="{F2E98A36-7C2B-C7FD-257B-5EDF79C1F3A4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45" creationId="{05E0BB69-DCA1-5E76-B9CB-F2B8DCF3C60B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60" creationId="{7D15D6E5-640C-3EBC-4449-D3424A43F61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75" creationId="{5D1E1F45-84D7-EAC9-EA9A-836BC563DA43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90" creationId="{8515AA2F-C088-B400-44E0-1672BA1D5218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05" creationId="{CC979E3C-1E9D-17C3-FF87-FE04DB8068A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22" creationId="{8D73E1C1-6D13-6CC1-9F3C-D5BA39FEC0BC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37" creationId="{D3EB9CBD-3B57-D17F-D7CF-57439EC83DC6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52" creationId="{0C64A5CA-24FD-B99E-7D91-DD1EF8C9FE7D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71" creationId="{9580E5B1-C66E-02C9-7F9F-D39EDD1AD832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86" creationId="{166C36EC-B0FF-EFC9-5651-CC0D7CF7B6F9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01" creationId="{555C1FC3-B5CE-9842-CEF6-44DCB84FCACF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16" creationId="{93D22A9D-BD42-F9AD-3641-1274E945F62B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33" creationId="{29B40C44-42E0-A385-2AE2-FFF22CB2F143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50" creationId="{B5F6BFD5-126B-AAFF-A674-A836F9A39295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65" creationId="{2126902C-3E41-A326-7FAA-201063B309F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80" creationId="{B02B1D8D-0ADB-2D98-37EA-F93BB589506E}"/>
          </ac:grpSpMkLst>
        </pc:grpChg>
        <pc:graphicFrameChg chg="add mod modGraphic">
          <ac:chgData name="이민재" userId="f97f16f7-28a5-49bd-9e05-fb3ef63d7997" providerId="ADAL" clId="{3604D2DB-B0B3-4E35-9EDA-42455EF74A6C}" dt="2023-06-12T12:19:09.337" v="13398"/>
          <ac:graphicFrameMkLst>
            <pc:docMk/>
            <pc:sldMk cId="3779444896" sldId="864"/>
            <ac:graphicFrameMk id="406" creationId="{D1F9BD2F-43A5-F045-7603-5C3009525E6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56:26.796" v="12814" actId="478"/>
          <ac:graphicFrameMkLst>
            <pc:docMk/>
            <pc:sldMk cId="3779444896" sldId="864"/>
            <ac:graphicFrameMk id="408" creationId="{637741D8-DD16-8F1F-D4B6-7461C2E7E21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56:34.151" v="12816" actId="571"/>
          <ac:graphicFrameMkLst>
            <pc:docMk/>
            <pc:sldMk cId="3779444896" sldId="864"/>
            <ac:graphicFrameMk id="409" creationId="{BAEB9825-B482-ECA3-0AE9-6D64ED35262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13" creationId="{11477CAC-71C9-745D-CBDB-89794D374F2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1:11.759" v="13053" actId="478"/>
          <ac:graphicFrameMkLst>
            <pc:docMk/>
            <pc:sldMk cId="3779444896" sldId="864"/>
            <ac:graphicFrameMk id="415" creationId="{FC9774E7-1D12-876C-38C4-C3BA43DD0BD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6:40.466" v="13141" actId="478"/>
          <ac:graphicFrameMkLst>
            <pc:docMk/>
            <pc:sldMk cId="3779444896" sldId="864"/>
            <ac:graphicFrameMk id="416" creationId="{3FB01E2B-6DED-6807-471F-A5963E2B648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6:40.466" v="13141" actId="478"/>
          <ac:graphicFrameMkLst>
            <pc:docMk/>
            <pc:sldMk cId="3779444896" sldId="864"/>
            <ac:graphicFrameMk id="417" creationId="{3281940E-F6AE-BAD3-0742-FCFFCC79A62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19" creationId="{EBB04850-91E3-1427-C822-E1B684AD979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20" creationId="{1B5DAA87-8DC9-EE9B-ACA9-5F7C1B1790B8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2:19:57.940" v="13411" actId="478"/>
          <ac:graphicFrameMkLst>
            <pc:docMk/>
            <pc:sldMk cId="3779444896" sldId="864"/>
            <ac:graphicFrameMk id="438" creationId="{9C13E033-FEBC-14E3-A0D7-A9C8C0E5F356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2:20:12.421" v="13419" actId="478"/>
          <ac:graphicFrameMkLst>
            <pc:docMk/>
            <pc:sldMk cId="3779444896" sldId="864"/>
            <ac:graphicFrameMk id="439" creationId="{FE5CBC0A-7120-6269-EC87-A109D77E8C9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51:11.563" v="13480"/>
          <ac:graphicFrameMkLst>
            <pc:docMk/>
            <pc:sldMk cId="3779444896" sldId="864"/>
            <ac:graphicFrameMk id="440" creationId="{EB0B40B7-C13B-DCE1-AF1B-7EBDF1DE3EC1}"/>
          </ac:graphicFrameMkLst>
        </pc:graphicFrameChg>
        <pc:picChg chg="add del mod">
          <ac:chgData name="이민재" userId="f97f16f7-28a5-49bd-9e05-fb3ef63d7997" providerId="ADAL" clId="{3604D2DB-B0B3-4E35-9EDA-42455EF74A6C}" dt="2023-06-12T12:15:27.645" v="13356" actId="21"/>
          <ac:picMkLst>
            <pc:docMk/>
            <pc:sldMk cId="3779444896" sldId="864"/>
            <ac:picMk id="437" creationId="{96898C29-24FA-9439-30E6-41ADC5A0B7B6}"/>
          </ac:picMkLst>
        </pc:pic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7" creationId="{DA77FE9F-5F4E-F8C9-1D7E-D76E0E245D0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8" creationId="{A86F8DFE-3ED9-36C3-17F0-1E6FC318311E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9" creationId="{AE2C8F99-380A-DB8C-C286-28CBB28BB450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0" creationId="{498DFC05-A686-81BA-7E7F-E2052711B83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1" creationId="{83E21AB9-7781-2D22-065C-3AE2744FC80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2" creationId="{CB0C89A6-764F-0ED4-4935-69BC1BFF63D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3" creationId="{FCFE466C-D056-08FA-FA4D-599CFE26A7D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4" creationId="{02F405D9-0283-2F5E-5F99-472B6141705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5" creationId="{0B663F96-6EE7-6D6F-CE28-8FD4EBFA845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6" creationId="{3B77AFE6-2358-9851-4222-AAFA5DCF8472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7" creationId="{43568AC6-7F66-983F-CBEE-34647E1912F5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8" creationId="{06588F8C-FBF9-9593-42BF-1720E664000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9" creationId="{5DB9C3FA-66F8-371F-F972-ED717B687DA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4" creationId="{E52F0DB9-6CC1-99A8-2FB6-BF12286D022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5" creationId="{FCDC7C41-2951-E4FC-E184-A81C086D4F72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6" creationId="{DADACA9B-8D2C-EC71-021B-B387D3B94CFB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7" creationId="{96F76BB3-FB19-8020-0442-E4E50A728F4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8" creationId="{A517AD48-5BA5-0F7A-331C-AE353768AA0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9" creationId="{8A7E3CDC-4CB4-E173-D766-F1F9A18221C1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0" creationId="{C3C047F4-89C5-3036-8A2E-BE74BD3EF9CE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1" creationId="{2D7CB0DF-ABFF-EAA6-0540-58FAF4114883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2" creationId="{820A9166-FD3E-279A-2629-DEFF3629B597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3" creationId="{15C98587-E308-3C49-F827-55EAF76E16EB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4" creationId="{145AD240-3579-8707-9E24-3A1B0090A01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5" creationId="{07CB4D24-919C-50E4-47F1-B51D48DBFE9C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6" creationId="{92F0491C-AE1E-BD03-9869-6CFB2B03B61B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5" creationId="{843BF3EF-76C4-FF75-9034-FC0519C0A995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6" creationId="{2D058D16-B8C3-9D25-4CFB-9992C20AED57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7" creationId="{8A51AB9C-242A-7629-EF9F-4996899FE0FD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8" creationId="{CBC15443-2C83-DA58-B214-6136CA1604E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9" creationId="{CD614303-8E37-8A4E-1604-BC9B25DCC960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0" creationId="{C5035E2A-8B3E-0F65-8F7B-DC2E78A5DA6D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1" creationId="{4B42E783-8789-5A68-B9FB-F72DEC1C1E7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2" creationId="{049205DE-AAB4-413B-0DFB-054D2AE616BA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3" creationId="{C6BAEEDB-2214-D36C-9B44-816E40752D37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4" creationId="{2E7A374A-7965-FD9D-3D58-A41409BF855B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5" creationId="{AD8BA80C-050F-D635-A128-D46683CAFC81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6" creationId="{058552E7-37F0-15E7-790B-97FBFC5BC2C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7" creationId="{48CE1145-260F-FC35-807D-4925F931C008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1" creationId="{F23FAF1A-B135-5366-2DCC-43199509097A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2" creationId="{95BC92EC-494F-2C6F-B7DD-EA7A7F53BF5E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3" creationId="{7B4DE8B4-0679-575D-2D90-49AD193980D0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4" creationId="{F127CDBE-47DA-12E3-EAC7-41318766A587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5" creationId="{96D8A89E-04C5-C26E-DEE9-71CAAC1D5CFC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6" creationId="{5515B00B-0D75-95E3-19DD-878E86A33D05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7" creationId="{85FB9EB1-B8E7-2561-3EB8-A4BCC73245F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8" creationId="{A112C723-BA49-5B50-F543-866FD914954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9" creationId="{6B99E0E8-E656-452C-75EF-F62E8893D2EE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0" creationId="{FAEF32A2-C566-CEAF-07CA-6A5981C29237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1" creationId="{2646B66F-19B0-AFA9-E32D-5DBD18E062F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2" creationId="{57E1FE53-33D6-1EAE-C2FC-71DA55E25023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3" creationId="{5013F034-14F9-AA17-2EFC-77C6A85BA9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7" creationId="{89DFEE28-9661-CB3C-7AAD-C6B88506E97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8" creationId="{64C37FC2-D891-E9C5-177D-D1F17EA3DB5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9" creationId="{86520B9D-2BEB-1F7E-6863-FCE716CB2D5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0" creationId="{98C255C4-4CDE-1D7A-C122-F479ADEE329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1" creationId="{A9A52DC9-812A-C2CA-ACEB-20A760D3073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2" creationId="{C62083F3-5AB6-C23D-B688-E5C275C54D7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3" creationId="{B252AD12-0B59-69F9-E51A-A42B50F2625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4" creationId="{C5EB6B9B-E11E-1C29-B85E-D2EB073401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5" creationId="{FEFEF56D-7B1A-F006-2A0C-8B622B08974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6" creationId="{9EE9BE6D-4549-FB6C-E958-B7AB5609184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7" creationId="{DC349C54-01CF-FCEC-33F7-A42EAF9C020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8" creationId="{8B748913-CBEE-8C5C-C3B5-A84F20FD4DA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9" creationId="{7AECE3CD-F7DB-6C6B-8C57-8A72441556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2" creationId="{B14498C2-1F4A-595C-19B4-B9F9C1DA47D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3" creationId="{63E8E155-43D0-BF9E-810D-5FF52233D03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4" creationId="{ECD04E98-0D4F-2578-6A5A-B5C708C1C46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5" creationId="{C6508014-E423-0F9B-A411-FFF9160EF62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6" creationId="{FAD8E457-0D7B-555C-998F-D05C54DD7A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7" creationId="{7E18A9F1-B7F1-FF4D-7100-E3DDA2046B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8" creationId="{9059198B-5EAC-D2D4-1890-7852A847AE9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9" creationId="{72A767A8-F8FB-6A65-61EB-6097508F3BB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0" creationId="{B66AB57B-EE75-5E44-E7EE-CD8761C6B7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1" creationId="{99DC6D4A-FE11-6BA1-A164-DA6BF7E3852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2" creationId="{1E22F5B9-0D61-30C2-B61F-CC982D5C67A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3" creationId="{7A33C85D-0F76-77EB-4774-D6C7ACC89B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4" creationId="{B8A81745-1A12-BAAA-EE66-F8CA471B81E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7" creationId="{C565B430-63B8-11EF-8353-FFB0664AADD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8" creationId="{13F68F52-BB04-DF4D-5EE4-0CABF05B2F4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9" creationId="{9DA477FB-C776-470D-181F-3EE13E50762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0" creationId="{83133FC1-08D1-D80E-0985-E982FC3CB79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1" creationId="{8E212BF3-50A8-3048-AC14-5DBF72CC66C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2" creationId="{4A8F74FF-D19E-E45E-AAD9-C439EB98067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3" creationId="{7FFC1EB8-F2E2-AD71-D54F-FB855582C19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4" creationId="{3946672B-3C59-4F2B-82BE-84A217C1C67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5" creationId="{86CAE0E9-7191-4F99-E150-403D9C74D99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6" creationId="{E2D0C7C5-CC73-F559-F298-BEE853B75D8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7" creationId="{C4A2289C-61D6-D805-3A9B-A46C354F08E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8" creationId="{7E579F66-E3A9-0D27-E79D-F1EDDCD7D22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9" creationId="{4F844C13-8541-02FD-91BE-B037571EA26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2" creationId="{A659CF25-2267-2309-C79D-8C780CFAB5D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3" creationId="{F9BB1142-D6F0-30FA-2195-5BA559C80CF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4" creationId="{0452FB70-5AC9-805B-37EF-14F66D408F6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5" creationId="{337457EF-A396-7B38-D497-F56F7D70071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6" creationId="{C92A6817-8F8B-67C4-2C8E-8AE2D12C9F2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7" creationId="{C6555AAC-39ED-ADB6-0474-D7B23AEE161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8" creationId="{BD27F731-D99F-B8D1-DB18-9442DC17411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9" creationId="{D19776DB-31C8-2688-88BB-F73DF0A2CCB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0" creationId="{BF4D2C2C-E53A-0301-2025-3E8AB34E4ED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1" creationId="{88A6F51B-B305-2173-F323-E5DDEA50B3B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2" creationId="{CEB74FCB-C4B4-8AC5-7313-B283E60FCE5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3" creationId="{6362C3AE-2FB9-5BC3-6947-DD405B6CBE5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4" creationId="{7C035088-488C-AB5C-ED12-B15109EFFB5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7" creationId="{67B256A6-89EB-FE94-987B-60DA5340F9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8" creationId="{1418264A-4E20-1BDD-BD27-33004732F3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9" creationId="{EAF2CC5C-8D99-1C89-8127-87FADCFDB0C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0" creationId="{2520FD41-16BE-A128-9FD9-6E20643473E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1" creationId="{BBBF4147-47AA-E20D-BCC1-86237C29FDD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2" creationId="{0780DBFD-8F9A-DA0E-DAC3-2EE486D1E18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3" creationId="{CE2BBF21-6910-7300-7C51-101A764B8D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4" creationId="{DE78D0CF-9526-0DC6-B58B-8377A2CAF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5" creationId="{337A8BA3-8ED9-2D2A-E187-890BAF035D8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6" creationId="{B9ED1995-C7F8-1FFA-BCA0-D9DA8088808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7" creationId="{08D9EA79-FE07-65D7-5F69-B8C109F7B94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8" creationId="{BAF7A4E2-08CF-9C85-7766-EC0C749C345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9" creationId="{106C5626-3EF7-8E2B-D710-D7ADE33C34B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2" creationId="{ED4829AD-8945-B0B3-945D-36B0963241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3" creationId="{598A8015-543F-0784-B594-C4919D1C86A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4" creationId="{286B6E03-646E-1D6E-74CD-F1187153C27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5" creationId="{1EE69B6A-3C77-26DE-C783-136523DCE6F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6" creationId="{DEADC682-7595-EFAA-0EC8-826A1B557D0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7" creationId="{278E6038-FC6D-DAF5-741B-E3AC501C2F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8" creationId="{E49757CE-BC54-04C4-5BA6-89C080D68E5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9" creationId="{7D7CD1BF-59EE-EB6F-5A56-2ADA24F4FC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0" creationId="{D02262FE-160D-D469-5520-CB6D4BAEB67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1" creationId="{6AB142D2-F85C-3DAE-4C48-824CE320F52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2" creationId="{F8181019-21A1-AF4B-7F76-E89B306D7F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3" creationId="{C1122652-8721-FA40-27E3-59BF610A56B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4" creationId="{F34EFF8C-7B08-629F-39EE-A14A9B60747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7" creationId="{5465C7D8-028B-869C-1192-9DEEBFCD9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8" creationId="{934B74F4-A20D-6D32-0E7E-0B00C4D78FF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9" creationId="{939D688E-AFC2-8009-1FFE-DCC25221F68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0" creationId="{A4F606B8-7968-902E-D20A-FE5DD27086B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1" creationId="{C22DF68B-4153-0E41-7246-2B171FE512C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2" creationId="{2267142E-21F7-3831-0AFB-A49B8344432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3" creationId="{21C78F06-3788-D917-D3CA-4840034EC8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4" creationId="{856C5D12-B98D-4145-7F9E-807EE8DB526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5" creationId="{BA8FFD33-53EC-F9B0-FACF-A4F71A8916C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6" creationId="{AFB069D1-B6AF-0CD5-8726-B2C480A94E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7" creationId="{A8404071-E90B-5F79-DBDE-1BAAF9108B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8" creationId="{3E955237-8A77-4F1A-34DF-E4E9D401BF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9" creationId="{2EF59F37-B475-7B1E-307C-40E478829B9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4" creationId="{C555FA07-73DD-EB68-109B-84DB0AEEC6A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5" creationId="{822D97E4-FDE5-2B7C-0025-65528B4D985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6" creationId="{65273A0E-C4F6-5B31-A495-C0F52C477DD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7" creationId="{13E65D08-ED7D-E834-4FBB-AC3C6726D06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8" creationId="{BB2D4ADD-474F-E05C-782A-98CD0B3D226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9" creationId="{3B68101D-DB84-83E4-EE27-774AA6FE00C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0" creationId="{E8CA64D3-893C-5EC7-821E-947F545CC04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1" creationId="{9F6658D9-0DF2-CE1F-4C4C-723F0DB1893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2" creationId="{F5B75326-A40A-7427-87C1-E6C8AE071D1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3" creationId="{3500AF39-7BBF-6DCA-5704-1B8EA9A3B0C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4" creationId="{D7B8D7B7-33DB-AF79-661B-B201B16BCC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5" creationId="{0636CF1A-BD21-6E25-20C2-959D571EB4A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6" creationId="{3B6BF626-55AE-49DB-66F4-348A873AD2B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9" creationId="{EEF800D1-D2C0-2E77-5B12-2CECC898757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0" creationId="{6420DD8A-6135-6F3D-1F9D-FD73615824A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1" creationId="{C4573262-CDAC-02CF-C11A-C5FFAA41A60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2" creationId="{BC9C63B9-6291-E022-0908-AFB95743660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3" creationId="{02595EAC-0CE3-FD02-2152-E3E092EFEEA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4" creationId="{E44D1924-9EA0-8DA5-481F-A21FDDFF6DC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5" creationId="{BFF587A6-21EF-935E-7313-186012DA622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6" creationId="{A491C1A1-A02D-B8CD-5D32-FBE03D28336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7" creationId="{5111B80A-3533-5180-EE43-888A3A93869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8" creationId="{157E19D0-6667-DF9F-EFF1-F25BE559CE6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9" creationId="{45291725-5A66-4625-B369-9CECEA9B6C0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0" creationId="{0A3B3656-6A18-B4FD-5D40-4086C499F60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1" creationId="{75D37EC9-4BB4-0799-23A7-7D1CDA64BAF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4" creationId="{9F467B6B-ECFD-5FB1-A844-1E8847BDA3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5" creationId="{DCF7DC32-C27F-3B5A-59DF-7BAFF0879FE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6" creationId="{8D6956F7-514E-DA33-79E0-21D0E6D0670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7" creationId="{C6E89EEF-03EA-895E-2757-F25F508CFBB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8" creationId="{6E8B9541-D1C3-CD5B-6294-D37172E00BF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9" creationId="{4DA5F66C-9889-C985-6FBA-3F4268300C3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0" creationId="{2B174619-78EF-35AF-1BB9-B71AEEEF1F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1" creationId="{214F0447-4DCD-4CF5-C061-D899E1A26A7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2" creationId="{B04946E9-9266-D9A3-7CF4-12025E4442C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3" creationId="{88EA273E-AD91-C5EB-CA97-CD2FB2700A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4" creationId="{4001EEA5-A305-F205-C956-4FCAC1E0C5A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5" creationId="{B4C9CAE6-3FCB-CE23-CF7A-338162E0964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6" creationId="{6A840BFB-5CFB-6EF1-740F-C484B71745D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3" creationId="{E0E96940-6510-DD7E-309E-393031DFC1E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4" creationId="{EAF3E2C4-63E4-DB9C-BC59-FD1FC51D99E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5" creationId="{DCCFDB1F-83BA-D466-2978-A8B52130D25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6" creationId="{31872CBC-639F-F64A-CD9B-ADB6F490E45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7" creationId="{BAFE72F3-FB3D-5BD5-BBDE-1DBCAAFACB7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8" creationId="{FBEF69C7-A831-E376-6531-B8E1CC084DD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9" creationId="{F4AB11F5-9D94-CAA7-1231-2D21D597279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0" creationId="{B20ABE7E-AB72-311D-1801-57B3E1A05CE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1" creationId="{AA5218FD-028B-804B-A9AF-BF0470EF49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2" creationId="{6222A198-44F3-EFB9-0CDD-5F2DDB5192F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3" creationId="{791416F3-EBC4-174E-3B3A-480F06D15EA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4" creationId="{2949D77B-7B3A-3959-EE1B-673A72EDE13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5" creationId="{2D4C71CE-5C39-C242-0084-FEC4441DBA0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8" creationId="{7EDFDCCE-11EC-DCDF-4903-4FB626CB653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9" creationId="{7A73DBAD-2188-695E-9108-A855A8E9532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0" creationId="{8044979F-C683-6673-0EF2-205D33E146F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1" creationId="{0B7FE046-235C-CBCD-661C-853F25377AC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2" creationId="{C973BB86-F262-F7BB-A663-F92FCC5DCB5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3" creationId="{DE913A03-8C73-CD51-0674-48D73801719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4" creationId="{A441C4BF-B453-F6F4-6A8C-03EEE9A3E49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5" creationId="{26AB0C5D-35A7-C326-4BB1-DCC7A8C54F9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6" creationId="{E1D9B2EF-8299-8CD4-85BB-9B611469ABA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7" creationId="{FB564541-58E2-8174-32AA-14D29E3DB7A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8" creationId="{61586C1E-B18E-5E63-214D-FEA85D92AE4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9" creationId="{B413C2BF-3D89-20AF-82C3-FA3F0ED4823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0" creationId="{E33A9CCC-2E82-9ABA-5B35-3B7C6E444A1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3" creationId="{AE590E13-4175-BA35-921A-A71AFA3471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4" creationId="{931F0CCB-3D08-9616-798D-2BC328205D9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5" creationId="{554DE7C0-EBF6-A2BC-EF11-3C0402CB10B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6" creationId="{C7A31DA2-1076-8B68-6898-5B94580862B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7" creationId="{AEDFD9CC-0CDB-0A3A-E810-825AA6E1918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8" creationId="{C66040F3-C2FF-917B-9A7E-FA050066320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9" creationId="{97928E98-6DBB-9D7F-3D2C-11CA629D493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0" creationId="{187990A9-6C0D-84BB-AE34-42B1B780902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1" creationId="{7165254C-0674-3D43-5A06-BB1B45D2B0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2" creationId="{EA10B6DC-C108-2221-AFCE-6E86ED2804C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3" creationId="{EF74E990-89BD-0C71-8F2A-3C660DEDAB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4" creationId="{0AC8C887-F6B2-C434-2F38-19ECD62BC8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5" creationId="{1D906003-6984-13F0-0474-57E8C8B04F7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8" creationId="{FDC01C26-6EF7-4381-D381-BCB93B5056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9" creationId="{4027AE7B-A9E3-85BB-4025-3A4B9F778F3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0" creationId="{EA84C771-A617-2245-96B8-52D6D2F117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1" creationId="{449E3058-CAB9-7241-C05D-A88A58950C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2" creationId="{310F3D19-CD9A-72D0-79D8-6A0967B24B5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3" creationId="{6EB3CF50-1A98-1624-11CE-9B1067700DF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4" creationId="{65BA1C80-4BB3-9398-4F67-EE96C3B46C0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5" creationId="{60663CAE-9C9E-4469-6AAB-EB4B61A2D46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6" creationId="{A7846521-C30B-A5B1-8C0A-FA3EE16B1E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7" creationId="{A6F7E87A-CEED-9928-EAE9-377EF6349A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8" creationId="{84B60B72-9C38-C46C-A636-F6032C415C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9" creationId="{05743040-F116-781E-EAAE-FB3E24776D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0" creationId="{3A788CAE-B9CB-0084-D20B-CA9A27FF2FD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5" creationId="{563ABE15-DA91-C818-AEA3-9860626FCAF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6" creationId="{767C57F3-1A5E-F126-4BDD-DEB6ABFEC17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7" creationId="{A17D58CA-EC0D-E420-705F-E7D52934734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8" creationId="{752E1A55-2717-AABE-CFEE-B6BC8E48ABD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9" creationId="{D656CDD3-17E9-69A4-33DD-B9D88B8260E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0" creationId="{58261E68-7516-EC1F-B79C-82F83C8BD30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1" creationId="{4350900F-BBA3-2010-24C7-6F0DE238E2D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2" creationId="{6F3D3F91-4E42-B3EC-94E5-D2FAFF165EC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3" creationId="{9943597C-C645-4FD0-50FB-A372F45B87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4" creationId="{25F90AC3-0361-055A-51AE-29207A6CE9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5" creationId="{BF7AB51A-9840-E952-A3FC-7049DD74DCA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6" creationId="{B49F2852-B8B5-3A2D-2725-05560AE17CB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7" creationId="{AA3B739F-175C-938B-F289-F9D15C77BC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2" creationId="{3EDAF75A-2D84-35D8-AB94-83289AEF1D6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3" creationId="{73FD2F23-D9BA-9AFC-5BE7-9BF74B2F5B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4" creationId="{555331CC-88DA-CEB3-2251-6F13917A9C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5" creationId="{6817572B-B4DA-D682-3985-CE3A91648B8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6" creationId="{A1E56605-9969-8960-E856-DCECE32CD05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7" creationId="{CF63C7E8-02FB-2683-3C8B-FFD75D4A28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8" creationId="{49AA7B01-E81B-15B8-82F1-EBBB9A33BDA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9" creationId="{0CF9E615-E2ED-E94B-320B-723235C0C5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0" creationId="{EB53302F-D396-CF75-9E70-56F7B2E90A1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1" creationId="{3E57B903-3AA8-76F7-C974-3B396567CCD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2" creationId="{06F6C71E-C47A-25DA-84A6-F2F31EA5B3E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3" creationId="{E529D50B-9E61-D1C5-A35C-6B27E3A5E32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4" creationId="{00FF6768-2723-7409-AC25-7F59998527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7" creationId="{ED824C2B-061B-4FFD-10C1-20CFC6BC0AD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8" creationId="{6AA471D3-8B00-A7E0-330E-3541DB0C3CA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9" creationId="{EB2E11B4-1E70-9E44-4C49-BAE5BE7C586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0" creationId="{1910AD6C-E702-A7C0-1AC1-FBBA243741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1" creationId="{670BFCD5-D080-BC73-7FF7-8BF6474918C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2" creationId="{DC2DDE01-1AB4-1F7E-B7C8-D13BD46BE98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3" creationId="{9F07A823-BAC6-C19D-3AA6-2AE4C43376F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4" creationId="{9326FF2C-FDD5-C579-BDA1-710D0CFCC1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5" creationId="{CD575667-559A-E6BB-2173-A11C387CCF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6" creationId="{5EF6CC1A-C444-A8E9-864E-282B1E12F37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7" creationId="{8219C0D1-78F4-D297-4BB0-C4823818973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8" creationId="{00DD2B2A-E7A4-5951-3EBA-439837F8BC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9" creationId="{7AE4FC57-77D0-F725-12ED-E40651E02E5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2" creationId="{F0B05097-778B-2602-BBA5-43651ED96F3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3" creationId="{5108D242-9D98-3B84-2713-8D251774C24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4" creationId="{49BE5938-4837-A7FC-2E2D-FF455A9F07F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5" creationId="{427A07A1-8DEC-2D15-AB70-76093B658B7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6" creationId="{09F4722B-1B7F-D056-F208-D4B80089591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7" creationId="{48E25A8F-EA8E-E0B8-BDBF-B9DCE9AA30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8" creationId="{3A0BE8EE-8100-384B-BB08-640143515C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9" creationId="{7882BAD1-9021-9599-3996-74A9D961A40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0" creationId="{4BE7DE7C-4BE6-66AC-609E-EB13ECC37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1" creationId="{57F378D6-72F7-B466-3FA5-8C0EFB424FE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2" creationId="{3DBABE82-EDF2-C2BC-524D-08126BD6D3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3" creationId="{80BBF922-40E4-486E-1A8C-D6A65F67DDD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4" creationId="{A56684AB-B265-DF7B-DF14-DB10F7742080}"/>
          </ac:cxnSpMkLst>
        </pc:cxnChg>
        <pc:cxnChg chg="add mod">
          <ac:chgData name="이민재" userId="f97f16f7-28a5-49bd-9e05-fb3ef63d7997" providerId="ADAL" clId="{3604D2DB-B0B3-4E35-9EDA-42455EF74A6C}" dt="2023-06-12T12:00:25.422" v="12968" actId="1037"/>
          <ac:cxnSpMkLst>
            <pc:docMk/>
            <pc:sldMk cId="3779444896" sldId="864"/>
            <ac:cxnSpMk id="403" creationId="{04869E41-683C-0298-AF1B-119709B75145}"/>
          </ac:cxnSpMkLst>
        </pc:cxnChg>
      </pc:sldChg>
      <pc:sldChg chg="addSp modSp new mod">
        <pc:chgData name="이민재" userId="f97f16f7-28a5-49bd-9e05-fb3ef63d7997" providerId="ADAL" clId="{3604D2DB-B0B3-4E35-9EDA-42455EF74A6C}" dt="2023-06-12T12:15:46.560" v="13397" actId="1076"/>
        <pc:sldMkLst>
          <pc:docMk/>
          <pc:sldMk cId="3958460385" sldId="865"/>
        </pc:sldMkLst>
        <pc:spChg chg="mod">
          <ac:chgData name="이민재" userId="f97f16f7-28a5-49bd-9e05-fb3ef63d7997" providerId="ADAL" clId="{3604D2DB-B0B3-4E35-9EDA-42455EF74A6C}" dt="2023-06-12T12:15:35.662" v="13363"/>
          <ac:spMkLst>
            <pc:docMk/>
            <pc:sldMk cId="3958460385" sldId="865"/>
            <ac:spMk id="2" creationId="{35AC27DF-E7AF-8EDA-554A-3DF99C37F641}"/>
          </ac:spMkLst>
        </pc:spChg>
        <pc:spChg chg="mod">
          <ac:chgData name="이민재" userId="f97f16f7-28a5-49bd-9e05-fb3ef63d7997" providerId="ADAL" clId="{3604D2DB-B0B3-4E35-9EDA-42455EF74A6C}" dt="2023-06-12T12:15:42.296" v="13395" actId="20577"/>
          <ac:spMkLst>
            <pc:docMk/>
            <pc:sldMk cId="3958460385" sldId="865"/>
            <ac:spMk id="3" creationId="{31920AAC-CD04-5570-FCA1-8DE117227DE9}"/>
          </ac:spMkLst>
        </pc:spChg>
        <pc:picChg chg="add mod">
          <ac:chgData name="이민재" userId="f97f16f7-28a5-49bd-9e05-fb3ef63d7997" providerId="ADAL" clId="{3604D2DB-B0B3-4E35-9EDA-42455EF74A6C}" dt="2023-06-12T12:15:46.560" v="13397" actId="1076"/>
          <ac:picMkLst>
            <pc:docMk/>
            <pc:sldMk cId="3958460385" sldId="865"/>
            <ac:picMk id="5" creationId="{00C74B62-DC29-F4F0-BF3B-C7EFE5720AF0}"/>
          </ac:picMkLst>
        </pc:pic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1958449206" sldId="866"/>
        </pc:sldMkLst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6" creationId="{B1E1FB38-A55A-D767-FD7B-23FFA4716475}"/>
          </ac:spMkLst>
        </pc:spChg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7" creationId="{1A5A6C02-8536-4472-EB22-57D8D7FD68BA}"/>
          </ac:spMkLst>
        </pc:spChg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8" creationId="{A2FF2D7C-1F9C-972C-0DEC-1B4A9D178BD4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9" creationId="{ADF3F82C-0865-A382-9AA9-868AE1944E19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10" creationId="{FE16C48D-2F55-6299-C583-7F8C0F30294F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11" creationId="{2D282F00-0CDA-0416-A42B-49B290FE16FD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38" creationId="{0D81017B-E7B9-2B50-3E84-32C9F9A63F74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39" creationId="{596EB3A1-B93B-C84F-A8AF-744D9D701068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40" creationId="{4F5FCCB8-F8BD-27D9-FAA3-8BF3C522F1D0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41" creationId="{0F37FB14-F8B0-A8DE-FD55-67DE5FDED9BF}"/>
          </ac:spMkLst>
        </pc:spChg>
        <pc:spChg chg="add del mod">
          <ac:chgData name="이민재" userId="f97f16f7-28a5-49bd-9e05-fb3ef63d7997" providerId="ADAL" clId="{3604D2DB-B0B3-4E35-9EDA-42455EF74A6C}" dt="2023-06-14T07:08:05.847" v="14025" actId="20577"/>
          <ac:spMkLst>
            <pc:docMk/>
            <pc:sldMk cId="1958449206" sldId="866"/>
            <ac:spMk id="42" creationId="{58496325-2229-5D14-8EE2-206C8DB2A70A}"/>
          </ac:spMkLst>
        </pc:spChg>
        <pc:spChg chg="add mod">
          <ac:chgData name="이민재" userId="f97f16f7-28a5-49bd-9e05-fb3ef63d7997" providerId="ADAL" clId="{3604D2DB-B0B3-4E35-9EDA-42455EF74A6C}" dt="2023-06-14T07:08:02.786" v="14022" actId="20577"/>
          <ac:spMkLst>
            <pc:docMk/>
            <pc:sldMk cId="1958449206" sldId="866"/>
            <ac:spMk id="43" creationId="{AEE918F8-F3DE-9D7A-BC8A-30BE0DEBC135}"/>
          </ac:spMkLst>
        </pc:spChg>
        <pc:spChg chg="add mod">
          <ac:chgData name="이민재" userId="f97f16f7-28a5-49bd-9e05-fb3ef63d7997" providerId="ADAL" clId="{3604D2DB-B0B3-4E35-9EDA-42455EF74A6C}" dt="2023-06-14T07:08:16.543" v="14032" actId="20577"/>
          <ac:spMkLst>
            <pc:docMk/>
            <pc:sldMk cId="1958449206" sldId="866"/>
            <ac:spMk id="44" creationId="{6B9C2EAB-5FBA-536B-516C-2F54B3CE8E5E}"/>
          </ac:spMkLst>
        </pc:spChg>
        <pc:spChg chg="add mod">
          <ac:chgData name="이민재" userId="f97f16f7-28a5-49bd-9e05-fb3ef63d7997" providerId="ADAL" clId="{3604D2DB-B0B3-4E35-9EDA-42455EF74A6C}" dt="2023-06-14T07:08:20.448" v="14033" actId="20577"/>
          <ac:spMkLst>
            <pc:docMk/>
            <pc:sldMk cId="1958449206" sldId="866"/>
            <ac:spMk id="45" creationId="{3DFE3CB8-D2E3-1099-D4EB-0DDC659579A9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287" creationId="{A5A98D07-00C0-996F-324E-6941EDA6E5A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288" creationId="{85E85B09-B68E-B68C-A502-5BF33C1E0402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4" creationId="{4CC03DAB-1F21-7AA0-5A84-53DC23863441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5" creationId="{AFC843CC-39AC-BD4C-3977-EAE82475DB3C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6" creationId="{7871A6B8-AF2D-764A-D139-84F955F27BC0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7" creationId="{C3087B17-7D59-C05B-638A-2AABB755BA0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499" creationId="{3CE87DF2-1FE8-CAEF-B494-CC88513B9182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00" creationId="{F8813E2B-3F15-250D-EA70-AADFCAFE7AA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16" creationId="{A9A423A1-861E-1E21-74D6-EDA1BF3541A0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17" creationId="{07D1FCC3-0D60-51B9-1BB5-870A2D2F7753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653" creationId="{EFB6AC17-41CF-427D-2452-CCF46D6E3E14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654" creationId="{806BE371-B3FB-0389-F653-8C8A10059E2A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5" creationId="{33B9F923-89A1-145F-9BD8-BD5ED1EAC523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6" creationId="{D01D6AE4-0FA7-C0FF-8684-9605CC4947ED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7" creationId="{BF874316-B3BC-DD92-C940-214495F18556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8" creationId="{A8D69863-4941-4138-A746-CF626BDDECE9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9" creationId="{13449624-E8C5-5D19-D611-88F73B013F80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60" creationId="{2CBC28D6-7032-51AA-4092-4A92D7BAC658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4" creationId="{1E66ABDD-220E-1591-C0AD-554717B17DC8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5" creationId="{8288C226-06BC-6410-2103-04ED6CC772CC}"/>
          </ac:spMkLst>
        </pc:spChg>
        <pc:spChg chg="del">
          <ac:chgData name="이민재" userId="f97f16f7-28a5-49bd-9e05-fb3ef63d7997" providerId="ADAL" clId="{3604D2DB-B0B3-4E35-9EDA-42455EF74A6C}" dt="2023-06-14T06:53:48.911" v="13775" actId="478"/>
          <ac:spMkLst>
            <pc:docMk/>
            <pc:sldMk cId="1958449206" sldId="866"/>
            <ac:spMk id="2666" creationId="{07DAE9D4-52DC-D6F6-2427-EE2427A5CD3F}"/>
          </ac:spMkLst>
        </pc:spChg>
        <pc:spChg chg="del">
          <ac:chgData name="이민재" userId="f97f16f7-28a5-49bd-9e05-fb3ef63d7997" providerId="ADAL" clId="{3604D2DB-B0B3-4E35-9EDA-42455EF74A6C}" dt="2023-06-14T06:53:48.911" v="13775" actId="478"/>
          <ac:spMkLst>
            <pc:docMk/>
            <pc:sldMk cId="1958449206" sldId="866"/>
            <ac:spMk id="2667" creationId="{2D27B19F-F20B-E4A9-40EF-8A2963104A6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4" creationId="{C5E1EC3A-1115-8025-8A31-3B351761282B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5" creationId="{726E91BA-92E2-2C62-BFB9-969155532D05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6" creationId="{B2747D59-076B-4617-E797-AF80DDC2F897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7" creationId="{5038D81A-A0C5-ED7C-1A87-BD0A81E34CF7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8" creationId="{D857C23C-2B41-9BE6-C001-93B25590A908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6" creationId="{7FDF4813-92C8-5963-7E0B-40B7CAD1723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7" creationId="{2635B651-1335-3283-2F34-4DF2E5D7F69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8" creationId="{355A48BE-4A96-85FA-035D-E7C95D5C3554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94" creationId="{AF4C0403-5151-E045-C4DC-435E9CCBD79C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0" creationId="{8A7CA1A4-05A7-1527-40E8-A124BDE09F1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1" creationId="{861FCA0B-D797-AB40-7940-C1E73A7D817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2" creationId="{BB895DFF-B1E3-F3DE-446F-EBC5ACCB7E1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6" creationId="{1EC0856E-0FC7-AEF6-0279-6E58C3E49F4D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7" creationId="{8C90AB22-0FAA-18D4-D94B-9E0ABE06C7CE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8" creationId="{E7708612-7E0D-B582-35D4-896A47924CE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0" creationId="{0618A9FE-3855-260F-EFBB-534BDBB89FF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1" creationId="{9E46BC03-0E63-8BCB-4309-3E0A3F3FE944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2" creationId="{50DEA93D-855C-F7EE-924F-9B883A2854EC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2" creationId="{5E2E96E0-32AA-AE70-0031-F10E23EE390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4" creationId="{4BBE14E3-95F0-1F68-8515-D894A11115B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6" creationId="{7F32FB75-38DE-0218-2BAD-1643F525853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8" creationId="{DE84FAF1-5081-1942-2D41-60E03332D10B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1" creationId="{BE252D9F-F655-1A96-D3C2-A6E2150FFBD4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2" creationId="{5B9CD767-D49F-0103-334B-A44C2D47197A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3" creationId="{5BA23F4E-5986-56B0-57C5-02CF509FF3CD}"/>
          </ac:spMkLst>
        </pc:spChg>
        <pc:spChg chg="del">
          <ac:chgData name="이민재" userId="f97f16f7-28a5-49bd-9e05-fb3ef63d7997" providerId="ADAL" clId="{3604D2DB-B0B3-4E35-9EDA-42455EF74A6C}" dt="2023-06-14T06:55:51.556" v="13806" actId="478"/>
          <ac:spMkLst>
            <pc:docMk/>
            <pc:sldMk cId="1958449206" sldId="866"/>
            <ac:spMk id="2734" creationId="{7FF90C95-3A16-33E9-D775-9EB4DA0BA356}"/>
          </ac:spMkLst>
        </pc:spChg>
        <pc:spChg chg="del">
          <ac:chgData name="이민재" userId="f97f16f7-28a5-49bd-9e05-fb3ef63d7997" providerId="ADAL" clId="{3604D2DB-B0B3-4E35-9EDA-42455EF74A6C}" dt="2023-06-14T06:55:51.093" v="13805" actId="478"/>
          <ac:spMkLst>
            <pc:docMk/>
            <pc:sldMk cId="1958449206" sldId="866"/>
            <ac:spMk id="2735" creationId="{09CC1E9D-38C6-C86E-7C78-C43F889059C8}"/>
          </ac:spMkLst>
        </pc:spChg>
        <pc:spChg chg="del">
          <ac:chgData name="이민재" userId="f97f16f7-28a5-49bd-9e05-fb3ef63d7997" providerId="ADAL" clId="{3604D2DB-B0B3-4E35-9EDA-42455EF74A6C}" dt="2023-06-14T07:03:30.822" v="13913" actId="478"/>
          <ac:spMkLst>
            <pc:docMk/>
            <pc:sldMk cId="1958449206" sldId="866"/>
            <ac:spMk id="2737" creationId="{6BA32295-76DC-0A9B-CCA8-B1244413337C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49" creationId="{63DD00FD-8459-4415-CA63-28F22C0C5CB1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0" creationId="{3EFFE137-7C63-8A8C-5419-15C3B49193F6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1" creationId="{97AF708B-43CB-F7C6-F885-97022AB97CD3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2" creationId="{E163DEA6-9E68-5C51-3C41-CAB3889529D3}"/>
          </ac:spMkLst>
        </pc:spChg>
        <pc:spChg chg="del">
          <ac:chgData name="이민재" userId="f97f16f7-28a5-49bd-9e05-fb3ef63d7997" providerId="ADAL" clId="{3604D2DB-B0B3-4E35-9EDA-42455EF74A6C}" dt="2023-06-14T07:01:28.357" v="13871" actId="478"/>
          <ac:spMkLst>
            <pc:docMk/>
            <pc:sldMk cId="1958449206" sldId="866"/>
            <ac:spMk id="2753" creationId="{15D429FD-9ABB-7047-3F55-1CB0BBEC5679}"/>
          </ac:spMkLst>
        </pc:spChg>
        <pc:spChg chg="del">
          <ac:chgData name="이민재" userId="f97f16f7-28a5-49bd-9e05-fb3ef63d7997" providerId="ADAL" clId="{3604D2DB-B0B3-4E35-9EDA-42455EF74A6C}" dt="2023-06-14T07:01:28.357" v="13871" actId="478"/>
          <ac:spMkLst>
            <pc:docMk/>
            <pc:sldMk cId="1958449206" sldId="866"/>
            <ac:spMk id="2754" creationId="{02558A9D-1E09-2E44-FE68-B08C19384A77}"/>
          </ac:spMkLst>
        </pc:spChg>
        <pc:spChg chg="mod">
          <ac:chgData name="이민재" userId="f97f16f7-28a5-49bd-9e05-fb3ef63d7997" providerId="ADAL" clId="{3604D2DB-B0B3-4E35-9EDA-42455EF74A6C}" dt="2023-06-14T07:08:24.816" v="14034" actId="1076"/>
          <ac:spMkLst>
            <pc:docMk/>
            <pc:sldMk cId="1958449206" sldId="866"/>
            <ac:spMk id="2755" creationId="{20194203-9FB9-277E-A3F8-495CF5EB3DB8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7" creationId="{64C81666-4C85-260D-3AB4-98BAB4A8300E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8" creationId="{F26547A1-6638-4720-921B-E035B59A92B6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9" creationId="{A9C74E10-5AC6-1FCE-4E67-9BB143BAA30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0" creationId="{7A71F694-3C80-5193-4410-5D6BD2F9ED10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1" creationId="{7E41C554-C367-BAEA-F0B9-A41229AC1D82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2" creationId="{111BE8AE-145E-AE11-253C-BEDF2AC5616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3" creationId="{0412AF6F-CF1B-4935-6DA1-E3485DFBA279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4" creationId="{56E98103-E982-BF22-EB54-ABCDE3D6683A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5" creationId="{E43FCF29-EEF0-2C6D-D9EF-6AB5B262A88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6" creationId="{97D162C3-5ED9-630F-194F-5475FDEA24F3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7" creationId="{D537D22A-A152-5D2F-002C-89B69A12C14D}"/>
          </ac:spMkLst>
        </pc:s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57" creationId="{B9A1000F-4B73-5CC7-13C5-29690DAE947B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72" creationId="{72BDCD37-40B9-35FD-B865-A811D640BFD7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89" creationId="{B86A60C8-326F-5EC9-DE5D-1FDDB69BAC1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04" creationId="{5FC45171-F0D0-A568-1DD9-9AEDA25949E9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19" creationId="{18869301-14BC-6802-F77B-1C9427565A0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53" creationId="{EFA3E4EA-6866-BD50-F4C2-D1E99086174F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469" creationId="{196D5B1D-5C1F-3FD7-9AF0-893696384265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484" creationId="{D8C85C18-D63C-C518-3681-03D55416814D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01" creationId="{55A4F559-FFE4-FF1E-142B-05B5AB84DA6A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18" creationId="{0C44135E-86FA-3D33-ADFC-E24B49B12BAD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33" creationId="{36679D5E-671A-284A-4637-83310F524DD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48" creationId="{246E4A12-6E26-D7A9-3E9F-DF9BDB4C5BF3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63" creationId="{72EC8051-DE8A-A99A-8567-85EEF080D4BF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78" creationId="{217A06D1-4888-2D86-A9C3-EF991623D2A5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93" creationId="{F84F538E-1D26-5D56-2B7E-5711A144DE11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08" creationId="{07036399-A6EB-E78F-659E-5B2BE7C68DB1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23" creationId="{C2210F00-EC95-1ABD-C6B5-77C5911526E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38" creationId="{A7301145-87BF-08EB-6A9D-EE3FE75783A3}"/>
          </ac:grpSpMkLst>
        </pc:grp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19" creationId="{98F38093-1105-8735-4F13-82BC31A93CE4}"/>
          </ac:cxnSpMkLst>
        </pc:cxnChg>
        <pc:cxnChg chg="add mod">
          <ac:chgData name="이민재" userId="f97f16f7-28a5-49bd-9e05-fb3ef63d7997" providerId="ADAL" clId="{3604D2DB-B0B3-4E35-9EDA-42455EF74A6C}" dt="2023-06-14T07:07:03.118" v="14006" actId="1035"/>
          <ac:cxnSpMkLst>
            <pc:docMk/>
            <pc:sldMk cId="1958449206" sldId="866"/>
            <ac:cxnSpMk id="25" creationId="{20335672-C2E0-7B20-F3DE-71A5A86AD985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28" creationId="{9AD09538-C9DA-C59D-CADD-D2770EAFEFAF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32" creationId="{09C2E212-BC84-45F6-0E47-9E365EF071CA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35" creationId="{C1D224FB-5F4E-985A-7985-AD12CCD41705}"/>
          </ac:cxnSpMkLst>
        </pc:cxnChg>
        <pc:cxnChg chg="add mod">
          <ac:chgData name="이민재" userId="f97f16f7-28a5-49bd-9e05-fb3ef63d7997" providerId="ADAL" clId="{3604D2DB-B0B3-4E35-9EDA-42455EF74A6C}" dt="2023-06-14T07:26:24.110" v="14638" actId="1037"/>
          <ac:cxnSpMkLst>
            <pc:docMk/>
            <pc:sldMk cId="1958449206" sldId="866"/>
            <ac:cxnSpMk id="46" creationId="{0E28294C-FC6D-4983-183F-0A13C8B47BF8}"/>
          </ac:cxnSpMkLst>
        </pc:cxnChg>
        <pc:cxnChg chg="del">
          <ac:chgData name="이민재" userId="f97f16f7-28a5-49bd-9e05-fb3ef63d7997" providerId="ADAL" clId="{3604D2DB-B0B3-4E35-9EDA-42455EF74A6C}" dt="2023-06-14T07:03:29.107" v="13912" actId="478"/>
          <ac:cxnSpMkLst>
            <pc:docMk/>
            <pc:sldMk cId="1958449206" sldId="866"/>
            <ac:cxnSpMk id="2693" creationId="{AF9943EC-28F1-05CA-E57E-831A62F92B45}"/>
          </ac:cxnSpMkLst>
        </pc:cxnChg>
        <pc:cxnChg chg="del">
          <ac:chgData name="이민재" userId="f97f16f7-28a5-49bd-9e05-fb3ef63d7997" providerId="ADAL" clId="{3604D2DB-B0B3-4E35-9EDA-42455EF74A6C}" dt="2023-06-14T07:03:38.110" v="13914" actId="478"/>
          <ac:cxnSpMkLst>
            <pc:docMk/>
            <pc:sldMk cId="1958449206" sldId="866"/>
            <ac:cxnSpMk id="2714" creationId="{177433E3-A2C6-8A9C-187D-D055A4E55D56}"/>
          </ac:cxnSpMkLst>
        </pc:cxnChg>
        <pc:cxnChg chg="mod">
          <ac:chgData name="이민재" userId="f97f16f7-28a5-49bd-9e05-fb3ef63d7997" providerId="ADAL" clId="{3604D2DB-B0B3-4E35-9EDA-42455EF74A6C}" dt="2023-06-14T07:06:55.747" v="13988" actId="1037"/>
          <ac:cxnSpMkLst>
            <pc:docMk/>
            <pc:sldMk cId="1958449206" sldId="866"/>
            <ac:cxnSpMk id="2739" creationId="{3039892F-99A0-7179-E5CB-F3675882C966}"/>
          </ac:cxnSpMkLst>
        </pc:cxnChg>
        <pc:cxnChg chg="del mod">
          <ac:chgData name="이민재" userId="f97f16f7-28a5-49bd-9e05-fb3ef63d7997" providerId="ADAL" clId="{3604D2DB-B0B3-4E35-9EDA-42455EF74A6C}" dt="2023-06-14T07:05:00.295" v="13926" actId="478"/>
          <ac:cxnSpMkLst>
            <pc:docMk/>
            <pc:sldMk cId="1958449206" sldId="866"/>
            <ac:cxnSpMk id="2742" creationId="{B031FD96-A558-4C6E-521B-68B0644FEC7D}"/>
          </ac:cxnSpMkLst>
        </pc:cxnChg>
        <pc:cxnChg chg="del mod">
          <ac:chgData name="이민재" userId="f97f16f7-28a5-49bd-9e05-fb3ef63d7997" providerId="ADAL" clId="{3604D2DB-B0B3-4E35-9EDA-42455EF74A6C}" dt="2023-06-14T06:55:52.259" v="13807" actId="478"/>
          <ac:cxnSpMkLst>
            <pc:docMk/>
            <pc:sldMk cId="1958449206" sldId="866"/>
            <ac:cxnSpMk id="2745" creationId="{1C3D70CB-2B99-F68C-0296-1A4CDCAE4FA5}"/>
          </ac:cxnSpMkLst>
        </pc:cxnChg>
        <pc:cxnChg chg="del mod">
          <ac:chgData name="이민재" userId="f97f16f7-28a5-49bd-9e05-fb3ef63d7997" providerId="ADAL" clId="{3604D2DB-B0B3-4E35-9EDA-42455EF74A6C}" dt="2023-06-14T07:05:02.671" v="13927" actId="478"/>
          <ac:cxnSpMkLst>
            <pc:docMk/>
            <pc:sldMk cId="1958449206" sldId="866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4T07:07:03.118" v="14006" actId="1035"/>
          <ac:cxnSpMkLst>
            <pc:docMk/>
            <pc:sldMk cId="1958449206" sldId="866"/>
            <ac:cxnSpMk id="2760" creationId="{8C02867F-BA35-2306-43CD-4ABFF329D00B}"/>
          </ac:cxnSpMkLst>
        </pc:cxnChg>
        <pc:cxnChg chg="del mod">
          <ac:chgData name="이민재" userId="f97f16f7-28a5-49bd-9e05-fb3ef63d7997" providerId="ADAL" clId="{3604D2DB-B0B3-4E35-9EDA-42455EF74A6C}" dt="2023-06-14T06:55:53.492" v="13808" actId="478"/>
          <ac:cxnSpMkLst>
            <pc:docMk/>
            <pc:sldMk cId="1958449206" sldId="866"/>
            <ac:cxnSpMk id="2762" creationId="{F85DEA7A-FB6B-4D53-2850-ACDA6BD723BF}"/>
          </ac:cxnSpMkLst>
        </pc:cxnChg>
        <pc:cxnChg chg="del mod">
          <ac:chgData name="이민재" userId="f97f16f7-28a5-49bd-9e05-fb3ef63d7997" providerId="ADAL" clId="{3604D2DB-B0B3-4E35-9EDA-42455EF74A6C}" dt="2023-06-14T07:02:31.348" v="13884" actId="478"/>
          <ac:cxnSpMkLst>
            <pc:docMk/>
            <pc:sldMk cId="1958449206" sldId="866"/>
            <ac:cxnSpMk id="2778" creationId="{490BD13D-D243-56CA-A9B7-B83B9E373DD4}"/>
          </ac:cxnSpMkLst>
        </pc:cxnChg>
        <pc:cxnChg chg="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2781" creationId="{72FAEBEA-358A-9631-FD5D-E387CC837618}"/>
          </ac:cxnSpMkLst>
        </pc:cxnChg>
      </pc:sldChg>
      <pc:sldChg chg="addSp modSp new mod ord">
        <pc:chgData name="이민재" userId="f97f16f7-28a5-49bd-9e05-fb3ef63d7997" providerId="ADAL" clId="{3604D2DB-B0B3-4E35-9EDA-42455EF74A6C}" dt="2023-06-14T08:37:50.220" v="15950"/>
        <pc:sldMkLst>
          <pc:docMk/>
          <pc:sldMk cId="2673672079" sldId="867"/>
        </pc:sldMkLst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5" creationId="{0AC81854-6EAC-CCF8-5246-29A170F82D26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6" creationId="{1D8D5880-90F1-BA3F-D687-7567EF260DB3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7" creationId="{93B19D59-C4B3-ACC8-59FE-1152F3F83169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8" creationId="{FB2529C9-9C24-46F5-AC58-5D6506985802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9" creationId="{ED437EEC-A719-92ED-F1AE-D21B6D6570B5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10" creationId="{B032BB22-DD65-F44A-4566-1C94C5CA4335}"/>
          </ac:spMkLst>
        </pc:sp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1" creationId="{752929C9-8F40-ECC0-7B05-2230CF9EE839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2" creationId="{AC75FFC6-E90E-9869-A0FA-DDC775DC9833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3" creationId="{0A3C840E-0606-F12D-4B53-7DB926038A3D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4" creationId="{EDF600AD-7DEF-0A3B-335E-720E81AB9903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5" creationId="{4BBB296A-0A7E-A48D-AECE-BED9D8AF20D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8:36:54.094" v="15947" actId="1076"/>
        <pc:sldMkLst>
          <pc:docMk/>
          <pc:sldMk cId="1792856389" sldId="868"/>
        </pc:sldMkLst>
        <pc:spChg chg="mod">
          <ac:chgData name="이민재" userId="f97f16f7-28a5-49bd-9e05-fb3ef63d7997" providerId="ADAL" clId="{3604D2DB-B0B3-4E35-9EDA-42455EF74A6C}" dt="2023-06-14T08:14:22.217" v="15489" actId="1076"/>
          <ac:spMkLst>
            <pc:docMk/>
            <pc:sldMk cId="1792856389" sldId="868"/>
            <ac:spMk id="2" creationId="{33D944F5-9B44-7DC8-8554-9C07F42A807B}"/>
          </ac:spMkLst>
        </pc:spChg>
        <pc:spChg chg="add del">
          <ac:chgData name="이민재" userId="f97f16f7-28a5-49bd-9e05-fb3ef63d7997" providerId="ADAL" clId="{3604D2DB-B0B3-4E35-9EDA-42455EF74A6C}" dt="2023-06-14T07:24:46.099" v="14530" actId="478"/>
          <ac:spMkLst>
            <pc:docMk/>
            <pc:sldMk cId="1792856389" sldId="868"/>
            <ac:spMk id="4" creationId="{FB8DEFD6-5719-A54D-44AB-13E86BDC4F5C}"/>
          </ac:spMkLst>
        </pc:spChg>
        <pc:spChg chg="mod">
          <ac:chgData name="이민재" userId="f97f16f7-28a5-49bd-9e05-fb3ef63d7997" providerId="ADAL" clId="{3604D2DB-B0B3-4E35-9EDA-42455EF74A6C}" dt="2023-06-14T08:14:31.512" v="15490" actId="1076"/>
          <ac:spMkLst>
            <pc:docMk/>
            <pc:sldMk cId="1792856389" sldId="868"/>
            <ac:spMk id="5" creationId="{B6A6FCB6-2F44-B961-1A6C-4152DB4A7D0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6" creationId="{1D427D11-44E2-E919-162C-D70C4886ECFF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2" creationId="{8D5D8449-C465-1090-9B0A-364563785128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3" creationId="{0F703419-677A-E4C5-B2A1-A7ED7E0C2D8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4" creationId="{9F53CB2B-4580-CA38-FDFD-545EBB0D9BF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5" creationId="{F7F5A0B8-91C7-124E-EE31-8C3C1AA99235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6" creationId="{5FD6D534-F4A3-719C-F912-F7520B31AF8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8" creationId="{A4086CEC-473F-A2EF-3FB5-E6A213EE7D3B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9" creationId="{86B4DC2A-88E8-4A22-C37E-B1CD162FD5D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0" creationId="{0A49E8AD-573C-2741-CDD1-4B16250A97ED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1" creationId="{23AA0626-BCC4-7A49-DA2F-A7A19964566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2" creationId="{E2F193D5-3052-C27F-E0FD-6CEE7E143A8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" creationId="{5ADDB5BA-F0E9-8249-D7B8-8939B9A0FB37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" creationId="{1A21B6C7-A614-5B4E-BBED-D093DF71AB1A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5" creationId="{1A2469C3-5372-A94F-6593-25CA33BE300F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6" creationId="{50F86166-FE60-CE4E-D497-D1175667A1A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7" creationId="{0B3CF839-82F6-EDD9-DC00-586DA12929E5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38" creationId="{19EEE49C-4A85-7925-8FED-32428B38A510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246" creationId="{E36182EA-5B64-E7F3-EFEA-769FE5517B8F}"/>
          </ac:spMkLst>
        </pc:spChg>
        <pc:spChg chg="mod">
          <ac:chgData name="이민재" userId="f97f16f7-28a5-49bd-9e05-fb3ef63d7997" providerId="ADAL" clId="{3604D2DB-B0B3-4E35-9EDA-42455EF74A6C}" dt="2023-06-14T08:14:09.758" v="15488" actId="120"/>
          <ac:spMkLst>
            <pc:docMk/>
            <pc:sldMk cId="1792856389" sldId="868"/>
            <ac:spMk id="2255" creationId="{1E43506F-003F-7D04-AA02-7C628506514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1" creationId="{09D7A6E3-153A-F6A4-43E6-3D58DCBFA1EE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2" creationId="{B388575C-6FD0-6CE5-06F0-9D05195BD6B5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3" creationId="{9437A06C-31F3-072A-39EB-F41128CC7AA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4" creationId="{396943E6-B611-958A-5BF3-6BDADE2C7664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266" creationId="{40AB337A-AC7B-7BD4-7147-F8A77F36BBE1}"/>
          </ac:spMkLst>
        </pc:spChg>
        <pc:spChg chg="del mod">
          <ac:chgData name="이민재" userId="f97f16f7-28a5-49bd-9e05-fb3ef63d7997" providerId="ADAL" clId="{3604D2DB-B0B3-4E35-9EDA-42455EF74A6C}" dt="2023-06-14T08:08:10.062" v="15170" actId="478"/>
          <ac:spMkLst>
            <pc:docMk/>
            <pc:sldMk cId="1792856389" sldId="868"/>
            <ac:spMk id="2278" creationId="{ADBF299B-4D80-F9A3-F247-370182C8386A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302" creationId="{5EA18820-0EB2-8724-F33A-39E931BBFA7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29" creationId="{0AA4BFCB-2997-499E-FB3B-4B07136C5379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30" creationId="{00591E6E-9E9C-2FCD-8365-BEC37CD72EA3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32" creationId="{43539E39-3D25-4308-E360-FBFF336FF5B3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47" creationId="{A123115F-9478-A7CF-7A7A-FEC007D09F59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63" creationId="{874E8A1E-9170-9FA4-D0E9-8CA2F9424231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4" creationId="{1E66ABDD-220E-1591-C0AD-554717B17DC8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5" creationId="{8288C226-06BC-6410-2103-04ED6CC772CC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6" creationId="{07DAE9D4-52DC-D6F6-2427-EE2427A5CD3F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7" creationId="{2D27B19F-F20B-E4A9-40EF-8A2963104A60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4" creationId="{C5E1EC3A-1115-8025-8A31-3B351761282B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5" creationId="{726E91BA-92E2-2C62-BFB9-969155532D05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6" creationId="{B2747D59-076B-4617-E797-AF80DDC2F89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7" creationId="{5038D81A-A0C5-ED7C-1A87-BD0A81E34CF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8" creationId="{D857C23C-2B41-9BE6-C001-93B25590A908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6" creationId="{7FDF4813-92C8-5963-7E0B-40B7CAD17230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7" creationId="{2635B651-1335-3283-2F34-4DF2E5D7F69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8" creationId="{355A48BE-4A96-85FA-035D-E7C95D5C355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89" creationId="{9D876A07-36AC-3A14-42E2-A37E9F98CBC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90" creationId="{B71B2418-B48E-BFF0-F2C0-F8B9D90AAB4E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92" creationId="{E70A9416-9A17-D869-1594-84A1CCA8947F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94" creationId="{AF4C0403-5151-E045-C4DC-435E9CCBD79C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0" creationId="{8A7CA1A4-05A7-1527-40E8-A124BDE09F10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1" creationId="{861FCA0B-D797-AB40-7940-C1E73A7D817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2" creationId="{BB895DFF-B1E3-F3DE-446F-EBC5ACCB7E13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6" creationId="{1EC0856E-0FC7-AEF6-0279-6E58C3E49F4D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7" creationId="{8C90AB22-0FAA-18D4-D94B-9E0ABE06C7CE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8" creationId="{E7708612-7E0D-B582-35D4-896A47924CE3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0" creationId="{0618A9FE-3855-260F-EFBB-534BDBB89FF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1" creationId="{9E46BC03-0E63-8BCB-4309-3E0A3F3FE944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2" creationId="{50DEA93D-855C-F7EE-924F-9B883A2854EC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2" creationId="{5E2E96E0-32AA-AE70-0031-F10E23EE3900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4" creationId="{4BBE14E3-95F0-1F68-8515-D894A11115B0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6" creationId="{7F32FB75-38DE-0218-2BAD-1643F525853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28" creationId="{DE84FAF1-5081-1942-2D41-60E03332D10B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1" creationId="{BE252D9F-F655-1A96-D3C2-A6E2150FFBD4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2" creationId="{5B9CD767-D49F-0103-334B-A44C2D47197A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3" creationId="{5BA23F4E-5986-56B0-57C5-02CF509FF3CD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4" creationId="{7FF90C95-3A16-33E9-D775-9EB4DA0BA356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5" creationId="{09CC1E9D-38C6-C86E-7C78-C43F889059C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736" creationId="{682BF2AE-A03D-228A-1574-947C5B5788D5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7" creationId="{6BA32295-76DC-0A9B-CCA8-B1244413337C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49" creationId="{63DD00FD-8459-4415-CA63-28F22C0C5CB1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0" creationId="{3EFFE137-7C63-8A8C-5419-15C3B49193F6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1" creationId="{97AF708B-43CB-F7C6-F885-97022AB97CD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2" creationId="{E163DEA6-9E68-5C51-3C41-CAB3889529D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3" creationId="{15D429FD-9ABB-7047-3F55-1CB0BBEC5679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4" creationId="{02558A9D-1E09-2E44-FE68-B08C19384A7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5" creationId="{20194203-9FB9-277E-A3F8-495CF5EB3DB8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7" creationId="{64C81666-4C85-260D-3AB4-98BAB4A8300E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8" creationId="{F26547A1-6638-4720-921B-E035B59A92B6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9" creationId="{A9C74E10-5AC6-1FCE-4E67-9BB143BAA30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0" creationId="{7A71F694-3C80-5193-4410-5D6BD2F9ED1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1" creationId="{7E41C554-C367-BAEA-F0B9-A41229AC1D82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2" creationId="{111BE8AE-145E-AE11-253C-BEDF2AC5616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3" creationId="{0412AF6F-CF1B-4935-6DA1-E3485DFBA27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4" creationId="{56E98103-E982-BF22-EB54-ABCDE3D6683A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5" creationId="{E43FCF29-EEF0-2C6D-D9EF-6AB5B262A88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6" creationId="{97D162C3-5ED9-630F-194F-5475FDEA24F3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7" creationId="{D537D22A-A152-5D2F-002C-89B69A12C14D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783" creationId="{4003CC2E-589C-2980-1694-B54A2A2745B9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797" creationId="{DEE4598F-03DC-0727-E909-2D52D178AA15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798" creationId="{D290C14B-14DC-443D-C5AF-75EA744CF625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00" creationId="{187C8BB9-8E93-899F-3603-7C595572248E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808" creationId="{D0B05053-F60B-2129-7758-A9F9B8E26AF5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09" creationId="{02970D1D-D985-AED8-1D62-15D699B5B6C1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0" creationId="{3CBF922F-A788-594C-A9B3-D49B6B6FE96A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1" creationId="{F714B4EE-2741-1646-AB45-6B42A388AF5F}"/>
          </ac:spMkLst>
        </pc:spChg>
        <pc:spChg chg="mod">
          <ac:chgData name="이민재" userId="f97f16f7-28a5-49bd-9e05-fb3ef63d7997" providerId="ADAL" clId="{3604D2DB-B0B3-4E35-9EDA-42455EF74A6C}" dt="2023-06-14T08:23:45.257" v="15726" actId="1036"/>
          <ac:spMkLst>
            <pc:docMk/>
            <pc:sldMk cId="1792856389" sldId="868"/>
            <ac:spMk id="2812" creationId="{C95059F1-F852-6576-11D8-613D39B301ED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3" creationId="{C37C75AD-ABD3-F8EC-980D-F5DFF61D48ED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4" creationId="{A7B5ADFB-5C46-9083-6122-7920E1896DA4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17" creationId="{CF89C91B-E25C-1B98-0122-DCEEF11B069D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32" creationId="{F29C2555-85C3-67DB-3F4C-F681E6572EEC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47" creationId="{8E2442B0-2D7C-04FD-8990-67B89AD9979A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62" creationId="{2E944359-ABA8-5BE2-1168-5B8FC42BD83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77" creationId="{B7897EAA-72C3-2882-F0AB-5D97583D21EC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92" creationId="{6E995223-BC18-6CF1-2176-E58760912BB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906" creationId="{B127453C-9956-DFED-A9DA-E9EFB9B1204D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907" creationId="{BF36106E-8A8D-B318-BC1B-240E5607DCDE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09" creationId="{5CEF27FD-68AD-5D72-32B3-C3FB3FE2C8AD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24" creationId="{EF3FB1C6-754B-CA12-8AD0-8DA7FA8842A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38" creationId="{AB929C8E-5CE3-2367-E182-F39F293DEE93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39" creationId="{B15FB97F-7662-223A-632A-1ECBFD6BC046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41" creationId="{32459129-2E37-F37C-C4BD-9177C5F768C1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56" creationId="{9BC2697E-A9FD-5DCF-E435-6544426CEED3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71" creationId="{389238AB-1539-18FE-B6E7-2082EA841538}"/>
          </ac:spMkLst>
        </pc:spChg>
        <pc:spChg chg="add mod">
          <ac:chgData name="이민재" userId="f97f16f7-28a5-49bd-9e05-fb3ef63d7997" providerId="ADAL" clId="{3604D2DB-B0B3-4E35-9EDA-42455EF74A6C}" dt="2023-06-14T08:24:16.123" v="15727" actId="1035"/>
          <ac:spMkLst>
            <pc:docMk/>
            <pc:sldMk cId="1792856389" sldId="868"/>
            <ac:spMk id="2985" creationId="{3709A661-BCE3-01F5-B075-C64EFB1A493E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6" creationId="{00D9B8C4-8D5A-9AEF-0C33-4323B3F7A77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7" creationId="{D2168B64-089D-8708-C06D-F93E8D25B8B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8" creationId="{AB9D236B-596D-9F9E-F448-2F0DCF8F099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90" creationId="{5E9E3A80-8E6E-12B2-D231-26805F2821F9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05" creationId="{EDD19442-4BC3-EEA3-F706-7E4D4B578C8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20" creationId="{07F58F8C-C076-A607-5AD8-C1901FFC706F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34" creationId="{E0482DD7-6763-60E2-AE39-4B8A6EBAC1F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35" creationId="{E5306934-5F15-D880-7354-FCF912E7F117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37" creationId="{76593F24-77DC-1B2C-3A3E-172487EB7D24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51" creationId="{A8B0FDA2-620B-3557-3AAB-C4B8FABD93E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52" creationId="{91E5F132-22B5-1B57-AD3A-73F551F4FBAA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54" creationId="{61A6056E-1424-2EAD-EFE9-71B8FC01747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69" creationId="{4C1A86CE-D163-7F68-F502-C500A6020828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84" creationId="{C37A5DE0-DFB3-6983-7D1C-55EAB74D60EF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99" creationId="{2655DE2C-7682-F7B9-B3BA-2BB3E176CF06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14" creationId="{2215C2C5-F0AC-9B84-922E-7E18786274A1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29" creationId="{CCEBB342-AC80-6668-5179-47D58141626B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44" creationId="{03E11442-02CA-9789-93D3-ABB82BE4F0F3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59" creationId="{FAAD08F2-F5CD-6F91-0068-DE9861A5B2AC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74" creationId="{9B19198B-546E-6869-D231-1814C13D156C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188" creationId="{9097E68D-58F3-EF65-02F5-116D3CC527E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189" creationId="{3B929E7F-D154-85DB-9CC9-AC195FAE0B8D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1" creationId="{52416D8A-6441-EDC1-AF32-4A1D6BD018B1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2" creationId="{88C50CFC-7E9E-CF41-4AE4-638DD52215F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3" creationId="{759344DE-13B4-7E4E-45A1-2942577F2E4C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4" creationId="{88FCC60C-C330-BEEB-8664-F81DB306F6A4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5" creationId="{E7C9BAF9-E368-8C83-6804-401A10B40879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6" creationId="{D8BB5A84-13D2-290A-929D-050255E2170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7" creationId="{2A9449DC-A068-B455-CEA0-68156A8484CF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8" creationId="{10B714E6-6182-7B29-0B34-0CE3FF6105B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9" creationId="{C1EA78D8-6BDA-19B0-7500-3846B4A28DA9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0" creationId="{ECE291FB-EE7A-4771-C441-F127DF818523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1" creationId="{69488BF1-677B-0868-97AB-94DD5741E98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2" creationId="{3220CD36-AE2D-2CFE-826C-6A3ECA2E794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3" creationId="{59CDE339-D224-F473-8269-B3A45570438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4" creationId="{4C258B46-44C2-F1F1-127D-CE11657CF6D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5" creationId="{228EA0F1-3B26-4764-BADB-4949D1F16A4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6" creationId="{24688C27-2548-D13E-9884-660A5286F347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7" creationId="{F3761884-0E03-E34F-5E76-A9B805AD63F6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8" creationId="{B4686942-3885-583C-9A72-78655CB9160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9" creationId="{E85A4DF2-BCBD-0890-FAF7-D3C623EBA53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0" creationId="{46C36947-AEAC-354E-E07C-0DACBF7CADF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1" creationId="{F319DC2B-AC0E-FCD9-4625-0960B87DA3E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2" creationId="{838CA8F4-9392-B947-B799-056247A7C3DC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3" creationId="{01876542-3768-D542-114D-32F11FB2CEA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4" creationId="{89DDF96A-7953-466B-63A2-B4899E516B7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5" creationId="{B23A542E-A38D-5315-7675-02DF3CC841F7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6" creationId="{10B870A2-1C82-3D20-FD8E-D0A5F79A093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39" creationId="{C15B5AC8-FB0E-DAEE-5418-AE8768477A5C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0" creationId="{3CC6B16E-D385-BCEF-D64B-5C556C4E3855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1" creationId="{3F706699-C35F-6E02-7310-ADDA460587AD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2" creationId="{8609A0A7-BB02-F99D-8E78-0C6A40EE5463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3" creationId="{DF46439E-BC64-62BE-A50A-ECDAB50AAD58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4" creationId="{A9F7ABCF-4A17-A4E7-0BAA-3CB748DE6ED3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5" creationId="{B1D5E118-F4D3-0C89-A655-89C949054C1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0" creationId="{C9BE39C7-3571-37BD-85E9-F7D88F682341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1" creationId="{3CCEC213-AF35-9A56-5A3D-DEA8D8EFCDF8}"/>
          </ac:spMkLst>
        </pc:spChg>
        <pc:spChg chg="add del mod">
          <ac:chgData name="이민재" userId="f97f16f7-28a5-49bd-9e05-fb3ef63d7997" providerId="ADAL" clId="{3604D2DB-B0B3-4E35-9EDA-42455EF74A6C}" dt="2023-06-14T08:01:56.631" v="15004" actId="478"/>
          <ac:spMkLst>
            <pc:docMk/>
            <pc:sldMk cId="1792856389" sldId="868"/>
            <ac:spMk id="3274" creationId="{BCBD38E5-0044-C31E-1F0B-AF2FE121ED1B}"/>
          </ac:spMkLst>
        </pc:spChg>
        <pc:spChg chg="add del mod">
          <ac:chgData name="이민재" userId="f97f16f7-28a5-49bd-9e05-fb3ef63d7997" providerId="ADAL" clId="{3604D2DB-B0B3-4E35-9EDA-42455EF74A6C}" dt="2023-06-14T08:02:05.751" v="15007" actId="478"/>
          <ac:spMkLst>
            <pc:docMk/>
            <pc:sldMk cId="1792856389" sldId="868"/>
            <ac:spMk id="3275" creationId="{9F075E27-5B8A-55F5-9952-FE17464677F4}"/>
          </ac:spMkLst>
        </pc:spChg>
        <pc:spChg chg="add del mod">
          <ac:chgData name="이민재" userId="f97f16f7-28a5-49bd-9e05-fb3ef63d7997" providerId="ADAL" clId="{3604D2DB-B0B3-4E35-9EDA-42455EF74A6C}" dt="2023-06-14T08:03:19.337" v="15010" actId="478"/>
          <ac:spMkLst>
            <pc:docMk/>
            <pc:sldMk cId="1792856389" sldId="868"/>
            <ac:spMk id="3276" creationId="{41629039-96AA-09B3-96F0-65EAC0C775E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7" creationId="{06FB2611-B438-547F-6375-8E4AA458017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8" creationId="{04B77B1D-D827-8C6B-EE22-F81BF22C974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9" creationId="{7621DF6B-24FD-ACF9-FAA6-CCD7E9180337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0" creationId="{BC395ACF-888F-5103-5FD8-A8E3C0A3D4E5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1" creationId="{A6865A57-A2ED-0C17-18E0-E325604802F5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2" creationId="{E0629215-A4AB-159B-1268-8C2BFDBA39A3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3" creationId="{A1E462D8-FFBE-FBBB-5848-FB016B05C32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4" creationId="{D85FA11D-4E33-6D95-9BE2-098C8381ABAB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49" creationId="{AF97C98A-FBB0-3315-86D0-DA7D7AD7A6DC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0" creationId="{17284B2C-917D-E1A7-17B2-F6AD25261085}"/>
          </ac:spMkLst>
        </pc:spChg>
        <pc:spChg chg="add mod">
          <ac:chgData name="이민재" userId="f97f16f7-28a5-49bd-9e05-fb3ef63d7997" providerId="ADAL" clId="{3604D2DB-B0B3-4E35-9EDA-42455EF74A6C}" dt="2023-06-14T08:28:17.616" v="15859" actId="20577"/>
          <ac:spMkLst>
            <pc:docMk/>
            <pc:sldMk cId="1792856389" sldId="868"/>
            <ac:spMk id="3351" creationId="{51960117-4F55-E6F8-CCB4-D1856FA36483}"/>
          </ac:spMkLst>
        </pc:spChg>
        <pc:spChg chg="add mod">
          <ac:chgData name="이민재" userId="f97f16f7-28a5-49bd-9e05-fb3ef63d7997" providerId="ADAL" clId="{3604D2DB-B0B3-4E35-9EDA-42455EF74A6C}" dt="2023-06-14T08:28:22.513" v="15863" actId="20577"/>
          <ac:spMkLst>
            <pc:docMk/>
            <pc:sldMk cId="1792856389" sldId="868"/>
            <ac:spMk id="3352" creationId="{2F84AAC4-F5B9-C45E-5572-BFC3550BECDD}"/>
          </ac:spMkLst>
        </pc:spChg>
        <pc:spChg chg="add mod">
          <ac:chgData name="이민재" userId="f97f16f7-28a5-49bd-9e05-fb3ef63d7997" providerId="ADAL" clId="{3604D2DB-B0B3-4E35-9EDA-42455EF74A6C}" dt="2023-06-14T08:28:25.305" v="15867" actId="20577"/>
          <ac:spMkLst>
            <pc:docMk/>
            <pc:sldMk cId="1792856389" sldId="868"/>
            <ac:spMk id="3353" creationId="{2289FA1E-1EC9-F2FB-E036-2A7306E7F892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4" creationId="{65C577F6-827F-7A2A-B36B-8942E74D43EA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5" creationId="{58DF7D6B-E0C4-4F25-E044-47987EEB084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6" creationId="{53C404CB-C578-3D00-341D-805F0F8656CD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7" creationId="{16AC2403-9249-F179-906D-3C73BEB51A94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8" creationId="{72109472-E108-21B3-376E-8D14C645539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9" creationId="{1DB0B904-0BB9-489F-8037-C9B73FD2C11E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0" creationId="{F4853B11-577F-DB22-3B54-A4D1F3B3F12D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1" creationId="{3EBA5B82-ADF2-51F4-AC84-73E352FEDCB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2" creationId="{297EE1D0-F44C-BD77-14BC-EA0FE19F777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3" creationId="{D012536F-C452-2340-FBC4-59D6C148197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4" creationId="{2DF5C439-2ECC-1473-FE57-169F97EDE6AC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5" creationId="{5A7AEFB0-6D31-0E4B-6ADD-31277AF8D028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6" creationId="{24A42187-234B-9F23-29C2-A7D4B2CB7BD0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7" creationId="{E83265D8-124B-75E2-249D-2B9D2879B871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8" creationId="{B6925200-5D56-F003-3DED-DEA998475A34}"/>
          </ac:spMkLst>
        </pc:spChg>
        <pc:spChg chg="add mod">
          <ac:chgData name="이민재" userId="f97f16f7-28a5-49bd-9e05-fb3ef63d7997" providerId="ADAL" clId="{3604D2DB-B0B3-4E35-9EDA-42455EF74A6C}" dt="2023-06-14T08:24:52.954" v="15802" actId="1035"/>
          <ac:spMkLst>
            <pc:docMk/>
            <pc:sldMk cId="1792856389" sldId="868"/>
            <ac:spMk id="3369" creationId="{A1E6DEDB-4DBF-46A6-8200-75C78504B9E7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70" creationId="{8A8E6F65-5CE1-BD34-64F6-CF63CF763D6A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71" creationId="{E05E1123-E7F2-27E2-C6B4-BE7E45112669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2" creationId="{59B43D90-1CFB-2CF8-0BF0-ADDF5BFBED6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3" creationId="{4F11EFAD-C88C-D3EA-C7B8-7A4832AB322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4" creationId="{6E69CF06-1647-DE21-E9CA-AB7F7147273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99" creationId="{31B90387-C683-ECE8-F34B-747F4180892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0" creationId="{5B948E29-8AD4-3A22-9FEA-EAD2AE60F9F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1" creationId="{03877E4C-4DE6-D1C5-E5BF-ED42DE54B03A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2" creationId="{1106A4C9-30B7-5164-22C9-6049CA8A267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3" creationId="{B1C537DB-63A5-146F-F6BC-4C293F08434B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2" creationId="{3FBF403F-1C11-860C-31EC-547F3C942F63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3" creationId="{8C79EC1F-9CDA-142F-0AD7-1E8A0CE2FF0A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4" creationId="{67D6832B-4FAC-98F3-3F7D-BC8E669A90D0}"/>
          </ac:spMkLst>
        </pc:spChg>
        <pc:spChg chg="add mod">
          <ac:chgData name="이민재" userId="f97f16f7-28a5-49bd-9e05-fb3ef63d7997" providerId="ADAL" clId="{3604D2DB-B0B3-4E35-9EDA-42455EF74A6C}" dt="2023-06-14T08:25:05.882" v="15839" actId="14100"/>
          <ac:spMkLst>
            <pc:docMk/>
            <pc:sldMk cId="1792856389" sldId="868"/>
            <ac:spMk id="3465" creationId="{C9F0AB1B-5518-D21A-69B6-0E7D2972DCF8}"/>
          </ac:spMkLst>
        </pc:spChg>
        <pc:spChg chg="add mod">
          <ac:chgData name="이민재" userId="f97f16f7-28a5-49bd-9e05-fb3ef63d7997" providerId="ADAL" clId="{3604D2DB-B0B3-4E35-9EDA-42455EF74A6C}" dt="2023-06-14T08:25:28.780" v="15854" actId="14100"/>
          <ac:spMkLst>
            <pc:docMk/>
            <pc:sldMk cId="1792856389" sldId="868"/>
            <ac:spMk id="3466" creationId="{00A30B74-C4D6-398F-2DFA-510F2F39D997}"/>
          </ac:spMkLst>
        </pc:spChg>
        <pc:spChg chg="add mod">
          <ac:chgData name="이민재" userId="f97f16f7-28a5-49bd-9e05-fb3ef63d7997" providerId="ADAL" clId="{3604D2DB-B0B3-4E35-9EDA-42455EF74A6C}" dt="2023-06-14T08:33:11.636" v="15898" actId="1036"/>
          <ac:spMkLst>
            <pc:docMk/>
            <pc:sldMk cId="1792856389" sldId="868"/>
            <ac:spMk id="3467" creationId="{A56A80D4-DBCE-46D9-7EF5-E1CB3B14A4AE}"/>
          </ac:spMkLst>
        </pc:spChg>
        <pc:spChg chg="add mod">
          <ac:chgData name="이민재" userId="f97f16f7-28a5-49bd-9e05-fb3ef63d7997" providerId="ADAL" clId="{3604D2DB-B0B3-4E35-9EDA-42455EF74A6C}" dt="2023-06-14T08:33:50.567" v="15901" actId="20577"/>
          <ac:spMkLst>
            <pc:docMk/>
            <pc:sldMk cId="1792856389" sldId="868"/>
            <ac:spMk id="3468" creationId="{E8CB021E-1D8A-9DBA-23AF-A1E1BF5DB8C8}"/>
          </ac:spMkLst>
        </pc:spChg>
        <pc:spChg chg="add mod">
          <ac:chgData name="이민재" userId="f97f16f7-28a5-49bd-9e05-fb3ef63d7997" providerId="ADAL" clId="{3604D2DB-B0B3-4E35-9EDA-42455EF74A6C}" dt="2023-06-14T08:33:51.399" v="15902" actId="20577"/>
          <ac:spMkLst>
            <pc:docMk/>
            <pc:sldMk cId="1792856389" sldId="868"/>
            <ac:spMk id="3469" creationId="{B631AE6B-9297-31D1-7E91-9BC6CF3B8C1D}"/>
          </ac:spMkLst>
        </pc:spChg>
        <pc:spChg chg="add mod">
          <ac:chgData name="이민재" userId="f97f16f7-28a5-49bd-9e05-fb3ef63d7997" providerId="ADAL" clId="{3604D2DB-B0B3-4E35-9EDA-42455EF74A6C}" dt="2023-06-14T08:33:56.829" v="15905" actId="20577"/>
          <ac:spMkLst>
            <pc:docMk/>
            <pc:sldMk cId="1792856389" sldId="868"/>
            <ac:spMk id="3470" creationId="{A92F3C16-A6A2-7F5D-663E-22262B71DCF4}"/>
          </ac:spMkLst>
        </pc:spChg>
        <pc:spChg chg="add mod">
          <ac:chgData name="이민재" userId="f97f16f7-28a5-49bd-9e05-fb3ef63d7997" providerId="ADAL" clId="{3604D2DB-B0B3-4E35-9EDA-42455EF74A6C}" dt="2023-06-14T08:34:07.521" v="15907" actId="1076"/>
          <ac:spMkLst>
            <pc:docMk/>
            <pc:sldMk cId="1792856389" sldId="868"/>
            <ac:spMk id="3471" creationId="{C1FCEEBB-E6E8-204B-8932-304F00027BCE}"/>
          </ac:spMkLst>
        </pc:spChg>
        <pc:spChg chg="add mod">
          <ac:chgData name="이민재" userId="f97f16f7-28a5-49bd-9e05-fb3ef63d7997" providerId="ADAL" clId="{3604D2DB-B0B3-4E35-9EDA-42455EF74A6C}" dt="2023-06-14T08:34:10.507" v="15908"/>
          <ac:spMkLst>
            <pc:docMk/>
            <pc:sldMk cId="1792856389" sldId="868"/>
            <ac:spMk id="3472" creationId="{A7C84AE5-FCC3-D716-01FF-CD3BF5043CC3}"/>
          </ac:spMkLst>
        </pc:spChg>
        <pc:spChg chg="add mod">
          <ac:chgData name="이민재" userId="f97f16f7-28a5-49bd-9e05-fb3ef63d7997" providerId="ADAL" clId="{3604D2DB-B0B3-4E35-9EDA-42455EF74A6C}" dt="2023-06-14T08:34:12.924" v="15912" actId="20577"/>
          <ac:spMkLst>
            <pc:docMk/>
            <pc:sldMk cId="1792856389" sldId="868"/>
            <ac:spMk id="3473" creationId="{2E510568-5383-B6CA-61AE-4D98B987CEA0}"/>
          </ac:spMkLst>
        </pc:spChg>
        <pc:spChg chg="add mod">
          <ac:chgData name="이민재" userId="f97f16f7-28a5-49bd-9e05-fb3ef63d7997" providerId="ADAL" clId="{3604D2DB-B0B3-4E35-9EDA-42455EF74A6C}" dt="2023-06-14T08:34:24.863" v="15916" actId="20577"/>
          <ac:spMkLst>
            <pc:docMk/>
            <pc:sldMk cId="1792856389" sldId="868"/>
            <ac:spMk id="3474" creationId="{403A23F0-7FE5-280B-EE50-B084C8C97A45}"/>
          </ac:spMkLst>
        </pc:spChg>
        <pc:spChg chg="add mod">
          <ac:chgData name="이민재" userId="f97f16f7-28a5-49bd-9e05-fb3ef63d7997" providerId="ADAL" clId="{3604D2DB-B0B3-4E35-9EDA-42455EF74A6C}" dt="2023-06-14T08:34:27.954" v="15918"/>
          <ac:spMkLst>
            <pc:docMk/>
            <pc:sldMk cId="1792856389" sldId="868"/>
            <ac:spMk id="3475" creationId="{C57A6E92-9B8A-F484-9C1E-57CAFAA000F0}"/>
          </ac:spMkLst>
        </pc:spChg>
        <pc:spChg chg="add mod">
          <ac:chgData name="이민재" userId="f97f16f7-28a5-49bd-9e05-fb3ef63d7997" providerId="ADAL" clId="{3604D2DB-B0B3-4E35-9EDA-42455EF74A6C}" dt="2023-06-14T08:34:31.247" v="15919" actId="20577"/>
          <ac:spMkLst>
            <pc:docMk/>
            <pc:sldMk cId="1792856389" sldId="868"/>
            <ac:spMk id="3476" creationId="{F34FA15F-69F2-F5E4-FFDF-C3C16A13C38E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7" creationId="{3E0C461E-B6D6-80CD-5C3B-8369591A6796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8" creationId="{16062BF7-DBEC-B957-9177-3AD1D0BE6210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9" creationId="{F9200EA0-8BCC-4FB4-9E49-BCE3B4289D96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0" creationId="{1CC6EBD0-C4B9-7683-264A-EF8D7101E2A4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1" creationId="{4EFE918B-B88F-FFE4-B6C3-6EA64DB09A0F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2" creationId="{23771DA5-3A8B-3C65-2F75-C18E3EAA0ED7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88" creationId="{7B3DED8F-CD1E-2FEB-D97B-0959BEB908C2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89" creationId="{F68B03D2-C7BA-288F-6125-14B29A7582F2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0" creationId="{976160B2-D514-17EC-4C05-68EE83A27B59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1" creationId="{FE41C847-FA76-A112-E756-17F8354132A3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2" creationId="{72C2D98B-F5E4-12D8-B13F-F2AF0D815A08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3" creationId="{08DF9043-D874-4B5B-AB50-6C2EADE53F18}"/>
          </ac:spMkLst>
        </pc:s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3" creationId="{9A4F9180-9D79-F66B-A591-C0E0960C2A61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32" creationId="{D743FD35-0711-36B3-6B7F-3094C9F1B690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245" creationId="{98E2D021-4CFF-E97C-78E2-E29D0BCD070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265" creationId="{AB19E707-E57E-702E-2F99-607E35AEABEC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301" creationId="{A59EE4DB-5431-22A1-F42A-9C7008C7EF69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31" creationId="{200E4E67-0AF2-2FE4-46D2-A8DCA364ACF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46" creationId="{5C68D99A-9E98-561B-62BF-4D8E45C3AFF9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61" creationId="{821404DF-26F9-4A5C-EE26-20BA4C678313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91" creationId="{B3F2D1E0-824F-C151-4FCB-20FBDE9F37C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18" creationId="{F22E5FA7-F38C-1D0F-E923-1D19E76065B5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82" creationId="{A75DC973-FDE5-A270-FDD4-DE3098981182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99" creationId="{FEC20DDB-1E3A-6A42-82B8-BDA40944617B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16" creationId="{A539B089-2584-2D05-CE9F-6087F9099B8B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31" creationId="{ADC0FB6C-7673-FFE0-719D-5EE14BCC2E22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46" creationId="{DF666E6A-9EFF-5765-B405-1A51862E1D6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61" creationId="{614086AD-54AA-D916-C713-5C727D41F975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76" creationId="{A900EF13-1607-904C-BF21-A659416B90BF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91" creationId="{F81C59FB-7E65-4B27-CB3D-23009F2EF7A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08" creationId="{533B0F8A-68CE-E33D-2198-76AEB083F9D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23" creationId="{1F96D1FE-EC6B-49CF-0AFF-8F669325AB8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40" creationId="{2FD3AE9C-37D0-30BB-C343-F4BA9D311560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55" creationId="{62E5AE6E-EDF3-4E73-4B56-388B64F8E2AC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70" creationId="{B8B5CD25-F48C-B064-8E42-23A0874E431C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89" creationId="{693E7F30-F0C3-8989-92FD-7E01F6CACA85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04" creationId="{34A9DC1B-EAB9-5E0F-3449-FBC2F8B02C5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19" creationId="{5F776A94-88FD-F807-8B23-E34F92CDAE82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36" creationId="{3952E72F-C254-EFBD-DBA3-09257FA2C2B8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53" creationId="{568E1678-7371-45B5-CCBA-216AB0330BB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68" creationId="{18B56923-D8B0-7FA4-CC80-4DD3B11D18AE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83" creationId="{23AAC6FA-3DE9-69A4-B72A-9F6ACA921B2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98" creationId="{EDD67692-1E53-E995-75B9-A4A7FE52026D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13" creationId="{08814F0A-3AA2-C134-F322-8BEFB5DF8815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28" creationId="{CDDBD470-8056-D6A1-B22D-71D8F3BD1E0D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43" creationId="{58A93F0E-25DB-3FC8-2B52-7D422C3ED9C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58" creationId="{2E96D3AD-C4DD-8C63-2B23-9132FE0847B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73" creationId="{1B07F954-7057-A0A0-599B-39643001D633}"/>
          </ac:grpSpMkLst>
        </pc:grp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7" creationId="{879C683E-DBF5-C744-DEC6-BC98F29D6FC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8" creationId="{E5CCABB9-6A05-B7D5-79CC-7C746763A18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9" creationId="{DE7E6A16-797A-4A00-0C3D-41FCD0E04BAE}"/>
          </ac:cxnSpMkLst>
        </pc:cxnChg>
        <pc:cxnChg chg="add del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10" creationId="{193EE393-866B-BF04-702A-48007F7F5E29}"/>
          </ac:cxnSpMkLst>
        </pc:cxnChg>
        <pc:cxnChg chg="add del">
          <ac:chgData name="이민재" userId="f97f16f7-28a5-49bd-9e05-fb3ef63d7997" providerId="ADAL" clId="{3604D2DB-B0B3-4E35-9EDA-42455EF74A6C}" dt="2023-06-14T07:24:48.599" v="14531" actId="478"/>
          <ac:cxnSpMkLst>
            <pc:docMk/>
            <pc:sldMk cId="1792856389" sldId="868"/>
            <ac:cxnSpMk id="11" creationId="{91BF7887-CF62-8E4B-AA34-C3AA1888A5E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17" creationId="{4F06CDA6-FA09-5E9D-3B9E-5696166AE3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" creationId="{2885E385-FC2E-EBFE-9986-8BA3A89EB8F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4" creationId="{11011E43-AD6D-4462-A498-EFC62395C31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5" creationId="{7F7FEDC1-657B-B920-FB40-9AF34D1876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" creationId="{9BE60944-CBCF-621D-FF2A-B3626C15DE5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" creationId="{FEC5C3F7-154B-E905-BA90-E2D901D2D3F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" creationId="{5469D8F3-F471-7207-A25E-D3C935BFEF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" creationId="{887F78A3-4F02-46EA-0B67-F4A8F39D4BE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0" creationId="{B81C8040-A041-C3A8-3902-A51428EA7DA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1" creationId="{6E58B6A8-BA07-467E-FCB1-7E5A332694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9" creationId="{50E62DD8-A9F7-8294-FB36-F3162026117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0" creationId="{F6256B42-FE3F-E0CD-7F18-C16E1255A3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1" creationId="{502191E7-4120-8004-EDCA-D108677DAB7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2" creationId="{B64A0EB8-0D63-06BB-93C6-6B5E783EF51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3" creationId="{C7A8DDB1-C76B-F1C1-ED1F-1FD7BF169AC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4" creationId="{70877E48-A645-2626-7EC0-D913B852ABD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5" creationId="{4EF81DC1-0A2F-D932-25DB-85A3E4EA954B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6" creationId="{810D34F4-6C56-3BCF-57FA-EF7A7534BE7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7" creationId="{EB420BE9-1870-A184-BA75-C943042C56D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8" creationId="{B011A568-D4A4-7859-31E5-8C7B563FE8A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9" creationId="{135D982A-E2D2-8D07-FE1B-22694DC4BE04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0" creationId="{BC0A9C57-92B9-470B-7B86-DE5D34B0D05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1" creationId="{CD050754-DBF5-4901-4830-204FDB42D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2" creationId="{81B0015C-83B3-4F06-F84B-2512C0FC5A3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3" creationId="{63A89CB8-FEFD-5D88-9D08-04C9B702A0B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4" creationId="{7E028A0D-E6E9-D4FA-C0EF-8AC79E7FB5B2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5" creationId="{D6C67E30-3D0A-A0FF-1DD9-391A58D519C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6" creationId="{879A9DA7-644B-05C0-AF31-BDA97778860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7" creationId="{704DCCB1-285B-8033-E591-9A40E8D9E72A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8" creationId="{54EE7150-8FC7-ECF9-DCB3-3DD234118E5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9" creationId="{F27874CD-2148-DA9B-6965-1C7CCF826249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60" creationId="{0B8068DE-B652-941C-CEB6-D0F4F7C0A7CF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61" creationId="{F8921C4F-5868-95C5-575F-72FAE2B8A0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62" creationId="{0F3EB7E2-4CD4-EE05-797E-E2B97C76A1C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63" creationId="{BDCE84F4-97AE-CD84-5CC3-81E82A2B21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0" creationId="{15B82320-70C7-B6D4-96F5-B3705A9947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1" creationId="{0A9BE392-46EA-8522-97F5-DE696FB18D2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2" creationId="{4ED6EE5A-E32F-637F-38D2-97A2D600574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3" creationId="{D3DA99B3-879A-C973-40D5-B2E38C0AED7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4" creationId="{CE0CE659-8297-31E5-5A1F-D5C2C2E5363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7" creationId="{76098BC2-B662-74FD-E756-DE884F528F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8" creationId="{1547D710-9620-3B82-1669-FCB18C1BAAC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9" creationId="{0F41AC3B-478E-7900-0BEE-FAA2BFB3301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0" creationId="{CA28937D-D2A5-8FE1-5208-B8B576D9AED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1" creationId="{A3DFEA9D-9692-1924-76C4-18FD61B8559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2" creationId="{DB41C21B-8D11-EF86-F1CF-F00656726C2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3" creationId="{BC37351A-C105-F869-646B-36DDDA7545D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4" creationId="{A6A47F4E-688E-61CB-C33A-B8AD3EB974E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6" creationId="{172D8E6C-ACCC-7BEA-F4E3-68405C963C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7" creationId="{4978707E-910E-5A8D-C30E-94B79D279CB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8" creationId="{B5F6557E-B197-C213-7337-668E817DB1D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9" creationId="{CA55B075-31B6-1B2A-7883-B401CF0FC7B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0" creationId="{6F6339F4-BE52-3123-38C5-A5D8193146D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7" creationId="{0AD8DCE2-0609-A140-280B-54A68BA2B8F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8" creationId="{36111C3B-B07B-24DA-F74C-24CE23EBB94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9" creationId="{DEE36DE7-4E80-331E-B75F-BBD13C756D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0" creationId="{AB2433A7-B7C0-8F56-8E29-E63CFE5F9CA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1" creationId="{18292518-B080-E79A-D9E1-180352FBBEF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2" creationId="{E8DE9779-1FEA-BC2E-0A5A-61BF40CD99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3" creationId="{819D30C4-3E9E-F78B-027E-2884BC598BE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4" creationId="{F032F252-B3BE-1CD5-8BCF-0455E317EF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5" creationId="{3FECF166-AE60-4238-4FC1-588BF284798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6" creationId="{0735615F-7805-9BB3-3849-5A3DA670525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7" creationId="{9789FA46-9EB8-8138-092F-E93F5EF9BDF7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279" creationId="{10664D66-88D9-C2C9-264E-1854135B1CD0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280" creationId="{1EAAD089-18BE-C4F8-ECD2-B389998D2762}"/>
          </ac:cxnSpMkLst>
        </pc:cxnChg>
        <pc:cxnChg chg="del mod">
          <ac:chgData name="이민재" userId="f97f16f7-28a5-49bd-9e05-fb3ef63d7997" providerId="ADAL" clId="{3604D2DB-B0B3-4E35-9EDA-42455EF74A6C}" dt="2023-06-14T08:09:08.881" v="15247" actId="478"/>
          <ac:cxnSpMkLst>
            <pc:docMk/>
            <pc:sldMk cId="1792856389" sldId="868"/>
            <ac:cxnSpMk id="2281" creationId="{CF9E2DD5-CC88-B522-EBB6-9EE81C9E7D2D}"/>
          </ac:cxnSpMkLst>
        </pc:cxnChg>
        <pc:cxnChg chg="del mod">
          <ac:chgData name="이민재" userId="f97f16f7-28a5-49bd-9e05-fb3ef63d7997" providerId="ADAL" clId="{3604D2DB-B0B3-4E35-9EDA-42455EF74A6C}" dt="2023-06-14T08:09:07.323" v="15245" actId="478"/>
          <ac:cxnSpMkLst>
            <pc:docMk/>
            <pc:sldMk cId="1792856389" sldId="868"/>
            <ac:cxnSpMk id="2282" creationId="{FA1CAD5E-CDE8-D9D0-A058-3D7EF55F4EA1}"/>
          </ac:cxnSpMkLst>
        </pc:cxnChg>
        <pc:cxnChg chg="del mod">
          <ac:chgData name="이민재" userId="f97f16f7-28a5-49bd-9e05-fb3ef63d7997" providerId="ADAL" clId="{3604D2DB-B0B3-4E35-9EDA-42455EF74A6C}" dt="2023-06-14T08:09:07.974" v="15246" actId="478"/>
          <ac:cxnSpMkLst>
            <pc:docMk/>
            <pc:sldMk cId="1792856389" sldId="868"/>
            <ac:cxnSpMk id="2283" creationId="{0C274DAF-478C-9A10-180B-B7F37CF4E5FD}"/>
          </ac:cxnSpMkLst>
        </pc:cxnChg>
        <pc:cxnChg chg="del mod">
          <ac:chgData name="이민재" userId="f97f16f7-28a5-49bd-9e05-fb3ef63d7997" providerId="ADAL" clId="{3604D2DB-B0B3-4E35-9EDA-42455EF74A6C}" dt="2023-06-14T08:09:10.747" v="15249" actId="478"/>
          <ac:cxnSpMkLst>
            <pc:docMk/>
            <pc:sldMk cId="1792856389" sldId="868"/>
            <ac:cxnSpMk id="2284" creationId="{C055AD2E-58FE-FBE3-4060-66A4E9926C17}"/>
          </ac:cxnSpMkLst>
        </pc:cxnChg>
        <pc:cxnChg chg="del mod">
          <ac:chgData name="이민재" userId="f97f16f7-28a5-49bd-9e05-fb3ef63d7997" providerId="ADAL" clId="{3604D2DB-B0B3-4E35-9EDA-42455EF74A6C}" dt="2023-06-14T08:09:10.277" v="15248" actId="478"/>
          <ac:cxnSpMkLst>
            <pc:docMk/>
            <pc:sldMk cId="1792856389" sldId="868"/>
            <ac:cxnSpMk id="2285" creationId="{61A3CAC8-9A9D-279F-FEC1-4EB8AF5D4FB0}"/>
          </ac:cxnSpMkLst>
        </pc:cxnChg>
        <pc:cxnChg chg="del mod">
          <ac:chgData name="이민재" userId="f97f16f7-28a5-49bd-9e05-fb3ef63d7997" providerId="ADAL" clId="{3604D2DB-B0B3-4E35-9EDA-42455EF74A6C}" dt="2023-06-14T08:09:12.389" v="15251" actId="478"/>
          <ac:cxnSpMkLst>
            <pc:docMk/>
            <pc:sldMk cId="1792856389" sldId="868"/>
            <ac:cxnSpMk id="2286" creationId="{3E43316D-5130-4A09-1D43-911CB501AFB9}"/>
          </ac:cxnSpMkLst>
        </pc:cxnChg>
        <pc:cxnChg chg="del mod">
          <ac:chgData name="이민재" userId="f97f16f7-28a5-49bd-9e05-fb3ef63d7997" providerId="ADAL" clId="{3604D2DB-B0B3-4E35-9EDA-42455EF74A6C}" dt="2023-06-14T08:09:11.755" v="15250" actId="478"/>
          <ac:cxnSpMkLst>
            <pc:docMk/>
            <pc:sldMk cId="1792856389" sldId="868"/>
            <ac:cxnSpMk id="2287" creationId="{421DD58A-6B05-D968-7DC1-48E65AF94C30}"/>
          </ac:cxnSpMkLst>
        </pc:cxnChg>
        <pc:cxnChg chg="del mod">
          <ac:chgData name="이민재" userId="f97f16f7-28a5-49bd-9e05-fb3ef63d7997" providerId="ADAL" clId="{3604D2DB-B0B3-4E35-9EDA-42455EF74A6C}" dt="2023-06-14T08:09:13.043" v="15252" actId="478"/>
          <ac:cxnSpMkLst>
            <pc:docMk/>
            <pc:sldMk cId="1792856389" sldId="868"/>
            <ac:cxnSpMk id="2288" creationId="{70B419A6-BA90-728C-1F43-64FEEF666534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89" creationId="{0D9A4C37-DF9D-C54B-CF44-3E22DC09C27B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0" creationId="{DBDF7F95-D2F7-81E1-4F80-D5697DD0ECCC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1" creationId="{5D597ECD-EF58-B1E3-F6A8-1A0382BBA1D2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2" creationId="{E3422467-5CBB-6912-43A5-69D661308834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3" creationId="{3E03435F-E95E-13AE-40DE-26D2CECF785C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4" creationId="{6844DD55-FCC6-57E0-B40D-3754AB7A95C7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5" creationId="{56BDA3D9-4C23-3B71-28A9-49CEB69EF7C3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6" creationId="{5DB167C0-A7CD-6237-F38C-FC0B88E02B57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7" creationId="{F0E8A6EE-3C15-DF3E-BC1F-15AF58A6C520}"/>
          </ac:cxnSpMkLst>
        </pc:cxnChg>
        <pc:cxnChg chg="del mod">
          <ac:chgData name="이민재" userId="f97f16f7-28a5-49bd-9e05-fb3ef63d7997" providerId="ADAL" clId="{3604D2DB-B0B3-4E35-9EDA-42455EF74A6C}" dt="2023-06-14T08:09:30.988" v="15258" actId="478"/>
          <ac:cxnSpMkLst>
            <pc:docMk/>
            <pc:sldMk cId="1792856389" sldId="868"/>
            <ac:cxnSpMk id="2298" creationId="{19B2CB63-39C4-33B2-1B38-E8B17D7B196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99" creationId="{8313D8E3-F6BA-5524-C59A-5F1749760A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00" creationId="{891EB196-70AB-1187-6110-75B33D386B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03" creationId="{10FAA4CB-0DE9-A1BB-1818-A4F73175BC2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4" creationId="{B13C84BD-45CC-3709-307D-DDC8D2BBDA5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5" creationId="{291BEA9B-07FF-0DF7-3B3E-47A72E40EE2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6" creationId="{B1D092E2-ADC7-ABD8-A4A8-2A53FCC5CAA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7" creationId="{FA995BCE-4161-3F41-33FD-887C5BCF41F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8" creationId="{0415FFB6-34E9-8FE7-5A63-8B991D44BD0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3" creationId="{ABB0E6D0-8D9A-BBBD-86CD-A84E098D831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4" creationId="{B6D6B086-6977-1309-007F-4E6CC10C6BF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5" creationId="{A79F75F5-0497-E7A6-BEC9-E6145B332DC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6" creationId="{99233574-E47A-C9DF-BFD8-528FB81EDC0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7" creationId="{F400A638-126A-0C5F-E58E-1543F0968B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8" creationId="{636B8DDC-0A96-45BF-1158-292E2315720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9" creationId="{D85D1DFC-47D6-F832-0FDB-C68F1896A6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0" creationId="{3A0EEE9D-D884-5E10-0028-2ACE3B52180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1" creationId="{3C54B28B-9B40-D764-2650-E31F763FDE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2" creationId="{9F3450C9-1F44-D942-03D9-1151A9FCDE1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3" creationId="{D3F42445-E61D-DEE8-9274-837F5125FEA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4" creationId="{0764BE37-F4B4-E22E-12A3-0BC385B7DA9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5" creationId="{0DC537A6-7D2A-2C8A-DE3D-ADD3591AB9D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8" creationId="{4D95617F-FAB6-36D0-6ED6-67AC6005F82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9" creationId="{39A7D940-BC65-85C6-D6B3-6D8DE240B06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0" creationId="{6EDF2488-18F9-BDE9-1600-545224A2E55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1" creationId="{598FF9A1-4D75-DBD2-7981-E932B7B042B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2" creationId="{2522F229-711D-6704-9EAC-4CBAC395932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3" creationId="{6F628DE2-7348-F342-D111-95F0406DEFD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4" creationId="{62160152-B2A6-EA6E-12C5-C7742060AC7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5" creationId="{9F401480-CA67-B75F-C646-153907847F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6" creationId="{0C8760AC-1A43-6354-D487-E0B5C10ABB3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7" creationId="{DE517334-2700-1CDA-D980-F8D374419A2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8" creationId="{F5EE9129-388D-C9E8-3293-D9B3F310497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9" creationId="{291CC0FD-8EF9-9FA0-BDFB-1608BE38B85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0" creationId="{FE4568BF-5E2F-26FE-2CC6-41867BA4A5A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8" creationId="{22A28CC8-AB07-AB71-5F6F-526843D2AC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9" creationId="{475E24BA-2298-FEE0-8A15-3A3D80815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0" creationId="{87490E6F-BB16-89A8-F0D1-7CE3070CF84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1" creationId="{B3982303-B017-BD5D-FD84-9C0F88C430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2" creationId="{EDF3A753-D021-F8CF-F49A-3FA47F864A8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3" creationId="{66AE15E9-3EB9-31D7-BEF8-150757482A0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9" creationId="{9C2E4DF5-10AC-AE76-0414-C3753AC5EFC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0" creationId="{AD90565A-5AAC-7438-6913-94D0314796A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1" creationId="{9CC46196-61E7-693F-4A2A-AE2A764991E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2" creationId="{D1914A58-317D-BBA9-2932-5BBD5D3FA90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3" creationId="{1F813B8E-2B7F-1ACD-61E2-ACE50AB57AE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4" creationId="{AD15579D-1875-BF79-FF8F-F5B0BA929FA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5" creationId="{23777664-85CE-8695-E0E0-4FC85483704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3" creationId="{1D2B9843-67D5-5928-D5DD-F5BC957EBF9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5" creationId="{BDB2F039-B9DB-2A56-FC98-EB661BF5520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6" creationId="{539961A1-0A2D-0C3F-F99B-468CAEDDF41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7" creationId="{B5E438B9-BF6B-7DD9-DE7C-E76EED4B829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8" creationId="{4A690C15-8A9E-220F-BDCC-DFB31E68074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9" creationId="{FA86800D-89C7-07F3-016E-98A8C5A6E57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3" creationId="{DF6EF56F-0E8B-271A-1BD1-9875215D7B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4" creationId="{6D406B5B-2DAB-0277-6AC3-30260774523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5" creationId="{234142D9-7EE4-2561-20C1-EAB61BDAFDE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9" creationId="{C5479DA0-4712-3BDC-7C35-1EC75BB93052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3" creationId="{106A7C9A-311C-03E7-D97F-8560F11E636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4" creationId="{A71D7D4D-295E-F56C-9BAA-60D6AE91C99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5" creationId="{B1C34A08-BBB8-9FBF-3F07-DC2EB3DBCC10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6" creationId="{E2C5145F-4251-11C5-F8A3-ED1DA76E4F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7" creationId="{0E97EAFA-D142-91FE-8CC1-2C17A0DEAFE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9" creationId="{1C61D20F-BAFD-A056-E3E9-73E459DDDCE4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0" creationId="{71117FE1-D777-CFEC-C0A1-9BBAD0B237DB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1" creationId="{69EC437A-0A4B-9BA1-30B3-5642F50B960E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3" creationId="{814C7269-5726-DD90-64F1-1B20CD9ADAE7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5" creationId="{E88DEFC2-702D-4FF1-BE26-D1ED9DA5CD0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7" creationId="{7B8C761A-DC52-30DF-1189-1A1E2B4684D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9" creationId="{3A1EDBDD-7C68-53AB-3295-209F2DCFA891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30" creationId="{84EE41FD-1FD5-8EF5-B36A-D71AD960AE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38" creationId="{23AB76E1-C1EC-A6A5-9F64-CF42CECDC47D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39" creationId="{3039892F-99A0-7179-E5CB-F3675882C96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0" creationId="{773F5E13-499C-EDAC-5493-2C052C46B0A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1" creationId="{6E3A2812-F32B-7E04-8E06-65FEAC40B774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42" creationId="{B031FD96-A558-4C6E-521B-68B0644FEC7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3" creationId="{C0FAC68A-A079-B90C-AEA9-4958F1930C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4" creationId="{D51390A3-73BF-60EA-F831-13A1FDF8E24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45" creationId="{1C3D70CB-2B99-F68C-0296-1A4CDCAE4FA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6" creationId="{38DB13D0-F098-436E-1F29-389E92C51A1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7" creationId="{73C8FD3A-235B-3DC0-5F33-015DE2F4B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8" creationId="{352D0F89-C1C1-B11B-3680-0322D6D6DAD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6" creationId="{9E10EE89-1477-B121-3DAB-F7F362F0515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8" creationId="{55869324-263D-E463-57E8-C8281B69EF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9" creationId="{009B14FB-E835-8A7A-24DC-2219F5AF7EEC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60" creationId="{8C02867F-BA35-2306-43CD-4ABFF329D0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1" creationId="{6530286C-28EC-826E-6A9F-92175B4ACBC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62" creationId="{F85DEA7A-FB6B-4D53-2850-ACDA6BD723B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3" creationId="{61826521-B78A-42E1-82B5-CD6F070F474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4" creationId="{38751070-9528-30C0-03EB-81F70FEB1D1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5" creationId="{1099A45C-9285-75EA-A052-514BB5E5A2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6" creationId="{59D558D5-9630-E4FC-75C5-990D2CA3AFE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78" creationId="{B98722E4-52A1-8277-B47D-683AD7F32D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79" creationId="{CD2A5B23-68D4-C2CB-7E1B-331E2A80EE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0" creationId="{2513098D-2EBA-8CF6-07F8-363C84ADC47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1" creationId="{09C51BAB-785A-3557-57CE-151B5F03D05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4" creationId="{3F9DA1A3-D747-1D1D-248A-A782E9407DD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5" creationId="{9FA88085-2C7A-F63E-CE37-69199C9A4B1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6" creationId="{74F62C76-6F11-46FA-BA86-81F4BF178AF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7" creationId="{B06A704E-F1D8-653E-5BB3-3EB25064AF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8" creationId="{8C9B1252-B0E1-2CBA-0479-923C3104BB0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9" creationId="{E2067388-4D3D-D392-42F9-7CED24822E8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0" creationId="{8355EB89-8C66-A84E-51E2-5D7F6728A8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1" creationId="{8EEFF8A4-605C-7276-FA25-F74B435241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2" creationId="{9D00EFF7-3468-2589-A56B-AD01B6862FA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3" creationId="{306EA5B3-40F6-0EE1-A672-BA386D982C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4" creationId="{F3D2F09F-DD4E-819F-CA4A-94578BBED3D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5" creationId="{2FBD29B4-8CB2-A44D-43F1-57F973344E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6" creationId="{117E0338-02E4-A20A-3667-AA8B4A47A1C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1" creationId="{C829D347-0180-B6AA-22A4-3A34C7C8AC4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2" creationId="{A4C2C5C3-1B03-8E32-9EAE-ADA893DF703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3" creationId="{411DBFA8-C864-BA0B-7A41-FFB5E035530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4" creationId="{2141CEE5-3D3A-D8A3-1B65-535DCFD865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5" creationId="{113932E9-4B0C-E8A2-37BC-4D02EE120D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6" creationId="{D73C617B-67EE-AD9A-7D03-75FD80DCA4C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7" creationId="{F64904A2-04CE-F7D8-268B-88AC10B1DDC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5" creationId="{91E06923-D392-C664-62DC-98C0AD064C3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8" creationId="{14A66868-0BD5-53F9-A580-7332EBC48D1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9" creationId="{624714F7-E419-B1D2-DEDA-C4EACE3E1D1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0" creationId="{3032057E-4B8A-6410-20D6-F18AE20D68D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1" creationId="{FF5E158C-AB08-5CC1-5FB8-D322B5C880B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2" creationId="{A8EB0358-28B6-8863-CF41-C2AAD648CA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3" creationId="{8319D47E-5C8A-4A2A-E598-C6F10835E41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4" creationId="{73C2DBFE-1A3B-4658-1680-26F1A5191D1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5" creationId="{F4139A70-4113-F3C4-29A7-B1C50140877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6" creationId="{9B1C584B-E6F6-79A5-970A-20C3A33B39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7" creationId="{28D321A7-18D6-3B9B-47D6-4D5D98A59C4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8" creationId="{91420909-C8F2-6A39-A824-8DF66FEBCDF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9" creationId="{7AE020C6-A029-6638-84EE-E16502882FA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0" creationId="{E5268234-895F-F442-44E2-90E8917E20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3" creationId="{F120CFF4-83AE-A72B-B02B-73EC9DF6E66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4" creationId="{6EE023C7-1F40-7D43-8C30-DD0EC5EEF9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5" creationId="{542549D1-E472-B0F1-1111-D1C285588D0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6" creationId="{49BA6A1F-F1CC-F6C4-B359-1CFB6A54FA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7" creationId="{F2134AF7-FB78-0BF7-70F9-B30E87AF1CF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8" creationId="{8D04BF2E-0D09-D24F-686D-B2E3D549E66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9" creationId="{910CF000-616D-91A3-1C05-0F63EA10CA5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0" creationId="{60A83961-0B5C-6C84-9560-CFC7C038FD9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1" creationId="{0A940705-B161-375C-B603-FCADE82A03A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2" creationId="{6D4C567E-33AB-AD48-7CB6-D9D769A0449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3" creationId="{8EAE8DD1-FC0C-354F-AC09-D8B956D7BC7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4" creationId="{A92ED9B2-6A53-DE8B-C3A0-5FC26FCA9A0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5" creationId="{848D38FB-C440-0B7F-97D6-30023BC4461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8" creationId="{D58A7AD9-748C-F141-BADE-FB01639FD24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9" creationId="{B15D3914-CCA5-DB9D-9DCE-FAFF260DFAB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0" creationId="{BA39B05F-A83F-AF7E-1A89-5DB5723D120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1" creationId="{0226C4F1-DBFC-D8CF-CB6D-E102AAD3B9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2" creationId="{8C61944F-B683-9AEC-94B8-3C295AFBEE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3" creationId="{4822B2C5-70AF-6954-58E3-9DEA5B5BFC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4" creationId="{75B883E1-E24A-E264-C094-54C553C4C7C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5" creationId="{0DB49D3C-AC9E-8814-3457-6B2CA816B1D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6" creationId="{7DEF43F9-0C21-D6BB-A6C7-E1142D809B9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7" creationId="{71D2A8A9-C1AB-CD7C-3524-3E6AAFBBEA9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8" creationId="{55CD50E9-BB9A-DC72-3A83-6C9B3278661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9" creationId="{5B4F9B06-FCD4-88AA-3ABD-B934A4A2F1A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0" creationId="{69ED54B0-1DBE-B98A-2311-84939A9C626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3" creationId="{634F2D7A-EC95-6E82-4B62-EE59AC43E3C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4" creationId="{51C5B4C2-2A39-1DBE-A653-E2C4AB9FFE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5" creationId="{17BBE520-4E5A-63FA-30F6-DEC4E5DE68F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6" creationId="{6AE2268A-6F0C-5EB2-C926-23581359E75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7" creationId="{11939AAE-051A-250D-C203-E0D20B90F7C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8" creationId="{95E6A052-AF73-468B-CAE4-A4C030BFAC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9" creationId="{64D6DB9B-D55A-E57F-ADE4-EA6E1E508AB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0" creationId="{F19A9953-A94A-2D6A-1F3B-FE618ABC9B7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1" creationId="{791E0B89-BC7E-D8E2-7084-C580CA2D10C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2" creationId="{EFF6C912-77F9-9B94-8B3A-0966F0CF3DE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3" creationId="{6D183D2A-EA4D-4877-0E46-308B8117563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4" creationId="{8D25554F-B239-BCA9-D4C5-32442536417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5" creationId="{5ADAB643-C7BE-E9EA-DA92-3B2924594EE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8" creationId="{05EB98B5-112C-1D8D-6338-0C9D7056061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9" creationId="{E07AC012-A3AA-30F9-A0D2-EF7EE4DB263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0" creationId="{953556A0-F54D-EB6A-9B62-15EA49D3DD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1" creationId="{D8A77A8E-5289-6029-2418-071CB11B4EE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2" creationId="{53736148-9109-B97C-72F6-80CAAC83207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3" creationId="{8A8A5643-57D3-2511-18D6-0D403673D0B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4" creationId="{EF5E7907-4DAC-6F5F-3483-E745F3C5402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5" creationId="{DC8FA118-BD1A-B6CE-7B25-C1E55964456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6" creationId="{22393E55-EF41-B1B6-6044-76F39265BD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7" creationId="{AF2CFA26-8650-FC90-18BF-E270634A706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8" creationId="{A17C2D6E-BB52-110B-C070-9469C1132B6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9" creationId="{41B5C70B-6918-004D-CD73-F80EDDAEE0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0" creationId="{8E5DF056-F1E4-B2CC-F700-5936DA0B3B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3" creationId="{EF26CC36-D0EB-94CC-0A20-170F19BB445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4" creationId="{66B886BD-56E2-BB1D-CB30-1C2D685C74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5" creationId="{730AE7BD-08BE-672E-FA7E-C1EB762B9A0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6" creationId="{37E0F347-C232-112E-49C3-9C93EFB874F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7" creationId="{C73F945D-95A9-4F0D-7D7C-65202CCD23E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8" creationId="{87894A24-6AA8-F571-77AE-27B0E3306F9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9" creationId="{B03BAE19-CA76-5E8A-E7C7-C6AB5FAAC8F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0" creationId="{21F10BF7-F8BB-B482-9BD7-4F1784FB5D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1" creationId="{7BB3BA6B-CFA5-6540-7C47-02563914038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2" creationId="{66367878-6126-56C2-E2D9-9E58764EA66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3" creationId="{042F3C91-AE28-8FF3-F213-A0FFCCEEA2F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4" creationId="{5F6384E5-825B-8785-6D49-ABA1306A24A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5" creationId="{6320661A-E79E-AE80-1DC6-E5380C7057C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0" creationId="{6D113AA0-B54B-82A3-4713-621F6D5F702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1" creationId="{34A9CFB8-2F63-8373-32BC-3FB3A5C4719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2" creationId="{D02AA94B-5D6F-E62A-D436-1EC0DF76DE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3" creationId="{6C0638DC-7199-2387-D80A-67FB36B8DC4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4" creationId="{380B9D0C-7C54-381D-AA44-BD7EDD4A2A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5" creationId="{10C35C3E-E2C5-4052-D79B-85AE083642F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6" creationId="{104FAFCC-B082-77EA-A6C3-B60910CA659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7" creationId="{8D3F755E-00C4-D0E7-3359-D649A0E6D6B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8" creationId="{E761C17B-D61D-9D1E-BA9A-0CFFEF4632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9" creationId="{B69BE22B-3527-FB44-6CBC-60A2540BDB8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0" creationId="{ABB49A2B-A07B-E9C9-2355-A938F1175A3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1" creationId="{D2F29535-A938-3552-C0AD-819F3C756D5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2" creationId="{D793B382-6DE0-9367-1FA4-1ABA886CF2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5" creationId="{19875738-EAB5-FDA4-A191-60E3A0A7897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6" creationId="{92F2C54B-9EF1-5DB2-4415-50EA66E1E5D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7" creationId="{D04467B0-2AFB-E13D-85F9-D81396C9AAE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8" creationId="{4AEC4364-F4B4-0091-C880-E30E530E52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9" creationId="{8A534C27-CEE6-EAEC-1C49-69F0D5EF0FD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0" creationId="{99814E20-F650-55BC-F138-E9AA248FCB2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1" creationId="{EC2911A6-4A6B-FB1B-7EB6-CA84C595BC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2" creationId="{B3781571-C5A3-3855-FB00-0721F7E18B3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3" creationId="{C268CE38-3D28-B9C2-5032-29EAD17AAA5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4" creationId="{45406862-D542-2929-DE86-508041D769F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5" creationId="{6E08659F-B96D-B455-5B96-8CD496D77CB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6" creationId="{E948AEDC-A466-DA02-59F2-548B7EE5DB7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7" creationId="{EA550559-6C8C-5F44-156E-A6E4F5C11B4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2" creationId="{2A370E6E-E77A-4828-9F67-1ED107FBE7C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3" creationId="{CA37DF25-F927-FE7E-C089-9BD9333925B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4" creationId="{7FC22184-ACAE-78DA-F5E0-C3DE15BFD1A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5" creationId="{2C7E3D41-0FCF-2F03-E200-8A2C5EAE93A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6" creationId="{E1A1BE1B-1961-1B98-45EC-EAFC815758D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7" creationId="{8E7FB0B4-7DCF-0AA5-301E-F3CA6B73F63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8" creationId="{CF65C8B9-96E0-0291-9C32-029EAC858E4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9" creationId="{ECD5CC58-D55E-9F26-0501-B4E56BBD09B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0" creationId="{2C42E42F-1C5F-E12E-6E64-9C5C5A83FA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1" creationId="{D89C1592-8A04-AEB9-CCAC-E1CD02301FD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2" creationId="{19FAED50-EB3C-F9F8-8180-A2184F6F616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3" creationId="{BDF5D00C-ACF1-81A6-4435-33E9E8C134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4" creationId="{8870C909-1060-0F82-D414-02572443F83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7" creationId="{96AC18FD-3445-14CB-3839-D9369CA8E72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8" creationId="{A97A4947-C9D2-E2B4-80C6-F23BECA7CED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9" creationId="{3CC3715A-27FF-3CAC-0397-A5B5D83374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0" creationId="{ED2EFE41-1DE0-C4AC-F41D-89984934F4C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1" creationId="{70AF73E5-E129-3205-B91D-79016406020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2" creationId="{776A32D3-15B2-53A1-12F7-5127DF7EEA9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3" creationId="{281A0C03-4332-B02D-FCCE-2D9FE6C9755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4" creationId="{80E696CE-861F-BF9C-ED3E-589F8CD7DE5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5" creationId="{E09CE0EF-B23B-FC49-2F39-55579AF4327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6" creationId="{E97BDAE8-6727-BF00-4B29-DA96A76707B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7" creationId="{31CB608B-B897-E831-0C74-2BCAA5C9334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8" creationId="{9654A16D-1E96-57B4-8821-C050B812CA5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9" creationId="{EDF2226C-E71A-2194-3A83-CF7E40FD2ED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2" creationId="{E04B008D-3FF1-33C6-0F03-B1DB9363F7A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3" creationId="{41B9B228-A900-9D3B-1D8D-5467D4A54F4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4" creationId="{6E4F0A0A-F803-7A39-4D6E-DE39244EF54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5" creationId="{3A661253-A7DD-5BF9-59AA-637010D222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6" creationId="{6424C6B5-ED65-044B-C218-47E8DFE5AF8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7" creationId="{D6109548-96A4-9CCA-5415-F49D67E8233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8" creationId="{A390EE0B-6A07-5123-3097-367B71587E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9" creationId="{D0518B8A-5567-51FC-B44C-8E07B85E57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0" creationId="{1985F9F6-3CCE-6F07-1916-4BBDD1EE8CC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1" creationId="{7B2D3E43-A616-6382-2BEB-3F3E7ACB91B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2" creationId="{1D9C57A3-32DC-AF7F-EC6C-853CB92AB7C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3" creationId="{C87CCAF8-BDB8-3C20-6999-CF3A9B5B317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4" creationId="{703463B7-B083-7943-D470-92903C7D0F0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1" creationId="{2C8A3399-E2D3-F119-6C6E-37DF71FD27A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2" creationId="{329ECCB3-C848-2484-6963-B80531FEBF3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3" creationId="{13B669E8-BD69-E098-26A1-11B233146D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4" creationId="{429BB3B5-385E-19FF-4E17-8444CEFF4C8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5" creationId="{8ECD6176-C2B6-05E3-A216-EB4F3D34CD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6" creationId="{27D4DF70-1971-BFCF-7D92-AC39D2834BF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7" creationId="{A1641F75-CA92-CD65-FA83-A5AAA0238C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8" creationId="{0E4AF734-756E-4BE8-E3D2-7873CD0BA6C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9" creationId="{C3FD603A-CF1F-9D06-57CB-30EC69A941D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0" creationId="{6F0C0B63-74B2-2E47-58CC-D9D3184806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1" creationId="{33B4B7D5-C321-A1DD-3CD8-069C4D6DF49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2" creationId="{027FC94A-D611-3C88-3F73-2724277235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3" creationId="{64935012-1CDB-7BF8-27F5-E899B72A9FB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6" creationId="{3B19DBC0-DB90-6445-DC9A-104DF50027D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7" creationId="{2B766647-D329-8ACB-CF72-7FA1A25554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8" creationId="{1DFDFD5E-A3CF-A379-4D8C-A942A775E53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9" creationId="{3E23C17F-9D10-140F-4C3E-CF37788EA24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0" creationId="{25B5863B-5BFE-6B72-616F-709E78E491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1" creationId="{0778145F-7138-BDD2-377C-B3229403E8B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2" creationId="{7F860278-74A1-A64B-7536-BE6A0EB141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3" creationId="{A6946EE4-DD2F-5ABA-66E6-366852CAA9F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4" creationId="{AF3A5DC2-40A6-6038-C4BE-691B6E03ACF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5" creationId="{D7B8AFB1-5E72-E97F-9452-A38A668BA22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6" creationId="{75DB1667-F8DA-A345-40E5-64F3E962C98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7" creationId="{53B9D96F-5F0D-FF4F-5F02-4D1B52594A6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8" creationId="{03AAA2C1-4DBD-DED6-A684-5FADBBD594C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1" creationId="{208570FE-2648-260A-848E-0E60FAA4420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2" creationId="{9E6C2BD7-F485-1B55-A506-207856187AD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3" creationId="{9AAED355-FD86-033A-2D91-3C90A13C45B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4" creationId="{B3E3846C-9433-6B9B-0911-1751303F244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5" creationId="{C08F73A0-3927-B57C-E8CF-84C5FC21070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6" creationId="{F32AAAAD-7DDF-1D5F-A867-E6704A0A4DE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7" creationId="{1D56F5A2-CF34-0406-89E7-CF802752F0F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8" creationId="{9FF03EF7-9DD1-33C8-43CA-CCD5A07E19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9" creationId="{DF1E1FD1-0575-20F0-A10F-01BF334035D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0" creationId="{9506B022-A1C0-6B2F-395B-1388481F985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1" creationId="{5D479BF4-8BF4-3967-C6C8-7C961B29988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2" creationId="{ACB65111-D4E3-88ED-5C50-2CC3450DE5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3" creationId="{945B418C-036B-6595-6EF7-4A5E81E5A28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8" creationId="{6AD7D687-4066-38FE-8EB2-4A95613302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9" creationId="{0CF060D7-A85B-860D-678C-847820D1550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0" creationId="{A00E0EBF-2A20-7567-8958-388FEFB498A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1" creationId="{A40E3E6C-9CCF-92FD-B7BE-828BB20358F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2" creationId="{97D1471B-6EDB-9EF8-BA1F-FD8BB7FD2D5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3" creationId="{A5728320-CFC8-E68E-E328-1363125BBC7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4" creationId="{B0DCC8CD-946C-9ADD-DE45-B4484407F9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5" creationId="{7AFA21A2-4CA1-33FF-6526-68E4A1E63E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6" creationId="{8273FF60-1851-516A-CB2C-77DD15788CA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7" creationId="{95FF8944-D210-2855-7AA0-AB0F2077186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8" creationId="{4E2CAB4A-E02F-AD2C-5B10-65DA1917EB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9" creationId="{BC91D5E4-CD90-2B2D-C1A0-B59957669F2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0" creationId="{2344A234-1DA6-F7CE-C120-3D57E28D09F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5" creationId="{6C5EB429-0F13-0362-5E51-232E01667B0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6" creationId="{93DBE09D-5EA9-CB23-7F52-7E3256896FA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7" creationId="{1B92A092-649B-F8AB-9562-1D3B6E416D4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8" creationId="{6D92FFF0-51DF-71D7-36D6-05EB2A6862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9" creationId="{CBEE47AC-044F-D627-E462-8194B38AD8E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0" creationId="{C9522B9F-2064-621A-7373-DDE92AA3718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1" creationId="{A15CBDB7-86C3-61ED-84A5-2BD0CBB6E32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2" creationId="{F59013D8-BF5C-4870-F006-4C82C4B5948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3" creationId="{7BCE6CCE-193C-0580-E1D9-D6E32D23D7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4" creationId="{C0851802-CCBD-CA95-605A-251A69255D6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5" creationId="{6B553E3D-2DFE-E3C6-B830-52FD3EF8B3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6" creationId="{59DAC31F-C051-24CD-F892-A5C985CCBB5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7" creationId="{9DD96661-3FC4-B39D-6B90-1C98EBAEFDE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0" creationId="{DCCA4125-7CF6-DD7E-E895-D2DC5EF18D2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1" creationId="{D98C420B-31DC-E8E9-B7A0-141F05153B4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2" creationId="{E60AAD2D-95C0-5865-53B6-224E1E9AA8E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3" creationId="{4F68D117-5D17-0B47-583E-BC6DBFAA1D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4" creationId="{CB5CA96A-0B56-7266-4666-4C8DCFAFBC5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5" creationId="{74CADABF-B8B0-58B4-1FAB-24BD8E6ABB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6" creationId="{387044AB-4F0B-9189-A4B2-68E18FE656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7" creationId="{14D1745C-B7D1-AA2C-F24C-8A4836ED35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8" creationId="{5AB5A46F-41F3-BDF8-AA25-37F1897B41A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9" creationId="{262DCBAE-F3D5-972D-5F23-CB0429D73C3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0" creationId="{E7A3F531-50E6-1EBF-7D0B-A6BB4D6237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1" creationId="{708B1761-CCA8-3AB0-A520-118BF59FFE8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2" creationId="{7F637D14-62F7-EEA0-CE35-BAC0BADDF3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5" creationId="{AEBC6B3A-E63F-CDA9-3E03-C3ADD86B9A9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6" creationId="{7C5F6678-2442-F4E2-B297-CCBB3B2FEB7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7" creationId="{5BDF670C-8338-C76B-2804-185CA411576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8" creationId="{6B360034-E5F0-BBC3-452E-9B7211195A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9" creationId="{77CAB0D7-2C66-EF3D-0B16-E30A373DC2C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0" creationId="{4A5CFF7D-0E9C-3E72-2475-65E3CF9B560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1" creationId="{63AD8C55-003A-9232-0CDF-1D36B37E039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2" creationId="{92FEC764-3B45-BB02-22D0-41B12C4BE0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3" creationId="{4508F81A-34B7-0A67-6EE4-91FF40AC21B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4" creationId="{A5EFC3E2-4C42-A14A-A8BB-06DD1AB23D8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5" creationId="{61C2C759-53D6-91C6-ED87-D29FA45B091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6" creationId="{FD8093F8-DBE4-B5B5-B4B6-99A40AC7DA1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7" creationId="{7D335A18-D1F7-19FC-071B-BC7BF4D046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0" creationId="{0C1D7DC2-61C8-4FF4-FA6A-3B95FAACE3D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1" creationId="{F78BFE9A-293F-F215-8B02-7328414420B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2" creationId="{F1B598C7-058A-3B39-AE66-268985CFC82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3" creationId="{B1CC9764-C085-CD05-21DC-05A5B55061D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4" creationId="{9B77C154-279A-B191-8AC6-9B792875B1A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5" creationId="{D1C3C718-1097-5953-E4DC-1BF88DAB385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6" creationId="{8D74A524-7375-844E-AA45-A208C52937E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7" creationId="{F92AE4DB-4774-E839-592C-C9BA9EE89CF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8" creationId="{565ED663-0F9D-B4E6-A58A-9EA4EB57290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9" creationId="{EF47DD45-386C-0F1A-6469-ECF095D68C9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0" creationId="{6204E460-4296-BBB3-C903-D23DDCF414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1" creationId="{A66F9758-71F8-23AC-2DDC-25CEF54DDB0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2" creationId="{E685BB9A-CF9A-4D74-8A36-BC90659A458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5" creationId="{51E4D0E7-8EDB-CF99-D486-E00E49B0CBD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6" creationId="{5DABBE27-13E8-1768-A33A-5064FCAC4C2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7" creationId="{C27208AC-F575-D22F-0BF4-093D36537E1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8" creationId="{F6EDDFB2-2DC1-127E-E279-FA8D86B0AF2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9" creationId="{C4A6640A-9F38-D305-55D7-BEEB9471E88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0" creationId="{7B9A1C5F-1BD3-6D7D-ABE1-609FDB37CB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1" creationId="{4A40C58A-4685-46DC-55C4-712B1CD797E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2" creationId="{1FF91D6F-0CC0-94A8-A57A-A8E889744D3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3" creationId="{562DBBF8-DE08-368D-B65C-70D4F9425ED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4" creationId="{3568B5C7-5BB8-C8F7-7452-5179DF706C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5" creationId="{9C690830-3638-822D-F810-E8587419528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6" creationId="{C483700D-22AC-3742-5396-19F1C8C3113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7" creationId="{E9EB0084-70DC-A70E-6BF6-6A91C69596D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0" creationId="{13EA3A22-0469-8F40-8826-105A20111C9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1" creationId="{BA0E1D1A-B707-B70C-AAFD-04829E5CF98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2" creationId="{A528B2D5-1987-D318-F189-9872911F97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3" creationId="{CBD677B9-075C-10E5-EBAC-8D7B98E5F89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4" creationId="{2823AEB4-5EA8-9FFA-65A7-99B918E822B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5" creationId="{D2AA791D-E3E6-8042-9130-9A6C8FD0730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6" creationId="{1E90ADB6-3445-C655-40B2-1E5C8C55B55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7" creationId="{092E72E9-510E-8A48-79EF-E9606B6438F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8" creationId="{50705636-BCFB-33A4-A734-BA2B88204A8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9" creationId="{F030298B-E109-DF09-6F36-2A542E6F6A6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0" creationId="{94FAC72F-F6D4-4F44-EC6F-0488CFC09E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1" creationId="{8503991B-41E9-0A55-F40D-BD2EE9CFF3A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2" creationId="{490DEB0D-04F8-AC4C-C3BA-515138AB8D7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5" creationId="{CBE35835-BC86-E745-1D2B-743E0D6ED6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6" creationId="{055A7D64-0337-AFDA-F204-28D58F3C76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7" creationId="{6C11BC7D-C92A-6E17-6ABE-5B64D70A3B1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8" creationId="{E0E059E2-6298-9B84-A44A-556348696A6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9" creationId="{C6B22D09-BAB2-070F-DF3C-33FE6BB857B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0" creationId="{296EF37D-FC14-7C93-A24A-507F349D463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1" creationId="{81FD124E-6155-3E70-B330-B62A235088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2" creationId="{3705208A-8BCC-C2D0-BC97-ACA1509DDF3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3" creationId="{D8E074A6-F675-788E-0E3B-3A9DFC6DC12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4" creationId="{0DBBB250-3487-053F-7194-B149BDD596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5" creationId="{8C17B6CD-4DF4-72E0-AF68-352854090C9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6" creationId="{1DB73675-4896-AA40-0C68-F1EC63EF6ED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7" creationId="{E8B393D1-96EF-E843-3F75-690AEFE686A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0" creationId="{370C23B3-89EE-1F4A-D7E6-9AEE035D0AE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1" creationId="{984BC206-B534-C590-1517-2BC1A11B17E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2" creationId="{20064C57-04B2-3790-0B53-D723E71334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3" creationId="{5E7926D3-59D4-39A5-6CE1-8E7571FCA48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4" creationId="{2495CE2A-D186-0E82-5DB1-914100A83D9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5" creationId="{12D08CE4-FBA5-1E3E-C492-8C5C7482212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6" creationId="{B8FE26E6-202B-517D-36E7-F7378911E5C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7" creationId="{E4384199-B8B9-FFE1-3BAC-39D2CAE6EBD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8" creationId="{BC81382F-16FD-AB59-CEB7-DFE1330C37F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9" creationId="{607F952C-920B-39BA-D3F9-2FCF86509CF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0" creationId="{9049DFC1-B736-38F9-FD0C-8964947C14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1" creationId="{8DD2A78F-A728-D0EB-FA69-B20390539DD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2" creationId="{79243B28-1556-1BA7-E91D-E82F743955C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5" creationId="{DD3A933B-3DD5-AC63-1B44-7F6DD785A7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6" creationId="{2CBFEA92-80B0-C804-440B-AE162858F99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7" creationId="{7F001C30-D622-5BFD-F5E3-07867C21651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8" creationId="{DE5F5393-2E75-C0AB-A87D-EB6064AB231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9" creationId="{68344207-9542-2CE4-11AD-EF9B4172B3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0" creationId="{7012B14A-3297-1648-FD70-EFF57A6930F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1" creationId="{B5DBB1CE-8B95-7F8C-E826-D3D92E5FFE4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2" creationId="{8C1B137D-C4F4-8BB3-9130-A87AF21621C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3" creationId="{6D913F1F-C350-D576-0DFF-4410ABA9151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4" creationId="{E19C7AC6-F904-D3D3-E97D-58E157F16A9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5" creationId="{D280E070-AB74-4117-35E2-1428014A143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6" creationId="{3BC62E32-B18A-78F7-9019-AAFC7D3E94C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7" creationId="{86CEA106-D863-8942-D3E9-F9EBB54720C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190" creationId="{CD30C010-2FF0-6775-3959-736BBF3476D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7" creationId="{4631A007-020F-1E79-F03C-1D34995A2588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8" creationId="{21F30D4F-AA44-6527-7229-02D2335755E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9" creationId="{234C4D82-219D-C271-1776-E57D9120FF3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0" creationId="{2E9C1A58-A1C1-EB99-B1FB-DA58BB6D0E8D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1" creationId="{FF371A6C-9D19-95EE-1999-1070F4F9388A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2" creationId="{6AF42D27-74B5-5272-3142-D38D35C33B73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3" creationId="{EF333355-4495-4590-9B42-27EDE0AB2CCC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4" creationId="{49858AFC-055C-31AA-0487-B637DA50BE5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5" creationId="{464DF9DD-04EF-FFAE-79D3-01865D36C46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6" creationId="{160FDB19-C04E-C665-4AAD-21310EA03AD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7" creationId="{07DCCA39-9132-23FD-D098-B7A0A54AA857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8" creationId="{83FE734F-DAFB-F9A5-C466-D335A0018772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9" creationId="{2260181D-0802-792E-F33D-C337921C0AB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0" creationId="{58033DFC-9B04-5B6B-90BA-713298DA864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1" creationId="{A06C34E9-BA9D-5030-6410-287DC23BEDB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2" creationId="{9E7D96A0-730F-6C85-24C6-AAFCD8D34CE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3" creationId="{BA1B777E-FBCA-E014-E1CB-EFC8C9F50BF8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4" creationId="{D8B9ED7C-41B7-C51C-82F2-A110AEBF46BE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5" creationId="{ABE0891A-3128-2358-6DC4-4D680FDA682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6" creationId="{EF90E925-9376-55DA-4AEA-5F6F72C9E44A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7" creationId="{D9553F65-037F-A4C3-A552-542348215E7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8" creationId="{199ED672-6799-5205-6E22-6F9012E891A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0" creationId="{AB40AA61-E89C-1EB5-BC0D-F809EBABD48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1" creationId="{14349752-23DE-3745-CA45-AC2531D2641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2" creationId="{012A9AFD-EDDE-D0F4-5162-0BBB74ABCEF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3" creationId="{A05B72D8-9541-6805-1B7B-DAAED877B217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4" creationId="{3E4E2F42-3EAE-837A-E36C-A8F62E1593F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5" creationId="{4B0E1A3D-3D4E-20CD-9634-36AFF3E6651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6" creationId="{B8A0BF68-C951-56A4-CD7C-28989CBCC1B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7" creationId="{90893B31-F6A0-00B0-3A82-C02F7B71EB5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8" creationId="{4E8147C6-5DCA-1258-5A3D-7C83C55A27A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9" creationId="{8D378C19-B11C-D21A-91CE-BF2FE1496CBE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0" creationId="{1F398BAA-7383-6E5D-F3ED-EC0601CAC01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1" creationId="{528249BD-D953-8A03-ECF4-855CEDB6F24D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2" creationId="{BCC72CE8-F950-3491-D7D2-1C03DE0AC49B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3" creationId="{FDE9F5A5-F8A4-D4D6-AA6F-7970D5FEBC8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4" creationId="{49DAB786-C316-69D6-F506-53D0BE7CE69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5" creationId="{6C206B42-692F-6C7F-1098-FE1FE0673E5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6" creationId="{9D3424E2-3B96-9878-2269-67262F718073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7" creationId="{07C5740D-59D0-CDC5-DDF8-716D5E97E35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8" creationId="{83E9FCFA-5E71-7C42-02EB-243C1D8DB19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9" creationId="{6E710DDD-9801-5FEB-C469-CDBA741A0F4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85" creationId="{F6384D91-16B6-6CD9-A0D4-EF5937C97CA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86" creationId="{1A260DD4-8969-0107-AB8D-A86A4F472C2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1" creationId="{7B6F8C08-49AE-0091-670A-3918BC7B89E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2" creationId="{3A40E56E-EFB0-5C79-7D5F-2849DE5660C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7" creationId="{CE9DD1F4-E135-A7C6-C660-1108F1E6960B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8" creationId="{B90F50BD-3ACC-ABB2-F929-4DD7DF055A0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3" creationId="{9B03716C-ECA8-AA41-DE64-D1A3BBF4D96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4" creationId="{CD131F8B-8293-2581-7EB8-A311EF64125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9" creationId="{07D60CD1-8699-93D8-1592-1840F7BCE55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10" creationId="{EC424997-6F04-76B6-9905-AD0BD664BB7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1" creationId="{B506953A-BE50-1FF7-AD83-0A23CB5AD15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2" creationId="{B40148B4-70E7-90F5-408B-3A1F23A43D1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7" creationId="{5D68F954-BD37-F90D-88D1-C5FAC411A46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8" creationId="{CFCB2E5A-0819-2F8A-7FC2-169B1711BBA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33" creationId="{1D8FED46-D52B-4E8F-AFCA-EF694AB3478D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34" creationId="{4171DB3B-AE76-6D78-A91A-18D8D8F189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41" creationId="{609C6D80-B0FE-D988-E9B3-BDD4A466BD4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42" creationId="{7CB900EE-C86F-5537-849C-8D496EC1AB6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5" creationId="{14C12E0E-DF1A-9898-6176-DB364A3FBFC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6" creationId="{8EFEF040-29BC-E392-3C11-DD0763C02F3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7" creationId="{58BBCC85-2794-0A90-648E-A60DE4D8C2A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8" creationId="{5F040609-1FAB-546B-EF0D-F2007C058B3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9" creationId="{25DE69F2-C551-9DF5-053E-A94E5FBCFD4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0" creationId="{5FD04581-019F-9539-56E3-723213814EE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1" creationId="{DEEE64E6-4F99-6583-1B4C-D6FEFE793E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2" creationId="{027852A5-5915-05C4-C30F-4569BD5C7E4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3" creationId="{DE0C7D64-25BD-07DD-3286-715ED1711AE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4" creationId="{4EC09A0D-09EF-C7AC-A2EB-61628D95EA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5" creationId="{37941721-3F16-DE53-016D-58D29F21E4D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6" creationId="{C8919433-FB6A-C07C-A877-29DF8051BBE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7" creationId="{48C586C1-24C4-C6DE-0DE3-29F40CA7895D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8" creationId="{E3DFD495-D9DE-70CC-4A9D-904F6AA0590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9" creationId="{D1BF4633-610D-3A0C-ED86-2A97BF6F82C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0" creationId="{546308E5-DB49-2DE6-973D-8D7E3A993661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1" creationId="{13A64492-6183-3E04-46A6-92F200E6DF3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2" creationId="{5F4D4CB6-41C8-4F0B-729F-2C70BCDC87A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3" creationId="{9E51805B-3A82-D96D-BB2B-7518E27EA9C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4" creationId="{C518673A-116C-1C96-A0E6-C256C5DD0F7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5" creationId="{DA56714B-923D-E9EE-361D-2F98172DEC8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6" creationId="{3AE2643C-EA04-DBFD-12F1-9A923DC89FD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7" creationId="{362407E9-842C-0F97-5F8D-9BC2DA4F690B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8" creationId="{D05C5B58-8FDE-EFA7-83D8-D6B955AE8D21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4" creationId="{BBB54E57-4BBC-24AC-AB3E-5063027D69C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5" creationId="{6DED5509-F0AB-A729-425F-3A886B299F1B}"/>
          </ac:cxnSpMkLst>
        </pc:cxnChg>
        <pc:cxnChg chg="add mod">
          <ac:chgData name="이민재" userId="f97f16f7-28a5-49bd-9e05-fb3ef63d7997" providerId="ADAL" clId="{3604D2DB-B0B3-4E35-9EDA-42455EF74A6C}" dt="2023-06-14T08:24:52.954" v="15802" actId="1035"/>
          <ac:cxnSpMkLst>
            <pc:docMk/>
            <pc:sldMk cId="1792856389" sldId="868"/>
            <ac:cxnSpMk id="3406" creationId="{7197D0B6-674B-8916-924D-171A45A8293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7" creationId="{58A9D363-35ED-2E43-76DE-B42DD73BA7F8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8" creationId="{FCE23A0E-CA06-24D2-1BC3-C2178365645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9" creationId="{0C799A0A-05AD-2F74-FD1C-33D2C0D899B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0" creationId="{0C77ABA8-85E1-4E0F-37A9-84F7476DE36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1" creationId="{DA387A03-E20A-B081-1021-A52BAE5CB2B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2" creationId="{1FB802B3-FF80-281C-5B58-5A442255E4A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3" creationId="{1DD564DE-6559-30D9-7EDA-5770E093838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4" creationId="{185B99C8-B66B-8426-D15C-111A232AA5A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5" creationId="{A880DA26-748B-FCCB-0337-0283A8CEC53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6" creationId="{5321B4C1-D47A-3E25-E0DA-2B69DA6FC2AB}"/>
          </ac:cxnSpMkLst>
        </pc:cxnChg>
        <pc:cxnChg chg="add mod">
          <ac:chgData name="이민재" userId="f97f16f7-28a5-49bd-9e05-fb3ef63d7997" providerId="ADAL" clId="{3604D2DB-B0B3-4E35-9EDA-42455EF74A6C}" dt="2023-06-14T08:24:52.954" v="15802" actId="1035"/>
          <ac:cxnSpMkLst>
            <pc:docMk/>
            <pc:sldMk cId="1792856389" sldId="868"/>
            <ac:cxnSpMk id="3417" creationId="{70D28392-C250-9314-B8D9-41C800D30B1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8" creationId="{069603CD-0FAE-7D71-9B02-10773365B68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9" creationId="{70AF2E6E-479B-365F-151A-747A8875F88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20" creationId="{B303D733-F87F-0143-815E-245AE43FB24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21" creationId="{4BD1F820-27CA-A200-A97F-B2994DC40572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3" creationId="{958FD828-2EB5-D501-BD48-936F054024C2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4" creationId="{64AE15F5-6971-3F8B-E4C8-5A3431D1172F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5" creationId="{8B2135CF-5332-4815-841A-A4BF1E2E9303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6" creationId="{EBC39C82-1423-9C26-7965-D24115020DED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7" creationId="{61C96227-B173-0361-A751-633FED21CC81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4" creationId="{CFA6077D-9F1B-641B-EA82-7C100CC7F4AC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5" creationId="{5DA15E5B-342D-E45A-D305-B853868A8535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6" creationId="{C040D692-539E-1DBB-BEAC-2B8A21F0CB6E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7" creationId="{70E78B23-3730-DF28-F24E-06ACC5480DB4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8" creationId="{ADB3B513-B86B-DB51-5B71-F97B16769904}"/>
          </ac:cxnSpMkLst>
        </pc:cxnChg>
      </pc:sldChg>
      <pc:sldChg chg="add del">
        <pc:chgData name="이민재" userId="f97f16f7-28a5-49bd-9e05-fb3ef63d7997" providerId="ADAL" clId="{3604D2DB-B0B3-4E35-9EDA-42455EF74A6C}" dt="2023-06-14T08:37:14.797" v="15948" actId="47"/>
        <pc:sldMkLst>
          <pc:docMk/>
          <pc:sldMk cId="3263295594" sldId="869"/>
        </pc:sldMkLst>
      </pc:sldChg>
      <pc:sldChg chg="add ord">
        <pc:chgData name="이민재" userId="f97f16f7-28a5-49bd-9e05-fb3ef63d7997" providerId="ADAL" clId="{3604D2DB-B0B3-4E35-9EDA-42455EF74A6C}" dt="2023-06-14T09:00:51.863" v="16469"/>
        <pc:sldMkLst>
          <pc:docMk/>
          <pc:sldMk cId="3874611602" sldId="869"/>
        </pc:sldMkLst>
      </pc:sldChg>
      <pc:sldChg chg="addSp delSp modSp add mod">
        <pc:chgData name="이민재" userId="f97f16f7-28a5-49bd-9e05-fb3ef63d7997" providerId="ADAL" clId="{3604D2DB-B0B3-4E35-9EDA-42455EF74A6C}" dt="2023-06-14T09:10:29.513" v="16997" actId="478"/>
        <pc:sldMkLst>
          <pc:docMk/>
          <pc:sldMk cId="2057760671" sldId="870"/>
        </pc:sldMkLst>
        <pc:spChg chg="mod">
          <ac:chgData name="이민재" userId="f97f16f7-28a5-49bd-9e05-fb3ef63d7997" providerId="ADAL" clId="{3604D2DB-B0B3-4E35-9EDA-42455EF74A6C}" dt="2023-06-14T08:58:17.759" v="16416" actId="20577"/>
          <ac:spMkLst>
            <pc:docMk/>
            <pc:sldMk cId="2057760671" sldId="870"/>
            <ac:spMk id="6" creationId="{FFF9D6CB-AAE1-C250-6911-391AD8AAB18E}"/>
          </ac:spMkLst>
        </pc:spChg>
        <pc:spChg chg="del">
          <ac:chgData name="이민재" userId="f97f16f7-28a5-49bd-9e05-fb3ef63d7997" providerId="ADAL" clId="{3604D2DB-B0B3-4E35-9EDA-42455EF74A6C}" dt="2023-06-14T08:58:50.605" v="16420" actId="478"/>
          <ac:spMkLst>
            <pc:docMk/>
            <pc:sldMk cId="2057760671" sldId="870"/>
            <ac:spMk id="15" creationId="{B3008D4E-8286-DEC6-638B-25198F3A1BD2}"/>
          </ac:spMkLst>
        </pc:spChg>
        <pc:spChg chg="mod">
          <ac:chgData name="이민재" userId="f97f16f7-28a5-49bd-9e05-fb3ef63d7997" providerId="ADAL" clId="{3604D2DB-B0B3-4E35-9EDA-42455EF74A6C}" dt="2023-06-14T08:56:19.825" v="16339" actId="20577"/>
          <ac:spMkLst>
            <pc:docMk/>
            <pc:sldMk cId="2057760671" sldId="870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8:56:21.561" v="16341" actId="20577"/>
          <ac:spMkLst>
            <pc:docMk/>
            <pc:sldMk cId="2057760671" sldId="870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8:56:23.553" v="16343" actId="20577"/>
          <ac:spMkLst>
            <pc:docMk/>
            <pc:sldMk cId="2057760671" sldId="870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4T08:56:45.672" v="16353" actId="1038"/>
          <ac:spMkLst>
            <pc:docMk/>
            <pc:sldMk cId="2057760671" sldId="870"/>
            <ac:spMk id="21" creationId="{123EEACF-E83D-4B43-DF04-7547DE9B2E7A}"/>
          </ac:spMkLst>
        </pc:spChg>
        <pc:spChg chg="add mod">
          <ac:chgData name="이민재" userId="f97f16f7-28a5-49bd-9e05-fb3ef63d7997" providerId="ADAL" clId="{3604D2DB-B0B3-4E35-9EDA-42455EF74A6C}" dt="2023-06-14T08:56:45.672" v="16353" actId="1038"/>
          <ac:spMkLst>
            <pc:docMk/>
            <pc:sldMk cId="2057760671" sldId="870"/>
            <ac:spMk id="23" creationId="{3E81A92A-807C-CA46-37B9-A9F103FE51FC}"/>
          </ac:spMkLst>
        </pc:spChg>
        <pc:spChg chg="add mod">
          <ac:chgData name="이민재" userId="f97f16f7-28a5-49bd-9e05-fb3ef63d7997" providerId="ADAL" clId="{3604D2DB-B0B3-4E35-9EDA-42455EF74A6C}" dt="2023-06-14T08:56:53.425" v="16361" actId="1038"/>
          <ac:spMkLst>
            <pc:docMk/>
            <pc:sldMk cId="2057760671" sldId="870"/>
            <ac:spMk id="24" creationId="{3E3446EA-6FC8-DBE0-B733-C759F1B1F616}"/>
          </ac:spMkLst>
        </pc:spChg>
        <pc:spChg chg="add mod">
          <ac:chgData name="이민재" userId="f97f16f7-28a5-49bd-9e05-fb3ef63d7997" providerId="ADAL" clId="{3604D2DB-B0B3-4E35-9EDA-42455EF74A6C}" dt="2023-06-14T08:56:53.425" v="16361" actId="1038"/>
          <ac:spMkLst>
            <pc:docMk/>
            <pc:sldMk cId="2057760671" sldId="870"/>
            <ac:spMk id="26" creationId="{54C89B0C-7DCB-E41B-5949-6AB4DF2A1824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7" creationId="{55C94381-DB95-6E29-5C13-0126143FFF82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8" creationId="{CB8821D6-AB4E-8983-0EEE-3B982E74F198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9" creationId="{81ECB4FB-09D2-4641-D2D8-FADC6AE420E4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30" creationId="{3EE420B6-6A80-77B2-2443-89783F16E238}"/>
          </ac:spMkLst>
        </pc:spChg>
        <pc:spChg chg="mod">
          <ac:chgData name="이민재" userId="f97f16f7-28a5-49bd-9e05-fb3ef63d7997" providerId="ADAL" clId="{3604D2DB-B0B3-4E35-9EDA-42455EF74A6C}" dt="2023-06-14T08:59:26.113" v="16425" actId="20577"/>
          <ac:spMkLst>
            <pc:docMk/>
            <pc:sldMk cId="2057760671" sldId="870"/>
            <ac:spMk id="33" creationId="{0A2E2F21-7E2D-5853-5009-3C880266ADBB}"/>
          </ac:spMkLst>
        </pc:spChg>
        <pc:spChg chg="mod">
          <ac:chgData name="이민재" userId="f97f16f7-28a5-49bd-9e05-fb3ef63d7997" providerId="ADAL" clId="{3604D2DB-B0B3-4E35-9EDA-42455EF74A6C}" dt="2023-06-14T08:59:28.208" v="16426" actId="20577"/>
          <ac:spMkLst>
            <pc:docMk/>
            <pc:sldMk cId="2057760671" sldId="870"/>
            <ac:spMk id="34" creationId="{BAE098C0-0D15-8987-1013-E88B3D30658B}"/>
          </ac:spMkLst>
        </pc:spChg>
        <pc:spChg chg="mod">
          <ac:chgData name="이민재" userId="f97f16f7-28a5-49bd-9e05-fb3ef63d7997" providerId="ADAL" clId="{3604D2DB-B0B3-4E35-9EDA-42455EF74A6C}" dt="2023-06-14T09:02:38.168" v="16494" actId="20577"/>
          <ac:spMkLst>
            <pc:docMk/>
            <pc:sldMk cId="2057760671" sldId="870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14T08:57:32.074" v="16404" actId="14100"/>
          <ac:spMkLst>
            <pc:docMk/>
            <pc:sldMk cId="2057760671" sldId="870"/>
            <ac:spMk id="56" creationId="{F1E819C6-9C8E-CFD9-8E32-444555F084FB}"/>
          </ac:spMkLst>
        </pc:spChg>
        <pc:spChg chg="add mod">
          <ac:chgData name="이민재" userId="f97f16f7-28a5-49bd-9e05-fb3ef63d7997" providerId="ADAL" clId="{3604D2DB-B0B3-4E35-9EDA-42455EF74A6C}" dt="2023-06-14T08:57:33.706" v="16405" actId="14100"/>
          <ac:spMkLst>
            <pc:docMk/>
            <pc:sldMk cId="2057760671" sldId="870"/>
            <ac:spMk id="57" creationId="{75DA56B2-1690-08C2-11A4-C220B9CB7CBB}"/>
          </ac:spMkLst>
        </pc:spChg>
        <pc:spChg chg="mod">
          <ac:chgData name="이민재" userId="f97f16f7-28a5-49bd-9e05-fb3ef63d7997" providerId="ADAL" clId="{3604D2DB-B0B3-4E35-9EDA-42455EF74A6C}" dt="2023-06-14T08:57:08.659" v="16373" actId="1038"/>
          <ac:spMkLst>
            <pc:docMk/>
            <pc:sldMk cId="2057760671" sldId="870"/>
            <ac:spMk id="63" creationId="{CEF613D8-08F1-0B3C-1D84-FB5A00CE1CD4}"/>
          </ac:spMkLst>
        </pc:spChg>
        <pc:spChg chg="add mod">
          <ac:chgData name="이민재" userId="f97f16f7-28a5-49bd-9e05-fb3ef63d7997" providerId="ADAL" clId="{3604D2DB-B0B3-4E35-9EDA-42455EF74A6C}" dt="2023-06-14T08:57:30.266" v="16403" actId="14100"/>
          <ac:spMkLst>
            <pc:docMk/>
            <pc:sldMk cId="2057760671" sldId="870"/>
            <ac:spMk id="256" creationId="{4930EDA1-D3AC-8322-4849-950FE3ABA650}"/>
          </ac:spMkLst>
        </pc:spChg>
        <pc:spChg chg="add mod">
          <ac:chgData name="이민재" userId="f97f16f7-28a5-49bd-9e05-fb3ef63d7997" providerId="ADAL" clId="{3604D2DB-B0B3-4E35-9EDA-42455EF74A6C}" dt="2023-06-14T08:57:28.489" v="16402" actId="14100"/>
          <ac:spMkLst>
            <pc:docMk/>
            <pc:sldMk cId="2057760671" sldId="870"/>
            <ac:spMk id="257" creationId="{CD832034-4DB4-58A3-BE8D-0E1765CD4E0E}"/>
          </ac:spMkLst>
        </pc:spChg>
        <pc:spChg chg="add mod">
          <ac:chgData name="이민재" userId="f97f16f7-28a5-49bd-9e05-fb3ef63d7997" providerId="ADAL" clId="{3604D2DB-B0B3-4E35-9EDA-42455EF74A6C}" dt="2023-06-14T08:57:40.987" v="16406"/>
          <ac:spMkLst>
            <pc:docMk/>
            <pc:sldMk cId="2057760671" sldId="870"/>
            <ac:spMk id="258" creationId="{74C41CFF-96D6-CBB8-AD3D-C4A5DC3CF3C5}"/>
          </ac:spMkLst>
        </pc:spChg>
        <pc:spChg chg="mod">
          <ac:chgData name="이민재" userId="f97f16f7-28a5-49bd-9e05-fb3ef63d7997" providerId="ADAL" clId="{3604D2DB-B0B3-4E35-9EDA-42455EF74A6C}" dt="2023-06-14T08:59:30.441" v="16427" actId="20577"/>
          <ac:spMkLst>
            <pc:docMk/>
            <pc:sldMk cId="2057760671" sldId="870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4T08:57:53.045" v="16410" actId="20577"/>
          <ac:spMkLst>
            <pc:docMk/>
            <pc:sldMk cId="2057760671" sldId="870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8:57:56.589" v="16412" actId="20577"/>
          <ac:spMkLst>
            <pc:docMk/>
            <pc:sldMk cId="2057760671" sldId="870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8:57:58.485" v="16414" actId="20577"/>
          <ac:spMkLst>
            <pc:docMk/>
            <pc:sldMk cId="2057760671" sldId="870"/>
            <ac:spMk id="263" creationId="{6B1412C0-7FC0-579F-C469-92E88CC08681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4" creationId="{9A358B5B-9E52-26FA-2D2F-D6B3599AE363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5" creationId="{B2484836-6FE2-110E-013F-F8B2D64D7A8C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6" creationId="{9EAAE7C4-87FA-F377-8B09-5D7DE7C62106}"/>
          </ac:spMkLst>
        </pc:spChg>
        <pc:spChg chg="add mod">
          <ac:chgData name="이민재" userId="f97f16f7-28a5-49bd-9e05-fb3ef63d7997" providerId="ADAL" clId="{3604D2DB-B0B3-4E35-9EDA-42455EF74A6C}" dt="2023-06-14T09:10:28.210" v="16996"/>
          <ac:spMkLst>
            <pc:docMk/>
            <pc:sldMk cId="2057760671" sldId="870"/>
            <ac:spMk id="267" creationId="{A88528AA-A469-6CB7-5DA0-A949DE802468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5" creationId="{061B4503-302C-09B9-D846-51665D944706}"/>
          </ac:spMkLst>
        </pc:spChg>
        <pc:spChg chg="mod">
          <ac:chgData name="이민재" userId="f97f16f7-28a5-49bd-9e05-fb3ef63d7997" providerId="ADAL" clId="{3604D2DB-B0B3-4E35-9EDA-42455EF74A6C}" dt="2023-06-14T09:02:36.472" v="16492" actId="20577"/>
          <ac:spMkLst>
            <pc:docMk/>
            <pc:sldMk cId="2057760671" sldId="870"/>
            <ac:spMk id="793" creationId="{4B608BA3-09A9-7AF5-D2B7-984EC86D64A9}"/>
          </ac:spMkLst>
        </pc:spChg>
        <pc:spChg chg="del">
          <ac:chgData name="이민재" userId="f97f16f7-28a5-49bd-9e05-fb3ef63d7997" providerId="ADAL" clId="{3604D2DB-B0B3-4E35-9EDA-42455EF74A6C}" dt="2023-06-14T09:10:29.513" v="16997" actId="478"/>
          <ac:spMkLst>
            <pc:docMk/>
            <pc:sldMk cId="2057760671" sldId="870"/>
            <ac:spMk id="2253" creationId="{F58FA68C-FFBF-BD16-3C99-21E9F9E8C6B4}"/>
          </ac:spMkLst>
        </pc:spChg>
        <pc:graphicFrameChg chg="del">
          <ac:chgData name="이민재" userId="f97f16f7-28a5-49bd-9e05-fb3ef63d7997" providerId="ADAL" clId="{3604D2DB-B0B3-4E35-9EDA-42455EF74A6C}" dt="2023-06-14T08:58:49.497" v="16419" actId="478"/>
          <ac:graphicFrameMkLst>
            <pc:docMk/>
            <pc:sldMk cId="2057760671" sldId="870"/>
            <ac:graphicFrameMk id="14" creationId="{FB212D89-53D1-2994-30D5-74B6827147BD}"/>
          </ac:graphicFrameMkLst>
        </pc:graphicFrame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756" creationId="{CAD6F110-2CAB-FF98-D962-C4DB8C5DFE5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9:10:26.721" v="16995"/>
        <pc:sldMkLst>
          <pc:docMk/>
          <pc:sldMk cId="1198804354" sldId="871"/>
        </pc:sldMkLst>
        <pc:spChg chg="mod">
          <ac:chgData name="이민재" userId="f97f16f7-28a5-49bd-9e05-fb3ef63d7997" providerId="ADAL" clId="{3604D2DB-B0B3-4E35-9EDA-42455EF74A6C}" dt="2023-06-14T09:00:13.514" v="16465" actId="20577"/>
          <ac:spMkLst>
            <pc:docMk/>
            <pc:sldMk cId="1198804354" sldId="871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7" creationId="{04C2D489-128E-417F-B481-8E44DC696DE7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8" creationId="{6129E024-DCB5-9DCB-CFD7-C857ADDB850C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14" creationId="{9577ECDC-6D4E-5F45-CBC1-62D80EA9961D}"/>
          </ac:spMkLst>
        </pc:spChg>
        <pc:spChg chg="add mod">
          <ac:chgData name="이민재" userId="f97f16f7-28a5-49bd-9e05-fb3ef63d7997" providerId="ADAL" clId="{3604D2DB-B0B3-4E35-9EDA-42455EF74A6C}" dt="2023-06-14T09:10:26.721" v="16995"/>
          <ac:spMkLst>
            <pc:docMk/>
            <pc:sldMk cId="1198804354" sldId="871"/>
            <ac:spMk id="15" creationId="{5EBE9D87-4F16-184B-15BA-670485439434}"/>
          </ac:spMkLst>
        </pc:spChg>
        <pc:spChg chg="mod">
          <ac:chgData name="이민재" userId="f97f16f7-28a5-49bd-9e05-fb3ef63d7997" providerId="ADAL" clId="{3604D2DB-B0B3-4E35-9EDA-42455EF74A6C}" dt="2023-06-14T09:00:05.004" v="16459" actId="20577"/>
          <ac:spMkLst>
            <pc:docMk/>
            <pc:sldMk cId="1198804354" sldId="871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9:00:09.957" v="16461" actId="20577"/>
          <ac:spMkLst>
            <pc:docMk/>
            <pc:sldMk cId="1198804354" sldId="871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9:00:11.973" v="16463" actId="20577"/>
          <ac:spMkLst>
            <pc:docMk/>
            <pc:sldMk cId="1198804354" sldId="871"/>
            <ac:spMk id="18" creationId="{31D6E7C3-BA59-3298-1F38-102D1816FA38}"/>
          </ac:spMkLst>
        </pc:spChg>
        <pc:spChg chg="mod">
          <ac:chgData name="이민재" userId="f97f16f7-28a5-49bd-9e05-fb3ef63d7997" providerId="ADAL" clId="{3604D2DB-B0B3-4E35-9EDA-42455EF74A6C}" dt="2023-06-14T09:02:42.377" v="16498" actId="20577"/>
          <ac:spMkLst>
            <pc:docMk/>
            <pc:sldMk cId="1198804354" sldId="871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4T09:00:20.799" v="16467" actId="20577"/>
          <ac:spMkLst>
            <pc:docMk/>
            <pc:sldMk cId="1198804354" sldId="871"/>
            <ac:spMk id="261" creationId="{683A7A53-980D-4F85-04DA-F0233984BD07}"/>
          </ac:spMkLst>
        </pc:spChg>
        <pc:spChg chg="del mod">
          <ac:chgData name="이민재" userId="f97f16f7-28a5-49bd-9e05-fb3ef63d7997" providerId="ADAL" clId="{3604D2DB-B0B3-4E35-9EDA-42455EF74A6C}" dt="2023-06-14T09:08:24.337" v="16815" actId="478"/>
          <ac:spMkLst>
            <pc:docMk/>
            <pc:sldMk cId="1198804354" sldId="871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22.526" v="16813" actId="478"/>
          <ac:spMkLst>
            <pc:docMk/>
            <pc:sldMk cId="1198804354" sldId="871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23.439" v="16814" actId="478"/>
          <ac:spMkLst>
            <pc:docMk/>
            <pc:sldMk cId="1198804354" sldId="871"/>
            <ac:spMk id="755" creationId="{061B4503-302C-09B9-D846-51665D944706}"/>
          </ac:spMkLst>
        </pc:spChg>
        <pc:spChg chg="mod">
          <ac:chgData name="이민재" userId="f97f16f7-28a5-49bd-9e05-fb3ef63d7997" providerId="ADAL" clId="{3604D2DB-B0B3-4E35-9EDA-42455EF74A6C}" dt="2023-06-14T09:02:40.760" v="16496" actId="20577"/>
          <ac:spMkLst>
            <pc:docMk/>
            <pc:sldMk cId="1198804354" sldId="871"/>
            <ac:spMk id="793" creationId="{4B608BA3-09A9-7AF5-D2B7-984EC86D64A9}"/>
          </ac:spMkLst>
        </pc:spChg>
        <pc:spChg chg="del">
          <ac:chgData name="이민재" userId="f97f16f7-28a5-49bd-9e05-fb3ef63d7997" providerId="ADAL" clId="{3604D2DB-B0B3-4E35-9EDA-42455EF74A6C}" dt="2023-06-14T09:10:25.804" v="16994" actId="478"/>
          <ac:spMkLst>
            <pc:docMk/>
            <pc:sldMk cId="1198804354" sldId="871"/>
            <ac:spMk id="2253" creationId="{F58FA68C-FFBF-BD16-3C99-21E9F9E8C6B4}"/>
          </ac:spMkLst>
        </pc:spChg>
        <pc:cxnChg chg="mod">
          <ac:chgData name="이민재" userId="f97f16f7-28a5-49bd-9e05-fb3ef63d7997" providerId="ADAL" clId="{3604D2DB-B0B3-4E35-9EDA-42455EF74A6C}" dt="2023-06-14T09:08:24.337" v="16815" actId="478"/>
          <ac:cxnSpMkLst>
            <pc:docMk/>
            <pc:sldMk cId="1198804354" sldId="871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22.526" v="16813" actId="478"/>
          <ac:cxnSpMkLst>
            <pc:docMk/>
            <pc:sldMk cId="1198804354" sldId="871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23.439" v="16814" actId="478"/>
          <ac:cxnSpMkLst>
            <pc:docMk/>
            <pc:sldMk cId="1198804354" sldId="871"/>
            <ac:cxnSpMk id="756" creationId="{CAD6F110-2CAB-FF98-D962-C4DB8C5DFE5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9:10:22.035" v="16993" actId="1035"/>
        <pc:sldMkLst>
          <pc:docMk/>
          <pc:sldMk cId="2402509497" sldId="872"/>
        </pc:sldMkLst>
        <pc:spChg chg="add del mod">
          <ac:chgData name="이민재" userId="f97f16f7-28a5-49bd-9e05-fb3ef63d7997" providerId="ADAL" clId="{3604D2DB-B0B3-4E35-9EDA-42455EF74A6C}" dt="2023-06-14T09:04:14.155" v="16581" actId="21"/>
          <ac:spMkLst>
            <pc:docMk/>
            <pc:sldMk cId="2402509497" sldId="872"/>
            <ac:spMk id="7" creationId="{E75D3142-355A-241A-0B9D-D115C5769501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8" creationId="{71479FAC-3118-440E-6417-0B8E5D21BA15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14" creationId="{A3A46459-4A7B-23C4-0B3B-E8E71AD7F4BA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15" creationId="{E7B21D85-CA68-9F9A-6A7A-5F9779E3DA1B}"/>
          </ac:spMkLst>
        </pc:spChg>
        <pc:spChg chg="mod">
          <ac:chgData name="이민재" userId="f97f16f7-28a5-49bd-9e05-fb3ef63d7997" providerId="ADAL" clId="{3604D2DB-B0B3-4E35-9EDA-42455EF74A6C}" dt="2023-06-14T09:02:11.253" v="16478" actId="20577"/>
          <ac:spMkLst>
            <pc:docMk/>
            <pc:sldMk cId="2402509497" sldId="872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9:02:12.885" v="16480" actId="20577"/>
          <ac:spMkLst>
            <pc:docMk/>
            <pc:sldMk cId="2402509497" sldId="872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9:02:14.541" v="16482" actId="20577"/>
          <ac:spMkLst>
            <pc:docMk/>
            <pc:sldMk cId="2402509497" sldId="872"/>
            <ac:spMk id="18" creationId="{31D6E7C3-BA59-3298-1F38-102D1816FA38}"/>
          </ac:spMkLst>
        </pc:spChg>
        <pc:spChg chg="mod">
          <ac:chgData name="이민재" userId="f97f16f7-28a5-49bd-9e05-fb3ef63d7997" providerId="ADAL" clId="{3604D2DB-B0B3-4E35-9EDA-42455EF74A6C}" dt="2023-06-14T09:09:40.188" v="16946" actId="20577"/>
          <ac:spMkLst>
            <pc:docMk/>
            <pc:sldMk cId="2402509497" sldId="872"/>
            <ac:spMk id="19" creationId="{8DCD5163-E345-EC92-99FA-166F048A5816}"/>
          </ac:spMkLst>
        </pc:spChg>
        <pc:spChg chg="mod">
          <ac:chgData name="이민재" userId="f97f16f7-28a5-49bd-9e05-fb3ef63d7997" providerId="ADAL" clId="{3604D2DB-B0B3-4E35-9EDA-42455EF74A6C}" dt="2023-06-14T09:02:47.729" v="16504" actId="20577"/>
          <ac:spMkLst>
            <pc:docMk/>
            <pc:sldMk cId="2402509497" sldId="872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58" creationId="{EB5C3CF7-004B-9404-8FB4-331D9FD4A267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59" creationId="{59B92C02-A34D-9E27-98A1-5EBC656E8B0A}"/>
          </ac:spMkLst>
        </pc:spChg>
        <pc:spChg chg="del">
          <ac:chgData name="이민재" userId="f97f16f7-28a5-49bd-9e05-fb3ef63d7997" providerId="ADAL" clId="{3604D2DB-B0B3-4E35-9EDA-42455EF74A6C}" dt="2023-06-14T09:02:27.104" v="16490" actId="478"/>
          <ac:spMkLst>
            <pc:docMk/>
            <pc:sldMk cId="2402509497" sldId="872"/>
            <ac:spMk id="60" creationId="{4262C58C-D14E-C44F-F5DB-2F65C1BE1045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9:09:43.677" v="16948" actId="20577"/>
          <ac:spMkLst>
            <pc:docMk/>
            <pc:sldMk cId="2402509497" sldId="872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9:02:23.342" v="16488" actId="20577"/>
          <ac:spMkLst>
            <pc:docMk/>
            <pc:sldMk cId="2402509497" sldId="872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9:02:19.006" v="16484" actId="20577"/>
          <ac:spMkLst>
            <pc:docMk/>
            <pc:sldMk cId="2402509497" sldId="872"/>
            <ac:spMk id="263" creationId="{6B1412C0-7FC0-579F-C469-92E88CC08681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5" creationId="{061B4503-302C-09B9-D846-51665D944706}"/>
          </ac:spMkLst>
        </pc:spChg>
        <pc:spChg chg="del">
          <ac:chgData name="이민재" userId="f97f16f7-28a5-49bd-9e05-fb3ef63d7997" providerId="ADAL" clId="{3604D2DB-B0B3-4E35-9EDA-42455EF74A6C}" dt="2023-06-14T09:02:20.661" v="16485" actId="478"/>
          <ac:spMkLst>
            <pc:docMk/>
            <pc:sldMk cId="2402509497" sldId="872"/>
            <ac:spMk id="758" creationId="{BDE8B741-4A98-90B5-6C68-0AD6C330350B}"/>
          </ac:spMkLst>
        </pc:spChg>
        <pc:spChg chg="del">
          <ac:chgData name="이민재" userId="f97f16f7-28a5-49bd-9e05-fb3ef63d7997" providerId="ADAL" clId="{3604D2DB-B0B3-4E35-9EDA-42455EF74A6C}" dt="2023-06-14T09:02:20.661" v="16485" actId="478"/>
          <ac:spMkLst>
            <pc:docMk/>
            <pc:sldMk cId="2402509497" sldId="872"/>
            <ac:spMk id="759" creationId="{6F720FD8-E0BA-4896-B25E-4AD33894FCC8}"/>
          </ac:spMkLst>
        </pc:spChg>
        <pc:spChg chg="del">
          <ac:chgData name="이민재" userId="f97f16f7-28a5-49bd-9e05-fb3ef63d7997" providerId="ADAL" clId="{3604D2DB-B0B3-4E35-9EDA-42455EF74A6C}" dt="2023-06-14T09:02:22.015" v="16486" actId="478"/>
          <ac:spMkLst>
            <pc:docMk/>
            <pc:sldMk cId="2402509497" sldId="872"/>
            <ac:spMk id="789" creationId="{71FB1843-C8C6-E6BB-E022-DB95DCACCD12}"/>
          </ac:spMkLst>
        </pc:spChg>
        <pc:spChg chg="del">
          <ac:chgData name="이민재" userId="f97f16f7-28a5-49bd-9e05-fb3ef63d7997" providerId="ADAL" clId="{3604D2DB-B0B3-4E35-9EDA-42455EF74A6C}" dt="2023-06-14T09:02:22.015" v="16486" actId="478"/>
          <ac:spMkLst>
            <pc:docMk/>
            <pc:sldMk cId="2402509497" sldId="872"/>
            <ac:spMk id="790" creationId="{FA810792-52D2-5037-104F-E4804D0556D0}"/>
          </ac:spMkLst>
        </pc:spChg>
        <pc:spChg chg="mod">
          <ac:chgData name="이민재" userId="f97f16f7-28a5-49bd-9e05-fb3ef63d7997" providerId="ADAL" clId="{3604D2DB-B0B3-4E35-9EDA-42455EF74A6C}" dt="2023-06-14T09:02:45.337" v="16500" actId="20577"/>
          <ac:spMkLst>
            <pc:docMk/>
            <pc:sldMk cId="2402509497" sldId="872"/>
            <ac:spMk id="793" creationId="{4B608BA3-09A9-7AF5-D2B7-984EC86D64A9}"/>
          </ac:spMkLst>
        </pc:spChg>
        <pc:spChg chg="mod">
          <ac:chgData name="이민재" userId="f97f16f7-28a5-49bd-9e05-fb3ef63d7997" providerId="ADAL" clId="{3604D2DB-B0B3-4E35-9EDA-42455EF74A6C}" dt="2023-06-14T09:10:22.035" v="16993" actId="1035"/>
          <ac:spMkLst>
            <pc:docMk/>
            <pc:sldMk cId="2402509497" sldId="872"/>
            <ac:spMk id="2253" creationId="{F58FA68C-FFBF-BD16-3C99-21E9F9E8C6B4}"/>
          </ac:spMkLst>
        </pc:sp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756" creationId="{CAD6F110-2CAB-FF98-D962-C4DB8C5DFE5A}"/>
          </ac:cxnSpMkLst>
        </pc:cxnChg>
      </pc:sldChg>
      <pc:sldChg chg="addSp delSp modSp new del mod">
        <pc:chgData name="이민재" userId="f97f16f7-28a5-49bd-9e05-fb3ef63d7997" providerId="ADAL" clId="{3604D2DB-B0B3-4E35-9EDA-42455EF74A6C}" dt="2023-06-14T10:28:25.101" v="17382" actId="47"/>
        <pc:sldMkLst>
          <pc:docMk/>
          <pc:sldMk cId="156517493" sldId="873"/>
        </pc:sldMkLst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6" creationId="{387A630B-06A4-3494-534C-4BE879BDC374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21" creationId="{F50AC471-1CDB-92E4-8631-5DEC6D87FD56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36" creationId="{F75E6D7B-2839-332A-FCB9-2B5461F6FF7C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51" creationId="{7DC12E5D-BB08-760A-04A2-E4C6BCC10F7B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66" creationId="{5F2FAEEB-6696-8C48-4B25-B6924C1435E2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81" creationId="{ADFB7FB7-6DFB-B819-C117-DB23BBB216D9}"/>
          </ac:spMkLst>
        </pc:spChg>
        <pc:spChg chg="add del mod">
          <ac:chgData name="이민재" userId="f97f16f7-28a5-49bd-9e05-fb3ef63d7997" providerId="ADAL" clId="{3604D2DB-B0B3-4E35-9EDA-42455EF74A6C}" dt="2023-06-14T09:04:43.716" v="16588" actId="478"/>
          <ac:spMkLst>
            <pc:docMk/>
            <pc:sldMk cId="156517493" sldId="873"/>
            <ac:spMk id="95" creationId="{B3D0C93D-8AF8-2987-CCF6-84224375824F}"/>
          </ac:spMkLst>
        </pc:spChg>
        <pc:spChg chg="add 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97" creationId="{2317D536-3496-5A8B-0ACF-83FC772428F7}"/>
          </ac:spMkLst>
        </pc:spChg>
        <pc:spChg chg="add mod">
          <ac:chgData name="이민재" userId="f97f16f7-28a5-49bd-9e05-fb3ef63d7997" providerId="ADAL" clId="{3604D2DB-B0B3-4E35-9EDA-42455EF74A6C}" dt="2023-06-14T09:05:38.490" v="16668" actId="1038"/>
          <ac:spMkLst>
            <pc:docMk/>
            <pc:sldMk cId="156517493" sldId="873"/>
            <ac:spMk id="98" creationId="{2D966049-F06F-1B6B-3925-C8FB83887469}"/>
          </ac:spMkLst>
        </pc:s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5" creationId="{91328BCD-7986-AA07-5DCE-2651F0C556D0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20" creationId="{7B2BA73F-E425-EF05-1358-61331D7622E9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35" creationId="{D60D4642-DC54-0CE5-7DD6-31CE61E6A988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50" creationId="{19CDA23A-04FF-3428-280E-B27638403E21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65" creationId="{37048DCB-0A38-E2DF-590C-5FF75D450506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80" creationId="{1E8A15E7-0F1D-CE81-DA2B-2C5BDC324F6F}"/>
          </ac:grpSpMkLst>
        </pc:grp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" creationId="{B9A7E1D9-6628-2841-B71E-B55DEA50D2A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" creationId="{3E0EEB3D-ED57-7754-32A6-25622AB4EFA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" creationId="{E20B8960-8FF0-510D-7505-6B0C4851CBB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0" creationId="{A4219A83-B5B1-F6F4-1EE6-D8F3CE85217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1" creationId="{7F497FA5-9335-B282-64C0-7C045611C1B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2" creationId="{1EFB6E90-3E3B-D052-EE9C-2C8C607F89E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3" creationId="{59ABF757-C1C7-29C1-F4D8-CD7C4D29BFB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4" creationId="{B1ABCBD2-7967-2736-640C-E54830F41833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5" creationId="{616F6709-36B1-E6EE-F3FB-0E4CFA18876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6" creationId="{A163AD43-BC19-6248-4229-B4AA8AEB304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7" creationId="{9BC53444-4878-FFF4-F120-DDDE09E325F3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8" creationId="{E503D627-7432-0D57-5C98-0308D067D9E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9" creationId="{3820FC2C-7869-6C5C-41F0-E827DB476D3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2" creationId="{B5F1EDE6-99F8-EB7C-8D1D-1ED8FE1FB82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3" creationId="{BE224668-03E3-9EAE-CC47-26B83A8F094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4" creationId="{C710A632-FFB1-EE39-25C3-E944001DD2B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5" creationId="{14172091-0EBE-A766-2E76-7C28F3F9671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6" creationId="{B818FA37-64AE-AEFB-20C6-56E263759A8B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7" creationId="{152B8125-8447-5F93-1E7E-203B63181D3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8" creationId="{31842D2D-DFFA-EC76-8DA4-6CA40E09CDF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9" creationId="{42087A52-0948-B44D-A9BC-EFA115363BF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0" creationId="{6B13FF1E-D61A-B4DA-80AA-6CAE069AA5C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1" creationId="{BEB487B5-4575-10F0-D58D-151C66C9544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2" creationId="{94771509-5BFF-C031-B9CC-AB134C732D8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3" creationId="{9BB398A0-B061-72FA-F5B5-00A9D8663B9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4" creationId="{F6950229-B4B2-53CC-0035-A0B1000E78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7" creationId="{9877B963-4429-7FD0-F90C-D877AA24DF8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8" creationId="{733F6FCC-4164-1AD9-082F-17FD96EF32B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9" creationId="{E1A5C60F-015B-0281-DC8F-9329B366A781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0" creationId="{AA36DFCD-562D-A4E2-B1B3-C88BDF9718D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1" creationId="{8B51FA2A-F374-F115-FA41-80E9B5C421C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2" creationId="{68637B1F-C191-2F7C-8E55-2C6182E57C4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3" creationId="{54A5902D-97A4-3044-F003-266B644DC5C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4" creationId="{C13DFA14-A8CB-2B7C-F0E7-BDF348A476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5" creationId="{256539E3-B9D4-0301-082F-3A9FEEC6AEE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6" creationId="{94455ED4-038B-2643-2ABA-C8ED23D9F64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7" creationId="{3798661F-200B-5855-502E-EB2F35DC510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8" creationId="{DD0830DA-F35A-C9DC-386D-68C46450600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9" creationId="{D42C34F4-3397-4BB7-6A07-AF9FEDB25FA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2" creationId="{E0C02A3B-26E2-623B-75C4-FBB624D574E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3" creationId="{F9EC6BCF-7804-3C3B-921A-26D8CBA1177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4" creationId="{61AC2A74-6AD8-4B13-8B14-756A9F5B2DA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5" creationId="{6C5FE7DB-60D4-A0A2-F7A9-514A3DA7CE6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6" creationId="{C217B8F4-5124-1B1B-6BE7-13C644D6557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7" creationId="{3BFEC7CF-62B2-929D-48E4-51B50A9748B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8" creationId="{1E82818E-5627-9D7D-E8E5-5B3B5680504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9" creationId="{B05AC1F3-9E47-C4F5-E665-B3FEC412A57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0" creationId="{27496156-1F97-A2BD-9ABD-55BD64349E3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1" creationId="{3ADB9B21-22CE-7329-B1CD-49532CFAEDF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2" creationId="{06B8FC18-8D5D-C81B-F65A-DBE3DF01E4C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3" creationId="{437D6940-D1B0-DDCA-7438-C352F2CD524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4" creationId="{81469F6E-E49B-AF7D-11DA-BA1B8ECCCC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7" creationId="{E876E96A-C2B3-0AE4-BF6A-E244AF41388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8" creationId="{1DB97459-4EC7-6F57-B4B4-BE2D736C3D5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9" creationId="{31923B98-CA20-1942-2F00-84A5B1876AC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0" creationId="{039DF16D-93FD-780A-AA9F-D828C2FB802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1" creationId="{9CBDEF25-F7EE-D6C9-B40A-12E3A09E1B5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2" creationId="{2A3E8F21-D252-050B-5A44-36AB26CACBC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3" creationId="{BBCCE380-DFAD-69A3-B247-C3FABFD4559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4" creationId="{6B899AB6-0517-F3F2-978C-3E55F0613B2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5" creationId="{70CCF5CA-F3BB-3ED0-D432-4C20F0605E8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6" creationId="{FA82F861-E853-1233-7136-9307772897D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7" creationId="{B52E9D40-925A-BB4D-4DCD-7A66EA2FBD3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8" creationId="{BC7D968C-DD7B-84F4-9B7E-093EBF7EB94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9" creationId="{F749DD9D-786E-84A0-7441-F7326F7C5A4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2" creationId="{988922F5-ECC7-4F5B-700A-1C3B5E69C42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3" creationId="{5ECD037C-AE1A-E6D3-F895-87AA68AAA9D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4" creationId="{697E7EB4-588E-C8D4-3121-7E201D31F74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5" creationId="{463BF890-8AF5-5DE5-28FF-8F184F875CD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6" creationId="{D00CDA0C-C156-E85A-5C7C-C19097F062B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7" creationId="{4CD67360-D58A-2A9C-9327-2017420C7A6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8" creationId="{3FAB933B-E130-A8B2-870B-4CB33921292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9" creationId="{7E3C1B03-539E-D076-2D9A-792A5852FA2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0" creationId="{21BC4717-E3B7-9EBB-9EF0-B01108BD322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1" creationId="{1FB81D7C-E122-4C66-E63D-D4660C18591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2" creationId="{A508F3A8-3066-B52F-6BD9-E4A52CC6679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3" creationId="{3C111387-CABC-1A4F-B4DF-13921497272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4" creationId="{ED211FF9-0039-955A-F222-D5809BEECFAB}"/>
          </ac:cxnSpMkLst>
        </pc:cxnChg>
        <pc:cxnChg chg="add mod">
          <ac:chgData name="이민재" userId="f97f16f7-28a5-49bd-9e05-fb3ef63d7997" providerId="ADAL" clId="{3604D2DB-B0B3-4E35-9EDA-42455EF74A6C}" dt="2023-06-14T09:04:43.716" v="16588" actId="478"/>
          <ac:cxnSpMkLst>
            <pc:docMk/>
            <pc:sldMk cId="156517493" sldId="873"/>
            <ac:cxnSpMk id="96" creationId="{6C2F9890-BD10-98D5-0B5A-58EFF6C41A81}"/>
          </ac:cxnSpMkLst>
        </pc:cxnChg>
      </pc:sldChg>
      <pc:sldChg chg="modSp add del mod">
        <pc:chgData name="이민재" userId="f97f16f7-28a5-49bd-9e05-fb3ef63d7997" providerId="ADAL" clId="{3604D2DB-B0B3-4E35-9EDA-42455EF74A6C}" dt="2023-06-14T09:11:01.672" v="16999" actId="47"/>
        <pc:sldMkLst>
          <pc:docMk/>
          <pc:sldMk cId="525620001" sldId="874"/>
        </pc:sldMkLst>
        <pc:spChg chg="mod">
          <ac:chgData name="이민재" userId="f97f16f7-28a5-49bd-9e05-fb3ef63d7997" providerId="ADAL" clId="{3604D2DB-B0B3-4E35-9EDA-42455EF74A6C}" dt="2023-06-14T09:10:10.337" v="16976" actId="1036"/>
          <ac:spMkLst>
            <pc:docMk/>
            <pc:sldMk cId="525620001" sldId="874"/>
            <ac:spMk id="2252" creationId="{97963E91-B41A-254D-F5B1-06A8576F4A54}"/>
          </ac:spMkLst>
        </pc:spChg>
      </pc:sldChg>
      <pc:sldChg chg="addSp delSp modSp add mod">
        <pc:chgData name="이민재" userId="f97f16f7-28a5-49bd-9e05-fb3ef63d7997" providerId="ADAL" clId="{3604D2DB-B0B3-4E35-9EDA-42455EF74A6C}" dt="2023-06-15T04:52:26.289" v="20207" actId="478"/>
        <pc:sldMkLst>
          <pc:docMk/>
          <pc:sldMk cId="1733844564" sldId="875"/>
        </pc:sldMkLst>
        <pc:spChg chg="mod">
          <ac:chgData name="이민재" userId="f97f16f7-28a5-49bd-9e05-fb3ef63d7997" providerId="ADAL" clId="{3604D2DB-B0B3-4E35-9EDA-42455EF74A6C}" dt="2023-06-14T09:12:20.392" v="17074" actId="20577"/>
          <ac:spMkLst>
            <pc:docMk/>
            <pc:sldMk cId="1733844564" sldId="875"/>
            <ac:spMk id="2" creationId="{F9F06A6F-0BCD-99C7-D174-B211DE49F16A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6" creationId="{83A2C5FF-8D33-FC9D-06FB-AEFE1AFAE3F7}"/>
          </ac:spMkLst>
        </pc:spChg>
        <pc:spChg chg="mod">
          <ac:chgData name="이민재" userId="f97f16f7-28a5-49bd-9e05-fb3ef63d7997" providerId="ADAL" clId="{3604D2DB-B0B3-4E35-9EDA-42455EF74A6C}" dt="2023-06-14T09:11:50.884" v="17066" actId="20577"/>
          <ac:spMkLst>
            <pc:docMk/>
            <pc:sldMk cId="1733844564" sldId="875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8" creationId="{D5D09138-71F9-EA16-5A87-8F760FACBAFF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5" creationId="{11DA80E8-A2D3-EA18-C828-FC1F208BE893}"/>
          </ac:spMkLst>
        </pc:spChg>
        <pc:spChg chg="del">
          <ac:chgData name="이민재" userId="f97f16f7-28a5-49bd-9e05-fb3ef63d7997" providerId="ADAL" clId="{3604D2DB-B0B3-4E35-9EDA-42455EF74A6C}" dt="2023-06-14T09:11:53.526" v="17068" actId="478"/>
          <ac:spMkLst>
            <pc:docMk/>
            <pc:sldMk cId="1733844564" sldId="875"/>
            <ac:spMk id="15" creationId="{B3008D4E-8286-DEC6-638B-25198F3A1BD2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6" creationId="{B3289156-7922-E6A2-C24E-51568C48AE44}"/>
          </ac:spMkLst>
        </pc:spChg>
        <pc:spChg chg="add del mod">
          <ac:chgData name="이민재" userId="f97f16f7-28a5-49bd-9e05-fb3ef63d7997" providerId="ADAL" clId="{3604D2DB-B0B3-4E35-9EDA-42455EF74A6C}" dt="2023-06-15T04:46:50.111" v="19986" actId="478"/>
          <ac:spMkLst>
            <pc:docMk/>
            <pc:sldMk cId="1733844564" sldId="875"/>
            <ac:spMk id="17" creationId="{EB879325-CF36-6860-5BAE-8E7CEBBFD609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8" creationId="{EEFA36F5-18FC-14BA-CADF-0F5376A300B6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9" creationId="{1445FABA-B6D9-FF2F-103B-CB4A22D9BCC3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20" creationId="{900694DE-0C39-576D-23F3-CBA9F2A77D35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21" creationId="{9A41F331-F7E7-1A20-1217-F92B873F19D3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2" creationId="{C65BF46C-D531-6621-BA87-562C5D4E7499}"/>
          </ac:spMkLst>
        </pc:spChg>
        <pc:spChg chg="add mod">
          <ac:chgData name="이민재" userId="f97f16f7-28a5-49bd-9e05-fb3ef63d7997" providerId="ADAL" clId="{3604D2DB-B0B3-4E35-9EDA-42455EF74A6C}" dt="2023-06-14T10:33:30.966" v="17685" actId="1076"/>
          <ac:spMkLst>
            <pc:docMk/>
            <pc:sldMk cId="1733844564" sldId="875"/>
            <ac:spMk id="23" creationId="{29090FD0-C5F3-BA90-DE73-089842D458D3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4" creationId="{18551631-07EC-D0B2-51F6-2FD06D2E7BF3}"/>
          </ac:spMkLst>
        </pc:spChg>
        <pc:spChg chg="add del mod">
          <ac:chgData name="이민재" userId="f97f16f7-28a5-49bd-9e05-fb3ef63d7997" providerId="ADAL" clId="{3604D2DB-B0B3-4E35-9EDA-42455EF74A6C}" dt="2023-06-14T10:33:41.642" v="17689" actId="478"/>
          <ac:spMkLst>
            <pc:docMk/>
            <pc:sldMk cId="1733844564" sldId="875"/>
            <ac:spMk id="24" creationId="{917CCE3F-53DA-24BF-17B3-5DF2482EADF2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5" creationId="{B9E9B35B-4699-407A-E112-D0768EE74D98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6" creationId="{A5F9CF6D-524E-E6C8-31CB-74CCBDEEEDC0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7" creationId="{3098C460-BBCE-B702-DEC1-E7CFC8FFAF98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8" creationId="{41732693-DD7A-130E-9543-2411A9343EE0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9" creationId="{9544A95F-CB76-CFDB-CF26-B90740AC606D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0" creationId="{F2938BDA-71BC-3557-7201-6E60D5B54B5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1" creationId="{AD440280-C284-41E1-D0D6-B9639C961696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2" creationId="{7A4A0C71-532A-A6B6-995F-6E8F1B183094}"/>
          </ac:spMkLst>
        </pc:spChg>
        <pc:spChg chg="mod">
          <ac:chgData name="이민재" userId="f97f16f7-28a5-49bd-9e05-fb3ef63d7997" providerId="ADAL" clId="{3604D2DB-B0B3-4E35-9EDA-42455EF74A6C}" dt="2023-06-14T09:14:50.339" v="17079" actId="20577"/>
          <ac:spMkLst>
            <pc:docMk/>
            <pc:sldMk cId="1733844564" sldId="875"/>
            <ac:spMk id="33" creationId="{0A2E2F21-7E2D-5853-5009-3C880266ADB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3" creationId="{33DFC414-87C1-A46D-71BE-711A53FBE082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4" creationId="{2A3CF849-7633-74F8-6288-7A1BDDB1CCB7}"/>
          </ac:spMkLst>
        </pc:spChg>
        <pc:spChg chg="mod">
          <ac:chgData name="이민재" userId="f97f16f7-28a5-49bd-9e05-fb3ef63d7997" providerId="ADAL" clId="{3604D2DB-B0B3-4E35-9EDA-42455EF74A6C}" dt="2023-06-14T09:14:52.796" v="17080" actId="20577"/>
          <ac:spMkLst>
            <pc:docMk/>
            <pc:sldMk cId="1733844564" sldId="875"/>
            <ac:spMk id="34" creationId="{BAE098C0-0D15-8987-1013-E88B3D30658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6" creationId="{5723BAE8-A14D-7B06-F961-235A24E79BC9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7" creationId="{11FEA0A2-E3C8-ED1F-9A7F-EB3E7A7814C9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8" creationId="{806503EC-C613-DB25-C209-13814A466003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9" creationId="{E9E80488-6ABF-E40D-ED37-D83FB37F7E3A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0" creationId="{8F5B95B7-019B-2A6F-553E-B00FBDC91A70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1" creationId="{571EF4AF-2D64-2A60-68BA-483B29D38A58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2" creationId="{410089A4-5E88-294B-DF13-9D11AA9DCAF1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3" creationId="{4FCC79B2-2D92-13B0-CC44-E4F010841FAA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4" creationId="{A25BFCFD-93AE-5F67-0459-4A2E58BBDADC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5" creationId="{EFCE0D43-F649-BB73-5133-D0365BAC46C8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49" creationId="{80E6B8DB-59B8-ACA0-4059-694FA6352139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0" creationId="{A67333A7-449B-D469-E87F-30774AFFA626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1" creationId="{F97B8516-10F6-CF46-B45E-FCC3D2080CF5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2" creationId="{8E0BC80E-9D07-DEBD-1525-8BB5B9F503DC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3" creationId="{7217942A-FBBC-2739-DE47-C338BDEC7566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4" creationId="{6E40F141-10F8-3C00-949B-F84ED74CDFF7}"/>
          </ac:spMkLst>
        </pc:spChg>
        <pc:spChg chg="mod">
          <ac:chgData name="이민재" userId="f97f16f7-28a5-49bd-9e05-fb3ef63d7997" providerId="ADAL" clId="{3604D2DB-B0B3-4E35-9EDA-42455EF74A6C}" dt="2023-06-14T09:12:17.232" v="17072" actId="20577"/>
          <ac:spMkLst>
            <pc:docMk/>
            <pc:sldMk cId="1733844564" sldId="875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5" creationId="{C6DDB73F-7D6E-EA33-B785-1B13DF3FA64A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6" creationId="{1651D49F-C62E-B529-1CD3-C837E793D34D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7" creationId="{768856BB-7598-41A1-D0F9-98DF8367137A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59" creationId="{79ABAE9E-4BA0-DA53-806F-3A1EE91C60F4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0" creationId="{3B3CF6D4-21BA-FC03-2BE3-54C4D8040917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1" creationId="{6AE6F110-E48C-3B7E-DB95-361A9DA8543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2" creationId="{676F0392-7E2A-F65A-B161-A00725C0A9D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3" creationId="{D2781098-190E-E611-AEDC-C7EF2DF07E1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6" creationId="{6F0D4A93-3B98-EA7D-02FE-36771591D559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7" creationId="{1302FD2D-631F-FC69-2C06-B562D0BD1A05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8" creationId="{442598B5-828B-D977-149E-3883D467FE98}"/>
          </ac:spMkLst>
        </pc:spChg>
        <pc:spChg chg="mod">
          <ac:chgData name="이민재" userId="f97f16f7-28a5-49bd-9e05-fb3ef63d7997" providerId="ADAL" clId="{3604D2DB-B0B3-4E35-9EDA-42455EF74A6C}" dt="2023-06-14T09:14:55.611" v="17081" actId="20577"/>
          <ac:spMkLst>
            <pc:docMk/>
            <pc:sldMk cId="1733844564" sldId="875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9" creationId="{A66B5742-F2E7-7ACE-6C4D-B96B633D42DA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1" creationId="{3155C2ED-FCF4-AF6A-1CDF-7B9FFD0452CB}"/>
          </ac:spMkLst>
        </pc:spChg>
        <pc:spChg chg="mod">
          <ac:chgData name="이민재" userId="f97f16f7-28a5-49bd-9e05-fb3ef63d7997" providerId="ADAL" clId="{3604D2DB-B0B3-4E35-9EDA-42455EF74A6C}" dt="2023-06-14T09:12:14.271" v="17070" actId="20577"/>
          <ac:spMkLst>
            <pc:docMk/>
            <pc:sldMk cId="1733844564" sldId="875"/>
            <ac:spMk id="261" creationId="{683A7A53-980D-4F85-04DA-F0233984BD0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2" creationId="{872D6B3C-0012-560D-43BE-87EA5B3EB74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3" creationId="{3CBD9007-60F4-D70C-8B44-10E15C1416A5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4" creationId="{0AA36488-E164-6892-F32C-62699607DF20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5" creationId="{9E15CCE2-455E-985E-CA58-748C2D54649A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6" creationId="{61199B9E-D4B5-B481-331C-25EA8AC15F48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7" creationId="{94E86AFE-E821-9308-974F-9CF8DDD6B57E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8" creationId="{8D7F02F9-6685-80A0-DD20-BC0130C84B1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9" creationId="{478FE2BE-277C-2D1C-F5F3-1638364BEFE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2" creationId="{C370A772-3167-3F01-8F30-50880DBEC37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3" creationId="{5A156BBB-D19C-C03C-A83A-B5300C3DC34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4" creationId="{DD0630B6-67AD-2DD9-629A-5D296065E5C6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5" creationId="{5F19C9F0-5D5C-1865-F0DF-07C401E3177D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6" creationId="{9EAC65FF-38D1-FA2D-C0B6-517A28E240AA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7" creationId="{E3EDB531-992F-58DE-87E4-9A9D940719CD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8" creationId="{AD5F51C3-DBA7-D99E-BE38-5F248A4312D3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9" creationId="{7F8D7CCD-9A31-212A-FE52-ADCDB3223C6F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80" creationId="{3ADBD550-5A60-DD6B-1530-8E73A6B2DB2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1" creationId="{71B2D200-D06F-045B-CC71-ED0BF63357D6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2" creationId="{B16118B9-4465-7E22-4F52-F2D6E865D285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3" creationId="{98071521-2551-A322-82E4-FBFB259A4F9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4" creationId="{063559D6-A8B3-F9E1-9D1B-7ED49C16D05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5" creationId="{8E299F52-0028-972A-8116-774C9BF3ECE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6" creationId="{C11AF8DD-BF27-EA93-EE4D-E1639240B31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7" creationId="{CEAF1BDA-1D26-02CD-1245-51F2FD8AC38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8" creationId="{E86025C1-C80D-965C-36BC-3E0FD2E24D5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9" creationId="{C74BB439-7530-9F56-2098-B91EF1FFDA0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5" creationId="{3F68AD18-A7B4-B712-15AE-A7994D439E88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6" creationId="{364B1C75-B187-AB7B-239A-FE33C32E073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7" creationId="{A4471B57-B6FF-CBC2-5D6E-BA24C92C2DFF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8" creationId="{FD91DD55-406E-9AA7-7114-5CD13479B379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9" creationId="{8382B6B5-90B5-5CDE-A64D-CB3F153AA18F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0" creationId="{865421E5-6B9B-ED74-98BD-4A073F8050E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1" creationId="{3481514B-1D49-BF9A-2E62-E1E9D8D2F20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2" creationId="{A5248F03-05E9-0726-5CA6-04ACC086EA11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3" creationId="{093E9933-A812-17C5-95C7-6263F6B5CA09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4" creationId="{1482DFFF-6BD8-F282-EB64-0634DEA0D280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5" creationId="{B60C5DAF-EBDD-B333-3EB0-6A6E4D241A0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6" creationId="{E15EA587-AA74-64B7-2ED8-C03998007880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7" creationId="{E310F534-BDBE-81B4-8EC8-B26636AEABE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8" creationId="{CE8531A2-F7BF-C86A-36E3-19C43AC41C2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9" creationId="{C74FBE2B-BD7A-6BC0-5D6F-B9EA26DD5C8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0" creationId="{C1D78EF5-2679-DB57-1E56-D044E6E4CEA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1" creationId="{6C1FBB34-AE55-D497-C335-13CDB417CE2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2" creationId="{5D24CD21-3B8B-B800-3ACE-E2B993D7980D}"/>
          </ac:spMkLst>
        </pc:spChg>
        <pc:spChg chg="del">
          <ac:chgData name="이민재" userId="f97f16f7-28a5-49bd-9e05-fb3ef63d7997" providerId="ADAL" clId="{3604D2DB-B0B3-4E35-9EDA-42455EF74A6C}" dt="2023-06-14T09:11:04.950" v="17000" actId="478"/>
          <ac:spMkLst>
            <pc:docMk/>
            <pc:sldMk cId="1733844564" sldId="875"/>
            <ac:spMk id="753" creationId="{C6BD47FC-F69D-6F8B-52F9-DD5BEA50C04E}"/>
          </ac:spMkLst>
        </pc:spChg>
        <pc:spChg chg="del">
          <ac:chgData name="이민재" userId="f97f16f7-28a5-49bd-9e05-fb3ef63d7997" providerId="ADAL" clId="{3604D2DB-B0B3-4E35-9EDA-42455EF74A6C}" dt="2023-06-14T09:11:05.765" v="17001" actId="478"/>
          <ac:spMkLst>
            <pc:docMk/>
            <pc:sldMk cId="1733844564" sldId="875"/>
            <ac:spMk id="754" creationId="{EB257424-4F0E-E7FE-3AFC-847AAD6BEA4A}"/>
          </ac:spMkLst>
        </pc:spChg>
        <pc:spChg chg="del">
          <ac:chgData name="이민재" userId="f97f16f7-28a5-49bd-9e05-fb3ef63d7997" providerId="ADAL" clId="{3604D2DB-B0B3-4E35-9EDA-42455EF74A6C}" dt="2023-06-14T09:11:06.656" v="17002" actId="478"/>
          <ac:spMkLst>
            <pc:docMk/>
            <pc:sldMk cId="1733844564" sldId="875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14T09:12:24.400" v="17076" actId="20577"/>
          <ac:spMkLst>
            <pc:docMk/>
            <pc:sldMk cId="1733844564" sldId="875"/>
            <ac:spMk id="772" creationId="{C7E0DF9F-2888-2897-F6E3-E4223817E7E6}"/>
          </ac:spMkLst>
        </pc:spChg>
        <pc:grpChg chg="add del mod">
          <ac:chgData name="이민재" userId="f97f16f7-28a5-49bd-9e05-fb3ef63d7997" providerId="ADAL" clId="{3604D2DB-B0B3-4E35-9EDA-42455EF74A6C}" dt="2023-06-15T04:48:01.768" v="20027" actId="164"/>
          <ac:grpSpMkLst>
            <pc:docMk/>
            <pc:sldMk cId="1733844564" sldId="875"/>
            <ac:grpSpMk id="46" creationId="{B46CED1E-1362-6DD6-3C53-B9104C6CD1E2}"/>
          </ac:grpSpMkLst>
        </pc:grpChg>
        <pc:grpChg chg="add mod">
          <ac:chgData name="이민재" userId="f97f16f7-28a5-49bd-9e05-fb3ef63d7997" providerId="ADAL" clId="{3604D2DB-B0B3-4E35-9EDA-42455EF74A6C}" dt="2023-06-15T04:48:07.361" v="20033" actId="164"/>
          <ac:grpSpMkLst>
            <pc:docMk/>
            <pc:sldMk cId="1733844564" sldId="875"/>
            <ac:grpSpMk id="47" creationId="{9F54CA26-DD1A-DD80-97DE-309297E10DB6}"/>
          </ac:grpSpMkLst>
        </pc:grpChg>
        <pc:grpChg chg="add mod">
          <ac:chgData name="이민재" userId="f97f16f7-28a5-49bd-9e05-fb3ef63d7997" providerId="ADAL" clId="{3604D2DB-B0B3-4E35-9EDA-42455EF74A6C}" dt="2023-06-15T04:48:20.356" v="20094" actId="1036"/>
          <ac:grpSpMkLst>
            <pc:docMk/>
            <pc:sldMk cId="1733844564" sldId="875"/>
            <ac:grpSpMk id="48" creationId="{392BFF6A-982B-48E1-94E7-0E6048BDFD13}"/>
          </ac:grpSpMkLst>
        </pc:grpChg>
        <pc:grpChg chg="add mod">
          <ac:chgData name="이민재" userId="f97f16f7-28a5-49bd-9e05-fb3ef63d7997" providerId="ADAL" clId="{3604D2DB-B0B3-4E35-9EDA-42455EF74A6C}" dt="2023-06-15T04:48:28.012" v="20134" actId="1036"/>
          <ac:grpSpMkLst>
            <pc:docMk/>
            <pc:sldMk cId="1733844564" sldId="875"/>
            <ac:grpSpMk id="58" creationId="{E10ABD8F-329F-1DFE-5E20-BD8622A800A5}"/>
          </ac:grpSpMkLst>
        </pc:grpChg>
        <pc:graphicFrameChg chg="del">
          <ac:chgData name="이민재" userId="f97f16f7-28a5-49bd-9e05-fb3ef63d7997" providerId="ADAL" clId="{3604D2DB-B0B3-4E35-9EDA-42455EF74A6C}" dt="2023-06-14T09:11:52.502" v="17067" actId="478"/>
          <ac:graphicFrameMkLst>
            <pc:docMk/>
            <pc:sldMk cId="1733844564" sldId="875"/>
            <ac:graphicFrameMk id="14" creationId="{FB212D89-53D1-2994-30D5-74B6827147BD}"/>
          </ac:graphicFrameMkLst>
        </pc:graphicFrameChg>
        <pc:cxnChg chg="mod">
          <ac:chgData name="이민재" userId="f97f16f7-28a5-49bd-9e05-fb3ef63d7997" providerId="ADAL" clId="{3604D2DB-B0B3-4E35-9EDA-42455EF74A6C}" dt="2023-06-14T09:11:04.950" v="17000" actId="478"/>
          <ac:cxnSpMkLst>
            <pc:docMk/>
            <pc:sldMk cId="1733844564" sldId="875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11:05.765" v="17001" actId="478"/>
          <ac:cxnSpMkLst>
            <pc:docMk/>
            <pc:sldMk cId="1733844564" sldId="875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11:06.656" v="17002" actId="478"/>
          <ac:cxnSpMkLst>
            <pc:docMk/>
            <pc:sldMk cId="1733844564" sldId="875"/>
            <ac:cxnSpMk id="28" creationId="{DE7523CC-0BD2-8691-D3BA-BA5B26660CB7}"/>
          </ac:cxnSpMkLst>
        </pc:cxnChg>
        <pc:cxnChg chg="add del mod">
          <ac:chgData name="이민재" userId="f97f16f7-28a5-49bd-9e05-fb3ef63d7997" providerId="ADAL" clId="{3604D2DB-B0B3-4E35-9EDA-42455EF74A6C}" dt="2023-06-15T04:49:50.704" v="20172" actId="21"/>
          <ac:cxnSpMkLst>
            <pc:docMk/>
            <pc:sldMk cId="1733844564" sldId="875"/>
            <ac:cxnSpMk id="270" creationId="{FECDC004-D768-3BD6-19FE-7072CB1586FB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10:42:51.945" v="17826"/>
        <pc:sldMkLst>
          <pc:docMk/>
          <pc:sldMk cId="3352677003" sldId="876"/>
        </pc:sldMkLst>
        <pc:spChg chg="del mod">
          <ac:chgData name="이민재" userId="f97f16f7-28a5-49bd-9e05-fb3ef63d7997" providerId="ADAL" clId="{3604D2DB-B0B3-4E35-9EDA-42455EF74A6C}" dt="2023-06-14T10:34:08.815" v="17703" actId="478"/>
          <ac:spMkLst>
            <pc:docMk/>
            <pc:sldMk cId="3352677003" sldId="876"/>
            <ac:spMk id="10" creationId="{23954B94-5710-10D0-E310-829752C9A858}"/>
          </ac:spMkLst>
        </pc:spChg>
        <pc:spChg chg="del">
          <ac:chgData name="이민재" userId="f97f16f7-28a5-49bd-9e05-fb3ef63d7997" providerId="ADAL" clId="{3604D2DB-B0B3-4E35-9EDA-42455EF74A6C}" dt="2023-06-14T10:34:01.180" v="17696" actId="478"/>
          <ac:spMkLst>
            <pc:docMk/>
            <pc:sldMk cId="3352677003" sldId="876"/>
            <ac:spMk id="11" creationId="{86A1AEE9-A96F-D2CB-E958-A3301F0987BE}"/>
          </ac:spMkLst>
        </pc:spChg>
        <pc:spChg chg="del">
          <ac:chgData name="이민재" userId="f97f16f7-28a5-49bd-9e05-fb3ef63d7997" providerId="ADAL" clId="{3604D2DB-B0B3-4E35-9EDA-42455EF74A6C}" dt="2023-06-14T10:34:05.453" v="17698" actId="478"/>
          <ac:spMkLst>
            <pc:docMk/>
            <pc:sldMk cId="3352677003" sldId="876"/>
            <ac:spMk id="12" creationId="{E6681557-EADF-A8CB-6E8D-84B027B7B143}"/>
          </ac:spMkLst>
        </pc:spChg>
        <pc:grpChg chg="del">
          <ac:chgData name="이민재" userId="f97f16f7-28a5-49bd-9e05-fb3ef63d7997" providerId="ADAL" clId="{3604D2DB-B0B3-4E35-9EDA-42455EF74A6C}" dt="2023-06-14T10:34:10.764" v="17706" actId="478"/>
          <ac:grpSpMkLst>
            <pc:docMk/>
            <pc:sldMk cId="3352677003" sldId="876"/>
            <ac:grpSpMk id="870" creationId="{76C1380B-BC1C-3860-08C3-EA0F8D0279FD}"/>
          </ac:grpSpMkLst>
        </pc:grpChg>
        <pc:grpChg chg="del">
          <ac:chgData name="이민재" userId="f97f16f7-28a5-49bd-9e05-fb3ef63d7997" providerId="ADAL" clId="{3604D2DB-B0B3-4E35-9EDA-42455EF74A6C}" dt="2023-06-14T10:34:09.885" v="17705" actId="478"/>
          <ac:grpSpMkLst>
            <pc:docMk/>
            <pc:sldMk cId="3352677003" sldId="876"/>
            <ac:grpSpMk id="885" creationId="{162AF256-8894-0DBD-F0FF-7C8843308FE1}"/>
          </ac:grpSpMkLst>
        </pc:grpChg>
        <pc:grpChg chg="del">
          <ac:chgData name="이민재" userId="f97f16f7-28a5-49bd-9e05-fb3ef63d7997" providerId="ADAL" clId="{3604D2DB-B0B3-4E35-9EDA-42455EF74A6C}" dt="2023-06-14T10:34:09.468" v="17704" actId="478"/>
          <ac:grpSpMkLst>
            <pc:docMk/>
            <pc:sldMk cId="3352677003" sldId="876"/>
            <ac:grpSpMk id="902" creationId="{DA1A1DE0-2205-A513-BD9D-4578E05D2A7C}"/>
          </ac:grpSpMkLst>
        </pc:grpChg>
        <pc:grpChg chg="del">
          <ac:chgData name="이민재" userId="f97f16f7-28a5-49bd-9e05-fb3ef63d7997" providerId="ADAL" clId="{3604D2DB-B0B3-4E35-9EDA-42455EF74A6C}" dt="2023-06-14T10:34:00.793" v="17695" actId="478"/>
          <ac:grpSpMkLst>
            <pc:docMk/>
            <pc:sldMk cId="3352677003" sldId="876"/>
            <ac:grpSpMk id="917" creationId="{6F363D94-C17D-4995-5197-4C8B0C403F23}"/>
          </ac:grpSpMkLst>
        </pc:grpChg>
        <pc:grpChg chg="del">
          <ac:chgData name="이민재" userId="f97f16f7-28a5-49bd-9e05-fb3ef63d7997" providerId="ADAL" clId="{3604D2DB-B0B3-4E35-9EDA-42455EF74A6C}" dt="2023-06-14T10:33:59.605" v="17693" actId="478"/>
          <ac:grpSpMkLst>
            <pc:docMk/>
            <pc:sldMk cId="3352677003" sldId="876"/>
            <ac:grpSpMk id="932" creationId="{5A886F6C-E5BB-8C99-1FED-02CF880D79A7}"/>
          </ac:grpSpMkLst>
        </pc:grpChg>
        <pc:grpChg chg="del">
          <ac:chgData name="이민재" userId="f97f16f7-28a5-49bd-9e05-fb3ef63d7997" providerId="ADAL" clId="{3604D2DB-B0B3-4E35-9EDA-42455EF74A6C}" dt="2023-06-14T10:33:58.987" v="17692" actId="478"/>
          <ac:grpSpMkLst>
            <pc:docMk/>
            <pc:sldMk cId="3352677003" sldId="876"/>
            <ac:grpSpMk id="966" creationId="{373824B4-888D-F898-7B55-6865B0CCDF24}"/>
          </ac:grpSpMkLst>
        </pc:grpChg>
        <pc:grpChg chg="del">
          <ac:chgData name="이민재" userId="f97f16f7-28a5-49bd-9e05-fb3ef63d7997" providerId="ADAL" clId="{3604D2DB-B0B3-4E35-9EDA-42455EF74A6C}" dt="2023-06-14T10:34:19.109" v="17719" actId="478"/>
          <ac:grpSpMkLst>
            <pc:docMk/>
            <pc:sldMk cId="3352677003" sldId="876"/>
            <ac:grpSpMk id="1441" creationId="{66329B53-EDC1-B2C3-6DF1-D77396233FF6}"/>
          </ac:grpSpMkLst>
        </pc:grpChg>
        <pc:grpChg chg="del">
          <ac:chgData name="이민재" userId="f97f16f7-28a5-49bd-9e05-fb3ef63d7997" providerId="ADAL" clId="{3604D2DB-B0B3-4E35-9EDA-42455EF74A6C}" dt="2023-06-14T10:34:17.877" v="17717" actId="478"/>
          <ac:grpSpMkLst>
            <pc:docMk/>
            <pc:sldMk cId="3352677003" sldId="876"/>
            <ac:grpSpMk id="1456" creationId="{D667989B-EBFD-4221-B60E-F9A3E2F0C488}"/>
          </ac:grpSpMkLst>
        </pc:grpChg>
        <pc:grpChg chg="del">
          <ac:chgData name="이민재" userId="f97f16f7-28a5-49bd-9e05-fb3ef63d7997" providerId="ADAL" clId="{3604D2DB-B0B3-4E35-9EDA-42455EF74A6C}" dt="2023-06-14T10:34:06.140" v="17699" actId="478"/>
          <ac:grpSpMkLst>
            <pc:docMk/>
            <pc:sldMk cId="3352677003" sldId="876"/>
            <ac:grpSpMk id="1471" creationId="{9B4BE073-48BF-D427-9110-1B1717117AE2}"/>
          </ac:grpSpMkLst>
        </pc:grpChg>
        <pc:grpChg chg="del">
          <ac:chgData name="이민재" userId="f97f16f7-28a5-49bd-9e05-fb3ef63d7997" providerId="ADAL" clId="{3604D2DB-B0B3-4E35-9EDA-42455EF74A6C}" dt="2023-06-14T10:34:03.475" v="17697" actId="478"/>
          <ac:grpSpMkLst>
            <pc:docMk/>
            <pc:sldMk cId="3352677003" sldId="876"/>
            <ac:grpSpMk id="1486" creationId="{B3184F11-F05D-33DC-9088-25AE7CBDBABF}"/>
          </ac:grpSpMkLst>
        </pc:grpChg>
        <pc:grpChg chg="del">
          <ac:chgData name="이민재" userId="f97f16f7-28a5-49bd-9e05-fb3ef63d7997" providerId="ADAL" clId="{3604D2DB-B0B3-4E35-9EDA-42455EF74A6C}" dt="2023-06-14T10:34:00.010" v="17694" actId="478"/>
          <ac:grpSpMkLst>
            <pc:docMk/>
            <pc:sldMk cId="3352677003" sldId="876"/>
            <ac:grpSpMk id="1501" creationId="{4D78379F-E8A5-8BB8-086C-4EEA697F8C14}"/>
          </ac:grpSpMkLst>
        </pc:grpChg>
        <pc:grpChg chg="del">
          <ac:chgData name="이민재" userId="f97f16f7-28a5-49bd-9e05-fb3ef63d7997" providerId="ADAL" clId="{3604D2DB-B0B3-4E35-9EDA-42455EF74A6C}" dt="2023-06-14T10:33:58.380" v="17691" actId="478"/>
          <ac:grpSpMkLst>
            <pc:docMk/>
            <pc:sldMk cId="3352677003" sldId="876"/>
            <ac:grpSpMk id="1516" creationId="{DA4A2A00-FB9B-6433-D15B-83C0D504E9AC}"/>
          </ac:grpSpMkLst>
        </pc:grpChg>
        <pc:grpChg chg="del">
          <ac:chgData name="이민재" userId="f97f16f7-28a5-49bd-9e05-fb3ef63d7997" providerId="ADAL" clId="{3604D2DB-B0B3-4E35-9EDA-42455EF74A6C}" dt="2023-06-14T10:34:19.534" v="17720" actId="478"/>
          <ac:grpSpMkLst>
            <pc:docMk/>
            <pc:sldMk cId="3352677003" sldId="876"/>
            <ac:grpSpMk id="1621" creationId="{26E39007-5732-2D5F-37F3-613C99BE5130}"/>
          </ac:grpSpMkLst>
        </pc:grpChg>
        <pc:grpChg chg="del">
          <ac:chgData name="이민재" userId="f97f16f7-28a5-49bd-9e05-fb3ef63d7997" providerId="ADAL" clId="{3604D2DB-B0B3-4E35-9EDA-42455EF74A6C}" dt="2023-06-14T10:34:18.541" v="17718" actId="478"/>
          <ac:grpSpMkLst>
            <pc:docMk/>
            <pc:sldMk cId="3352677003" sldId="876"/>
            <ac:grpSpMk id="1636" creationId="{58AC5C87-EF15-DEEF-D589-02CC06FAF05C}"/>
          </ac:grpSpMkLst>
        </pc:grpChg>
        <pc:grpChg chg="del">
          <ac:chgData name="이민재" userId="f97f16f7-28a5-49bd-9e05-fb3ef63d7997" providerId="ADAL" clId="{3604D2DB-B0B3-4E35-9EDA-42455EF74A6C}" dt="2023-06-14T10:34:17.297" v="17716" actId="478"/>
          <ac:grpSpMkLst>
            <pc:docMk/>
            <pc:sldMk cId="3352677003" sldId="876"/>
            <ac:grpSpMk id="1651" creationId="{C93041B2-1CA2-CBD1-858C-6CD8D6B7A4B1}"/>
          </ac:grpSpMkLst>
        </pc:grpChg>
        <pc:grpChg chg="del">
          <ac:chgData name="이민재" userId="f97f16f7-28a5-49bd-9e05-fb3ef63d7997" providerId="ADAL" clId="{3604D2DB-B0B3-4E35-9EDA-42455EF74A6C}" dt="2023-06-14T10:34:16.655" v="17715" actId="478"/>
          <ac:grpSpMkLst>
            <pc:docMk/>
            <pc:sldMk cId="3352677003" sldId="876"/>
            <ac:grpSpMk id="1666" creationId="{28C73966-8052-246B-C46D-F759710F0A4C}"/>
          </ac:grpSpMkLst>
        </pc:grpChg>
        <pc:grpChg chg="del">
          <ac:chgData name="이민재" userId="f97f16f7-28a5-49bd-9e05-fb3ef63d7997" providerId="ADAL" clId="{3604D2DB-B0B3-4E35-9EDA-42455EF74A6C}" dt="2023-06-14T10:34:11.680" v="17707" actId="478"/>
          <ac:grpSpMkLst>
            <pc:docMk/>
            <pc:sldMk cId="3352677003" sldId="876"/>
            <ac:grpSpMk id="1681" creationId="{E6AA7CD3-BF1D-260F-93E9-D4BB1EED11EC}"/>
          </ac:grpSpMkLst>
        </pc:grpChg>
        <pc:grpChg chg="del">
          <ac:chgData name="이민재" userId="f97f16f7-28a5-49bd-9e05-fb3ef63d7997" providerId="ADAL" clId="{3604D2DB-B0B3-4E35-9EDA-42455EF74A6C}" dt="2023-06-14T10:34:06.700" v="17700" actId="478"/>
          <ac:grpSpMkLst>
            <pc:docMk/>
            <pc:sldMk cId="3352677003" sldId="876"/>
            <ac:grpSpMk id="1696" creationId="{273F29E5-BFBA-0908-0D88-E12611DF471F}"/>
          </ac:grpSpMkLst>
        </pc:grpChg>
        <pc:grpChg chg="del">
          <ac:chgData name="이민재" userId="f97f16f7-28a5-49bd-9e05-fb3ef63d7997" providerId="ADAL" clId="{3604D2DB-B0B3-4E35-9EDA-42455EF74A6C}" dt="2023-06-14T10:34:21.870" v="17723" actId="478"/>
          <ac:grpSpMkLst>
            <pc:docMk/>
            <pc:sldMk cId="3352677003" sldId="876"/>
            <ac:grpSpMk id="1711" creationId="{5A9253A3-A654-E073-662A-CC7282A7AFBE}"/>
          </ac:grpSpMkLst>
        </pc:grpChg>
        <pc:grpChg chg="del">
          <ac:chgData name="이민재" userId="f97f16f7-28a5-49bd-9e05-fb3ef63d7997" providerId="ADAL" clId="{3604D2DB-B0B3-4E35-9EDA-42455EF74A6C}" dt="2023-06-14T10:34:20.072" v="17721" actId="478"/>
          <ac:grpSpMkLst>
            <pc:docMk/>
            <pc:sldMk cId="3352677003" sldId="876"/>
            <ac:grpSpMk id="1726" creationId="{7AB6D669-4EE8-D0FD-CC10-AD0D458BF76D}"/>
          </ac:grpSpMkLst>
        </pc:grpChg>
        <pc:grpChg chg="del">
          <ac:chgData name="이민재" userId="f97f16f7-28a5-49bd-9e05-fb3ef63d7997" providerId="ADAL" clId="{3604D2DB-B0B3-4E35-9EDA-42455EF74A6C}" dt="2023-06-14T10:34:20.691" v="17722" actId="478"/>
          <ac:grpSpMkLst>
            <pc:docMk/>
            <pc:sldMk cId="3352677003" sldId="876"/>
            <ac:grpSpMk id="1741" creationId="{5621BB1C-FF17-66E6-79FA-B3519491EB49}"/>
          </ac:grpSpMkLst>
        </pc:grpChg>
        <pc:grpChg chg="del">
          <ac:chgData name="이민재" userId="f97f16f7-28a5-49bd-9e05-fb3ef63d7997" providerId="ADAL" clId="{3604D2DB-B0B3-4E35-9EDA-42455EF74A6C}" dt="2023-06-14T10:34:16.190" v="17714" actId="478"/>
          <ac:grpSpMkLst>
            <pc:docMk/>
            <pc:sldMk cId="3352677003" sldId="876"/>
            <ac:grpSpMk id="1756" creationId="{7CE747EC-E816-9FF9-DAC2-F0A1455454DA}"/>
          </ac:grpSpMkLst>
        </pc:grpChg>
        <pc:grpChg chg="del">
          <ac:chgData name="이민재" userId="f97f16f7-28a5-49bd-9e05-fb3ef63d7997" providerId="ADAL" clId="{3604D2DB-B0B3-4E35-9EDA-42455EF74A6C}" dt="2023-06-14T10:34:12.873" v="17709" actId="478"/>
          <ac:grpSpMkLst>
            <pc:docMk/>
            <pc:sldMk cId="3352677003" sldId="876"/>
            <ac:grpSpMk id="1771" creationId="{99333175-A6FA-9C51-A7F8-96865AC37EA5}"/>
          </ac:grpSpMkLst>
        </pc:grpChg>
        <pc:grpChg chg="del">
          <ac:chgData name="이민재" userId="f97f16f7-28a5-49bd-9e05-fb3ef63d7997" providerId="ADAL" clId="{3604D2DB-B0B3-4E35-9EDA-42455EF74A6C}" dt="2023-06-14T10:34:12.077" v="17708" actId="478"/>
          <ac:grpSpMkLst>
            <pc:docMk/>
            <pc:sldMk cId="3352677003" sldId="876"/>
            <ac:grpSpMk id="1786" creationId="{8CD81D2C-20DE-13C1-2E79-ACE374C1D005}"/>
          </ac:grpSpMkLst>
        </pc:grpChg>
        <pc:grpChg chg="del">
          <ac:chgData name="이민재" userId="f97f16f7-28a5-49bd-9e05-fb3ef63d7997" providerId="ADAL" clId="{3604D2DB-B0B3-4E35-9EDA-42455EF74A6C}" dt="2023-06-14T10:34:27.033" v="17728" actId="478"/>
          <ac:grpSpMkLst>
            <pc:docMk/>
            <pc:sldMk cId="3352677003" sldId="876"/>
            <ac:grpSpMk id="1801" creationId="{62C343D5-5860-3349-C05B-28E10694AD0E}"/>
          </ac:grpSpMkLst>
        </pc:grpChg>
        <pc:grpChg chg="del">
          <ac:chgData name="이민재" userId="f97f16f7-28a5-49bd-9e05-fb3ef63d7997" providerId="ADAL" clId="{3604D2DB-B0B3-4E35-9EDA-42455EF74A6C}" dt="2023-06-14T10:34:28.030" v="17729" actId="478"/>
          <ac:grpSpMkLst>
            <pc:docMk/>
            <pc:sldMk cId="3352677003" sldId="876"/>
            <ac:grpSpMk id="1816" creationId="{52120327-64F0-F99A-520F-3541A76689C3}"/>
          </ac:grpSpMkLst>
        </pc:grpChg>
        <pc:grpChg chg="del">
          <ac:chgData name="이민재" userId="f97f16f7-28a5-49bd-9e05-fb3ef63d7997" providerId="ADAL" clId="{3604D2DB-B0B3-4E35-9EDA-42455EF74A6C}" dt="2023-06-14T10:34:23.385" v="17725" actId="478"/>
          <ac:grpSpMkLst>
            <pc:docMk/>
            <pc:sldMk cId="3352677003" sldId="876"/>
            <ac:grpSpMk id="1831" creationId="{3B933B75-0A86-232A-1CD9-FAD8D2C7FB48}"/>
          </ac:grpSpMkLst>
        </pc:grpChg>
        <pc:grpChg chg="del">
          <ac:chgData name="이민재" userId="f97f16f7-28a5-49bd-9e05-fb3ef63d7997" providerId="ADAL" clId="{3604D2DB-B0B3-4E35-9EDA-42455EF74A6C}" dt="2023-06-14T10:34:22.636" v="17724" actId="478"/>
          <ac:grpSpMkLst>
            <pc:docMk/>
            <pc:sldMk cId="3352677003" sldId="876"/>
            <ac:grpSpMk id="1846" creationId="{E527E591-7598-120C-A200-C9A0B8A01AD5}"/>
          </ac:grpSpMkLst>
        </pc:grpChg>
        <pc:grpChg chg="del">
          <ac:chgData name="이민재" userId="f97f16f7-28a5-49bd-9e05-fb3ef63d7997" providerId="ADAL" clId="{3604D2DB-B0B3-4E35-9EDA-42455EF74A6C}" dt="2023-06-14T10:34:14.981" v="17712" actId="478"/>
          <ac:grpSpMkLst>
            <pc:docMk/>
            <pc:sldMk cId="3352677003" sldId="876"/>
            <ac:grpSpMk id="1861" creationId="{725EED4A-AC46-AE3B-6C7D-A556D8012987}"/>
          </ac:grpSpMkLst>
        </pc:grpChg>
        <pc:grpChg chg="del">
          <ac:chgData name="이민재" userId="f97f16f7-28a5-49bd-9e05-fb3ef63d7997" providerId="ADAL" clId="{3604D2DB-B0B3-4E35-9EDA-42455EF74A6C}" dt="2023-06-14T10:34:13.404" v="17710" actId="478"/>
          <ac:grpSpMkLst>
            <pc:docMk/>
            <pc:sldMk cId="3352677003" sldId="876"/>
            <ac:grpSpMk id="1876" creationId="{5E97F1AD-CB60-B4B3-B0E2-90E2F529A6E5}"/>
          </ac:grpSpMkLst>
        </pc:grpChg>
        <pc:grpChg chg="del">
          <ac:chgData name="이민재" userId="f97f16f7-28a5-49bd-9e05-fb3ef63d7997" providerId="ADAL" clId="{3604D2DB-B0B3-4E35-9EDA-42455EF74A6C}" dt="2023-06-14T10:34:29.093" v="17730" actId="478"/>
          <ac:grpSpMkLst>
            <pc:docMk/>
            <pc:sldMk cId="3352677003" sldId="876"/>
            <ac:grpSpMk id="1891" creationId="{52AF7939-AFA7-3CC8-E805-854FFD758B83}"/>
          </ac:grpSpMkLst>
        </pc:grpChg>
        <pc:grpChg chg="del">
          <ac:chgData name="이민재" userId="f97f16f7-28a5-49bd-9e05-fb3ef63d7997" providerId="ADAL" clId="{3604D2DB-B0B3-4E35-9EDA-42455EF74A6C}" dt="2023-06-14T10:34:30.126" v="17731" actId="478"/>
          <ac:grpSpMkLst>
            <pc:docMk/>
            <pc:sldMk cId="3352677003" sldId="876"/>
            <ac:grpSpMk id="1906" creationId="{1C45AC1F-C077-0439-8A1D-FE2FD8EF9AD8}"/>
          </ac:grpSpMkLst>
        </pc:grpChg>
        <pc:grpChg chg="del">
          <ac:chgData name="이민재" userId="f97f16f7-28a5-49bd-9e05-fb3ef63d7997" providerId="ADAL" clId="{3604D2DB-B0B3-4E35-9EDA-42455EF74A6C}" dt="2023-06-14T10:34:31.230" v="17732" actId="478"/>
          <ac:grpSpMkLst>
            <pc:docMk/>
            <pc:sldMk cId="3352677003" sldId="876"/>
            <ac:grpSpMk id="1921" creationId="{53F841A0-3A43-88FA-625B-D1B76093470D}"/>
          </ac:grpSpMkLst>
        </pc:grpChg>
        <pc:grpChg chg="del">
          <ac:chgData name="이민재" userId="f97f16f7-28a5-49bd-9e05-fb3ef63d7997" providerId="ADAL" clId="{3604D2DB-B0B3-4E35-9EDA-42455EF74A6C}" dt="2023-06-14T10:34:32.319" v="17733" actId="478"/>
          <ac:grpSpMkLst>
            <pc:docMk/>
            <pc:sldMk cId="3352677003" sldId="876"/>
            <ac:grpSpMk id="1936" creationId="{B7E26AA1-04EF-7380-963F-10B2F0D7C369}"/>
          </ac:grpSpMkLst>
        </pc:grpChg>
        <pc:grpChg chg="del">
          <ac:chgData name="이민재" userId="f97f16f7-28a5-49bd-9e05-fb3ef63d7997" providerId="ADAL" clId="{3604D2DB-B0B3-4E35-9EDA-42455EF74A6C}" dt="2023-06-14T10:34:15.605" v="17713" actId="478"/>
          <ac:grpSpMkLst>
            <pc:docMk/>
            <pc:sldMk cId="3352677003" sldId="876"/>
            <ac:grpSpMk id="1951" creationId="{74DC61F3-BB6D-A20A-EB2E-A26FF64E9F3C}"/>
          </ac:grpSpMkLst>
        </pc:grpChg>
        <pc:grpChg chg="del">
          <ac:chgData name="이민재" userId="f97f16f7-28a5-49bd-9e05-fb3ef63d7997" providerId="ADAL" clId="{3604D2DB-B0B3-4E35-9EDA-42455EF74A6C}" dt="2023-06-14T10:34:14.094" v="17711" actId="478"/>
          <ac:grpSpMkLst>
            <pc:docMk/>
            <pc:sldMk cId="3352677003" sldId="876"/>
            <ac:grpSpMk id="1966" creationId="{17EAAD18-24F7-2FD2-709A-FCD5D2A3D8DE}"/>
          </ac:grpSpMkLst>
        </pc:grpChg>
        <pc:cxnChg chg="add del mod">
          <ac:chgData name="이민재" userId="f97f16f7-28a5-49bd-9e05-fb3ef63d7997" providerId="ADAL" clId="{3604D2DB-B0B3-4E35-9EDA-42455EF74A6C}" dt="2023-06-14T10:34:25.840" v="17727" actId="478"/>
          <ac:cxnSpMkLst>
            <pc:docMk/>
            <pc:sldMk cId="3352677003" sldId="876"/>
            <ac:cxnSpMk id="9" creationId="{2D22AC38-E369-CDED-FCB4-A1AB29026031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10:46:11.863" v="17907" actId="1036"/>
        <pc:sldMkLst>
          <pc:docMk/>
          <pc:sldMk cId="2472356843" sldId="877"/>
        </pc:sldMkLst>
        <pc:spChg chg="add mod">
          <ac:chgData name="이민재" userId="f97f16f7-28a5-49bd-9e05-fb3ef63d7997" providerId="ADAL" clId="{3604D2DB-B0B3-4E35-9EDA-42455EF74A6C}" dt="2023-06-14T10:44:07.998" v="17839" actId="14100"/>
          <ac:spMkLst>
            <pc:docMk/>
            <pc:sldMk cId="2472356843" sldId="877"/>
            <ac:spMk id="5" creationId="{6E51B0E2-274A-A1D6-56AA-DDE4DF805350}"/>
          </ac:spMkLst>
        </pc:spChg>
        <pc:spChg chg="add mod">
          <ac:chgData name="이민재" userId="f97f16f7-28a5-49bd-9e05-fb3ef63d7997" providerId="ADAL" clId="{3604D2DB-B0B3-4E35-9EDA-42455EF74A6C}" dt="2023-06-14T10:44:57.494" v="17880" actId="14100"/>
          <ac:spMkLst>
            <pc:docMk/>
            <pc:sldMk cId="2472356843" sldId="877"/>
            <ac:spMk id="12" creationId="{4A2EB920-F3B3-B82F-710F-5A0BBEA929AC}"/>
          </ac:spMkLst>
        </pc:spChg>
        <pc:spChg chg="add mod">
          <ac:chgData name="이민재" userId="f97f16f7-28a5-49bd-9e05-fb3ef63d7997" providerId="ADAL" clId="{3604D2DB-B0B3-4E35-9EDA-42455EF74A6C}" dt="2023-06-14T10:46:11.863" v="17907" actId="1036"/>
          <ac:spMkLst>
            <pc:docMk/>
            <pc:sldMk cId="2472356843" sldId="877"/>
            <ac:spMk id="13" creationId="{A8A33A85-C321-2306-1A5B-5366BC35715B}"/>
          </ac:spMkLst>
        </pc:spChg>
        <pc:spChg chg="add del mod">
          <ac:chgData name="이민재" userId="f97f16f7-28a5-49bd-9e05-fb3ef63d7997" providerId="ADAL" clId="{3604D2DB-B0B3-4E35-9EDA-42455EF74A6C}" dt="2023-06-14T10:45:28.705" v="17896"/>
          <ac:spMkLst>
            <pc:docMk/>
            <pc:sldMk cId="2472356843" sldId="877"/>
            <ac:spMk id="14" creationId="{FCE9B47F-8C83-7EC6-F4B1-6127D2785CA5}"/>
          </ac:spMkLst>
        </pc:spChg>
        <pc:spChg chg="mod">
          <ac:chgData name="이민재" userId="f97f16f7-28a5-49bd-9e05-fb3ef63d7997" providerId="ADAL" clId="{3604D2DB-B0B3-4E35-9EDA-42455EF74A6C}" dt="2023-06-14T10:40:09.659" v="17811" actId="1037"/>
          <ac:spMkLst>
            <pc:docMk/>
            <pc:sldMk cId="2472356843" sldId="877"/>
            <ac:spMk id="123" creationId="{3E13E384-A9A0-0931-5031-712B59BC15B9}"/>
          </ac:spMkLst>
        </pc:spChg>
        <pc:spChg chg="add del mod">
          <ac:chgData name="이민재" userId="f97f16f7-28a5-49bd-9e05-fb3ef63d7997" providerId="ADAL" clId="{3604D2DB-B0B3-4E35-9EDA-42455EF74A6C}" dt="2023-06-14T10:45:51.949" v="17899" actId="207"/>
          <ac:spMkLst>
            <pc:docMk/>
            <pc:sldMk cId="2472356843" sldId="877"/>
            <ac:spMk id="366" creationId="{8906E8D7-40CA-7220-A66C-489DC8C34536}"/>
          </ac:spMkLst>
        </pc:spChg>
        <pc:cxnChg chg="add mod">
          <ac:chgData name="이민재" userId="f97f16f7-28a5-49bd-9e05-fb3ef63d7997" providerId="ADAL" clId="{3604D2DB-B0B3-4E35-9EDA-42455EF74A6C}" dt="2023-06-14T10:38:39.529" v="17785" actId="692"/>
          <ac:cxnSpMkLst>
            <pc:docMk/>
            <pc:sldMk cId="2472356843" sldId="877"/>
            <ac:cxnSpMk id="6" creationId="{6D6169B2-4130-2860-E183-3211ECC45EB5}"/>
          </ac:cxnSpMkLst>
        </pc:cxnChg>
        <pc:cxnChg chg="add mod">
          <ac:chgData name="이민재" userId="f97f16f7-28a5-49bd-9e05-fb3ef63d7997" providerId="ADAL" clId="{3604D2DB-B0B3-4E35-9EDA-42455EF74A6C}" dt="2023-06-14T10:38:57.230" v="17788" actId="14100"/>
          <ac:cxnSpMkLst>
            <pc:docMk/>
            <pc:sldMk cId="2472356843" sldId="877"/>
            <ac:cxnSpMk id="10" creationId="{634730C8-881C-34F4-A3DE-D0808BC31831}"/>
          </ac:cxnSpMkLst>
        </pc:cxnChg>
      </pc:sldChg>
      <pc:sldChg chg="delSp modSp add mod">
        <pc:chgData name="이민재" userId="f97f16f7-28a5-49bd-9e05-fb3ef63d7997" providerId="ADAL" clId="{3604D2DB-B0B3-4E35-9EDA-42455EF74A6C}" dt="2023-06-14T10:41:29.443" v="17824" actId="478"/>
        <pc:sldMkLst>
          <pc:docMk/>
          <pc:sldMk cId="1268686108" sldId="878"/>
        </pc:sldMkLst>
        <pc:spChg chg="mod">
          <ac:chgData name="이민재" userId="f97f16f7-28a5-49bd-9e05-fb3ef63d7997" providerId="ADAL" clId="{3604D2DB-B0B3-4E35-9EDA-42455EF74A6C}" dt="2023-06-14T10:41:18.161" v="17823" actId="20577"/>
          <ac:spMkLst>
            <pc:docMk/>
            <pc:sldMk cId="1268686108" sldId="878"/>
            <ac:spMk id="2255" creationId="{1E43506F-003F-7D04-AA02-7C628506514C}"/>
          </ac:spMkLst>
        </pc:spChg>
        <pc:picChg chg="del">
          <ac:chgData name="이민재" userId="f97f16f7-28a5-49bd-9e05-fb3ef63d7997" providerId="ADAL" clId="{3604D2DB-B0B3-4E35-9EDA-42455EF74A6C}" dt="2023-06-14T10:41:29.443" v="17824" actId="478"/>
          <ac:picMkLst>
            <pc:docMk/>
            <pc:sldMk cId="1268686108" sldId="878"/>
            <ac:picMk id="6" creationId="{7C0968ED-6E5A-3CDF-A118-AA0E085C3DAE}"/>
          </ac:picMkLst>
        </pc:picChg>
      </pc:sldChg>
      <pc:sldChg chg="addSp delSp modSp mod">
        <pc:chgData name="이민재" userId="f97f16f7-28a5-49bd-9e05-fb3ef63d7997" providerId="ADAL" clId="{3604D2DB-B0B3-4E35-9EDA-42455EF74A6C}" dt="2023-06-15T04:33:50.629" v="19920" actId="14100"/>
        <pc:sldMkLst>
          <pc:docMk/>
          <pc:sldMk cId="2705983581" sldId="880"/>
        </pc:sldMkLst>
        <pc:spChg chg="mod">
          <ac:chgData name="이민재" userId="f97f16f7-28a5-49bd-9e05-fb3ef63d7997" providerId="ADAL" clId="{3604D2DB-B0B3-4E35-9EDA-42455EF74A6C}" dt="2023-06-15T00:59:33.663" v="19914" actId="20577"/>
          <ac:spMkLst>
            <pc:docMk/>
            <pc:sldMk cId="2705983581" sldId="880"/>
            <ac:spMk id="2" creationId="{33D944F5-9B44-7DC8-8554-9C07F42A807B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5" creationId="{F5F37E12-6098-0016-00C9-4B811948844B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7" creationId="{246A236C-6E40-F0F6-14CD-74F2DB5E7A34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9" creationId="{DEA429E9-7D0B-840F-B991-43783E8CF5F5}"/>
          </ac:spMkLst>
        </pc:spChg>
        <pc:spChg chg="add mod">
          <ac:chgData name="이민재" userId="f97f16f7-28a5-49bd-9e05-fb3ef63d7997" providerId="ADAL" clId="{3604D2DB-B0B3-4E35-9EDA-42455EF74A6C}" dt="2023-06-15T04:33:50.629" v="19920" actId="14100"/>
          <ac:spMkLst>
            <pc:docMk/>
            <pc:sldMk cId="2705983581" sldId="880"/>
            <ac:spMk id="10" creationId="{BFB53F61-C213-A215-4B34-8287E463DBBB}"/>
          </ac:spMkLst>
        </pc:spChg>
        <pc:spChg chg="add del mod">
          <ac:chgData name="이민재" userId="f97f16f7-28a5-49bd-9e05-fb3ef63d7997" providerId="ADAL" clId="{3604D2DB-B0B3-4E35-9EDA-42455EF74A6C}" dt="2023-06-15T00:45:56.031" v="18756" actId="478"/>
          <ac:spMkLst>
            <pc:docMk/>
            <pc:sldMk cId="2705983581" sldId="880"/>
            <ac:spMk id="10" creationId="{D67C695F-CA8B-6316-ED81-ED7945FC0C08}"/>
          </ac:spMkLst>
        </pc:spChg>
        <pc:spChg chg="mod">
          <ac:chgData name="이민재" userId="f97f16f7-28a5-49bd-9e05-fb3ef63d7997" providerId="ADAL" clId="{3604D2DB-B0B3-4E35-9EDA-42455EF74A6C}" dt="2023-06-14T23:51:13.410" v="18156" actId="1076"/>
          <ac:spMkLst>
            <pc:docMk/>
            <pc:sldMk cId="2705983581" sldId="880"/>
            <ac:spMk id="2255" creationId="{1E43506F-003F-7D04-AA02-7C628506514C}"/>
          </ac:spMkLst>
        </pc:spChg>
        <pc:spChg chg="mod">
          <ac:chgData name="이민재" userId="f97f16f7-28a5-49bd-9e05-fb3ef63d7997" providerId="ADAL" clId="{3604D2DB-B0B3-4E35-9EDA-42455EF74A6C}" dt="2023-06-15T04:33:36.427" v="19916" actId="1076"/>
          <ac:spMkLst>
            <pc:docMk/>
            <pc:sldMk cId="2705983581" sldId="880"/>
            <ac:spMk id="2809" creationId="{02970D1D-D985-AED8-1D62-15D699B5B6C1}"/>
          </ac:spMkLst>
        </pc:spChg>
        <pc:grpChg chg="mod">
          <ac:chgData name="이민재" userId="f97f16f7-28a5-49bd-9e05-fb3ef63d7997" providerId="ADAL" clId="{3604D2DB-B0B3-4E35-9EDA-42455EF74A6C}" dt="2023-06-14T23:51:01.616" v="18155" actId="1036"/>
          <ac:grpSpMkLst>
            <pc:docMk/>
            <pc:sldMk cId="2705983581" sldId="880"/>
            <ac:grpSpMk id="3" creationId="{5F7BE462-3FF7-6E59-9550-A0B880F68613}"/>
          </ac:grpSpMkLst>
        </pc:grpChg>
        <pc:cxnChg chg="mod">
          <ac:chgData name="이민재" userId="f97f16f7-28a5-49bd-9e05-fb3ef63d7997" providerId="ADAL" clId="{3604D2DB-B0B3-4E35-9EDA-42455EF74A6C}" dt="2023-06-14T23:51:01.616" v="18155" actId="1036"/>
          <ac:cxnSpMkLst>
            <pc:docMk/>
            <pc:sldMk cId="2705983581" sldId="880"/>
            <ac:cxnSpMk id="8" creationId="{303FA8F5-C1DD-601C-94F3-49C4B6A3E86E}"/>
          </ac:cxnSpMkLst>
        </pc:cxnChg>
        <pc:cxnChg chg="mod">
          <ac:chgData name="이민재" userId="f97f16f7-28a5-49bd-9e05-fb3ef63d7997" providerId="ADAL" clId="{3604D2DB-B0B3-4E35-9EDA-42455EF74A6C}" dt="2023-06-14T23:51:01.616" v="18155" actId="1036"/>
          <ac:cxnSpMkLst>
            <pc:docMk/>
            <pc:sldMk cId="2705983581" sldId="880"/>
            <ac:cxnSpMk id="23" creationId="{7D2A90BE-0542-B215-0C4A-416E6BDA2ADB}"/>
          </ac:cxnSpMkLst>
        </pc:cxnChg>
      </pc:sldChg>
      <pc:sldChg chg="addSp delSp modSp new mod ord">
        <pc:chgData name="이민재" userId="f97f16f7-28a5-49bd-9e05-fb3ef63d7997" providerId="ADAL" clId="{3604D2DB-B0B3-4E35-9EDA-42455EF74A6C}" dt="2023-06-15T04:56:15.354" v="20338"/>
        <pc:sldMkLst>
          <pc:docMk/>
          <pc:sldMk cId="2553611064" sldId="881"/>
        </pc:sldMkLst>
        <pc:spChg chg="mod">
          <ac:chgData name="이민재" userId="f97f16f7-28a5-49bd-9e05-fb3ef63d7997" providerId="ADAL" clId="{3604D2DB-B0B3-4E35-9EDA-42455EF74A6C}" dt="2023-06-15T04:53:41.595" v="20314" actId="1076"/>
          <ac:spMkLst>
            <pc:docMk/>
            <pc:sldMk cId="2553611064" sldId="881"/>
            <ac:spMk id="3" creationId="{C3363F0C-9361-8D87-4F73-49D94DA0B8DF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5" creationId="{B31489DA-673F-FF72-89D9-69BE1F773AEF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6" creationId="{DD578CE0-2ADA-3A06-AC1A-00304DB13631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7" creationId="{E57D9B49-7505-8C98-B5CD-4A8802DB3ECD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8" creationId="{F7E092B1-6936-FA1A-7AE1-B1E4ABFA4756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9" creationId="{89F6B1D5-108A-70A1-A100-1AFDAC042A2E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10" creationId="{7A41E375-36D7-6E4C-B8B5-0D877E761C26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11" creationId="{8A7EBCE8-F214-FCC0-5CEC-925CD8E6B621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12" creationId="{655C8CBD-3559-0C45-1EEE-ED5434073256}"/>
          </ac:spMkLst>
        </pc:spChg>
        <pc:spChg chg="add mod">
          <ac:chgData name="이민재" userId="f97f16f7-28a5-49bd-9e05-fb3ef63d7997" providerId="ADAL" clId="{3604D2DB-B0B3-4E35-9EDA-42455EF74A6C}" dt="2023-06-15T04:52:13.462" v="20203" actId="207"/>
          <ac:spMkLst>
            <pc:docMk/>
            <pc:sldMk cId="2553611064" sldId="881"/>
            <ac:spMk id="13" creationId="{805D1DBB-AD90-A3AE-7961-1FEF04D34DAD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15" creationId="{C3C47E52-50D9-8EBD-536C-B83AB28F4842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16" creationId="{5B787F54-AC43-8C35-8078-2543FD096F8B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17" creationId="{A9DEAFF0-CB12-1BF4-FE71-BF89F065826C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18" creationId="{B384DC39-05E0-F133-7E6E-0B942D1D0FBA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19" creationId="{E775F62B-C817-4F7F-E273-A89BF2EE817A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20" creationId="{31963245-CE10-94CB-D4E1-55114176F532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21" creationId="{40B855B6-216C-5E62-4B47-E93BA1865D2E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22" creationId="{3566D61F-44E3-B7D2-66CB-42883C0FB348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23" creationId="{E82070BD-A409-6C6D-0689-0081DECD1427}"/>
          </ac:spMkLst>
        </pc:spChg>
        <pc:spChg chg="add mod">
          <ac:chgData name="이민재" userId="f97f16f7-28a5-49bd-9e05-fb3ef63d7997" providerId="ADAL" clId="{3604D2DB-B0B3-4E35-9EDA-42455EF74A6C}" dt="2023-06-15T04:50:40.511" v="20195" actId="207"/>
          <ac:spMkLst>
            <pc:docMk/>
            <pc:sldMk cId="2553611064" sldId="881"/>
            <ac:spMk id="24" creationId="{48AD852C-1E77-0C77-DD11-138D11868AB9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25" creationId="{7554E48F-547C-5CD2-A5D1-FE007B267CA2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26" creationId="{12CD246C-FFD9-0D01-47EF-7DCC240E8E91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27" creationId="{BC8BC8D4-3647-40DA-9806-E2192EA3D167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28" creationId="{FCCCBBA9-C398-E236-C1F9-1E3BE00209A0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29" creationId="{84939DB4-D81F-0207-8BEC-A46B65A3E396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30" creationId="{53FD19E2-227B-8679-E96D-316E7C1CC42B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31" creationId="{82962B6F-63EF-4087-CF75-1C20EA11ADF4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32" creationId="{CE19B1AD-C1D3-FE4A-6CB3-362DADB647D3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33" creationId="{3C191FD5-D68E-2473-5824-79983E5E92B0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34" creationId="{B526A701-78ED-387A-EA14-45CA8A47FDD3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5" creationId="{9FF2551D-22B9-0E4B-8F6F-4A8831FC3DC4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36" creationId="{362616E6-25D3-AEB2-A4F1-E02721A5E0CC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7" creationId="{B6A8CEB7-ED2A-457E-E239-40DB642F4F51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38" creationId="{937FE826-410F-87C1-F9D6-4D79EDAF175F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9" creationId="{C21320E4-0CDF-D878-9986-155B244DFDAE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40" creationId="{9DF49416-0A63-5E71-A110-D6144FBB63A5}"/>
          </ac:spMkLst>
        </pc:spChg>
        <pc:spChg chg="add mod">
          <ac:chgData name="이민재" userId="f97f16f7-28a5-49bd-9e05-fb3ef63d7997" providerId="ADAL" clId="{3604D2DB-B0B3-4E35-9EDA-42455EF74A6C}" dt="2023-06-15T04:53:43.744" v="20329" actId="1035"/>
          <ac:spMkLst>
            <pc:docMk/>
            <pc:sldMk cId="2553611064" sldId="881"/>
            <ac:spMk id="41" creationId="{D8D08F96-6AFD-33A1-E63E-043D877D4E4A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42" creationId="{8F525692-4A17-FCB5-8F32-43B47AC1CA7C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43" creationId="{31472383-E8FC-BC8B-62F3-9D4B4B054693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4" creationId="{4E16DE8F-3242-5A6E-F46C-17F768453BE4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45" creationId="{6719B790-44A2-4729-DF64-1C0DDA2A6D09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6" creationId="{44EFC3B8-9421-B13C-BBEF-969AE2108340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47" creationId="{D0CD3BA7-102D-1B8A-322D-8B4EAEBB7D66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8" creationId="{C4B6653E-06EC-35F3-701C-9E6AF6A1C68F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49" creationId="{15BD0A14-9C9E-1F01-39B1-BEEC4071C3FE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50" creationId="{C212B033-79E2-E7E9-0D0D-C7396401BBE3}"/>
          </ac:spMkLst>
        </pc:spChg>
        <pc:spChg chg="add mod">
          <ac:chgData name="이민재" userId="f97f16f7-28a5-49bd-9e05-fb3ef63d7997" providerId="ADAL" clId="{3604D2DB-B0B3-4E35-9EDA-42455EF74A6C}" dt="2023-06-15T04:54:31.349" v="20330" actId="207"/>
          <ac:spMkLst>
            <pc:docMk/>
            <pc:sldMk cId="2553611064" sldId="881"/>
            <ac:spMk id="51" creationId="{E79E3027-B38D-E0F0-C37C-A29981E12294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52" creationId="{732E03FE-2EEF-8FB0-8BA7-54B82FAC2175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3" creationId="{DF07FA47-0427-FD57-6ED7-DF58CDAF99B2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54" creationId="{86733A93-9BA0-92AC-4D04-3183D76A25E4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5" creationId="{84CC6365-3BEF-7F51-3D62-EA3D0FFA1A9B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56" creationId="{B8F427FD-E756-721A-4DB0-B778AD79A1CD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7" creationId="{E4C167BD-0596-3407-8C07-F07ECB5AE35D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58" creationId="{A1028DCA-A42A-1D1A-0239-4B06C3DD7728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59" creationId="{0ECC7146-A8CD-1E2B-C533-213E83775027}"/>
          </ac:spMkLst>
        </pc:spChg>
        <pc:cxnChg chg="add del mod">
          <ac:chgData name="이민재" userId="f97f16f7-28a5-49bd-9e05-fb3ef63d7997" providerId="ADAL" clId="{3604D2DB-B0B3-4E35-9EDA-42455EF74A6C}" dt="2023-06-15T04:49:57.246" v="20175" actId="478"/>
          <ac:cxnSpMkLst>
            <pc:docMk/>
            <pc:sldMk cId="2553611064" sldId="881"/>
            <ac:cxnSpMk id="14" creationId="{D5A81A3E-0AD3-85AC-3193-F3F3B2175482}"/>
          </ac:cxnSpMkLst>
        </pc:cxnChg>
      </pc:sldChg>
      <pc:sldChg chg="add del">
        <pc:chgData name="이민재" userId="f97f16f7-28a5-49bd-9e05-fb3ef63d7997" providerId="ADAL" clId="{3604D2DB-B0B3-4E35-9EDA-42455EF74A6C}" dt="2023-06-15T00:57:10.468" v="19829" actId="47"/>
        <pc:sldMkLst>
          <pc:docMk/>
          <pc:sldMk cId="3599234955" sldId="881"/>
        </pc:sldMkLst>
      </pc:sldChg>
      <pc:sldChg chg="addSp delSp modSp add mod">
        <pc:chgData name="이민재" userId="f97f16f7-28a5-49bd-9e05-fb3ef63d7997" providerId="ADAL" clId="{3604D2DB-B0B3-4E35-9EDA-42455EF74A6C}" dt="2023-06-15T06:34:22.443" v="21379" actId="478"/>
        <pc:sldMkLst>
          <pc:docMk/>
          <pc:sldMk cId="581791330" sldId="882"/>
        </pc:sldMkLst>
        <pc:spChg chg="mod">
          <ac:chgData name="이민재" userId="f97f16f7-28a5-49bd-9e05-fb3ef63d7997" providerId="ADAL" clId="{3604D2DB-B0B3-4E35-9EDA-42455EF74A6C}" dt="2023-06-15T05:13:56.131" v="21146" actId="1076"/>
          <ac:spMkLst>
            <pc:docMk/>
            <pc:sldMk cId="581791330" sldId="882"/>
            <ac:spMk id="3" creationId="{C3363F0C-9361-8D87-4F73-49D94DA0B8DF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5" creationId="{B31489DA-673F-FF72-89D9-69BE1F773AEF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6" creationId="{DD578CE0-2ADA-3A06-AC1A-00304DB1363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7" creationId="{E57D9B49-7505-8C98-B5CD-4A8802DB3ECD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8" creationId="{F7E092B1-6936-FA1A-7AE1-B1E4ABFA475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9" creationId="{89F6B1D5-108A-70A1-A100-1AFDAC042A2E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0" creationId="{7A41E375-36D7-6E4C-B8B5-0D877E761C2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1" creationId="{8A7EBCE8-F214-FCC0-5CEC-925CD8E6B62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2" creationId="{655C8CBD-3559-0C45-1EEE-ED543407325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3" creationId="{805D1DBB-AD90-A3AE-7961-1FEF04D34DAD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14" creationId="{F86BDE20-97B2-6BF1-37E0-105F0691FA5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5" creationId="{C3C47E52-50D9-8EBD-536C-B83AB28F484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6" creationId="{5B787F54-AC43-8C35-8078-2543FD096F8B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7" creationId="{A9DEAFF0-CB12-1BF4-FE71-BF89F065826C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8" creationId="{B384DC39-05E0-F133-7E6E-0B942D1D0FBA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9" creationId="{E775F62B-C817-4F7F-E273-A89BF2EE817A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0" creationId="{31963245-CE10-94CB-D4E1-55114176F53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1" creationId="{40B855B6-216C-5E62-4B47-E93BA1865D2E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2" creationId="{3566D61F-44E3-B7D2-66CB-42883C0FB348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3" creationId="{E82070BD-A409-6C6D-0689-0081DECD1427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4" creationId="{48AD852C-1E77-0C77-DD11-138D11868AB9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5" creationId="{7554E48F-547C-5CD2-A5D1-FE007B267CA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6" creationId="{12CD246C-FFD9-0D01-47EF-7DCC240E8E9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7" creationId="{BC8BC8D4-3647-40DA-9806-E2192EA3D167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8" creationId="{FCCCBBA9-C398-E236-C1F9-1E3BE00209A0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9" creationId="{84939DB4-D81F-0207-8BEC-A46B65A3E39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0" creationId="{53FD19E2-227B-8679-E96D-316E7C1CC42B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1" creationId="{82962B6F-63EF-4087-CF75-1C20EA11ADF4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2" creationId="{CE19B1AD-C1D3-FE4A-6CB3-362DADB647D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3" creationId="{3C191FD5-D68E-2473-5824-79983E5E92B0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4" creationId="{B526A701-78ED-387A-EA14-45CA8A47FDD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5" creationId="{9FF2551D-22B9-0E4B-8F6F-4A8831FC3DC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6" creationId="{362616E6-25D3-AEB2-A4F1-E02721A5E0CC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7" creationId="{B6A8CEB7-ED2A-457E-E239-40DB642F4F51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8" creationId="{937FE826-410F-87C1-F9D6-4D79EDAF175F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9" creationId="{C21320E4-0CDF-D878-9986-155B244DFDAE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0" creationId="{9DF49416-0A63-5E71-A110-D6144FBB63A5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1" creationId="{D8D08F96-6AFD-33A1-E63E-043D877D4E4A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2" creationId="{8F525692-4A17-FCB5-8F32-43B47AC1CA7C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3" creationId="{31472383-E8FC-BC8B-62F3-9D4B4B05469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4" creationId="{4E16DE8F-3242-5A6E-F46C-17F768453BE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5" creationId="{6719B790-44A2-4729-DF64-1C0DDA2A6D09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6" creationId="{44EFC3B8-9421-B13C-BBEF-969AE2108340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7" creationId="{D0CD3BA7-102D-1B8A-322D-8B4EAEBB7D66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8" creationId="{C4B6653E-06EC-35F3-701C-9E6AF6A1C68F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9" creationId="{15BD0A14-9C9E-1F01-39B1-BEEC4071C3FE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0" creationId="{C212B033-79E2-E7E9-0D0D-C7396401BBE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1" creationId="{E79E3027-B38D-E0F0-C37C-A29981E1229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2" creationId="{732E03FE-2EEF-8FB0-8BA7-54B82FAC2175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3" creationId="{DF07FA47-0427-FD57-6ED7-DF58CDAF99B2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4" creationId="{86733A93-9BA0-92AC-4D04-3183D76A25E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5" creationId="{84CC6365-3BEF-7F51-3D62-EA3D0FFA1A9B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6" creationId="{B8F427FD-E756-721A-4DB0-B778AD79A1CD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7" creationId="{E4C167BD-0596-3407-8C07-F07ECB5AE35D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8" creationId="{A1028DCA-A42A-1D1A-0239-4B06C3DD7728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9" creationId="{0ECC7146-A8CD-1E2B-C533-213E8377502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0" creationId="{32428BE6-5780-D2A7-F2D1-3E3C5F7F32E2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1" creationId="{12F01E87-3EDE-B9DE-7D29-DAAEAB4CB4B0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2" creationId="{4ADF2453-F2CF-79BB-5B02-BCBC10822075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3" creationId="{2CCB8FCB-A3C1-EA18-1478-5ABE98A7603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4" creationId="{734C0AB5-5FB6-6F02-5D90-350CED04C77B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5" creationId="{9E0C4548-0B58-0853-4C0B-012C67F61EB6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6" creationId="{071BD695-8350-56CA-66F3-A5FB3743720B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7" creationId="{742CDFC3-A177-BB5F-762D-61CBBB0FDD44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8" creationId="{1D381CFF-1B0C-2E47-69A3-84FE7EBFDA82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9" creationId="{5F1D5B6C-9394-E019-9312-FEFD185E334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0" creationId="{54300DDF-632E-3DDA-7EE1-19A18B6D4ABF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1" creationId="{D51CF8F6-8665-7183-9B52-C4BD090E45A6}"/>
          </ac:spMkLst>
        </pc:spChg>
        <pc:spChg chg="add mod">
          <ac:chgData name="이민재" userId="f97f16f7-28a5-49bd-9e05-fb3ef63d7997" providerId="ADAL" clId="{3604D2DB-B0B3-4E35-9EDA-42455EF74A6C}" dt="2023-06-15T04:59:36.161" v="20442" actId="1076"/>
          <ac:spMkLst>
            <pc:docMk/>
            <pc:sldMk cId="581791330" sldId="882"/>
            <ac:spMk id="72" creationId="{E0FFE629-5232-0471-460B-51A5A9067CD0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3" creationId="{D127EBA9-4538-E987-5F84-8009DDFD7E8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4" creationId="{8AACF801-263C-9C1E-74C5-A4C55A92BBC6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5" creationId="{6DF99C1F-3BD7-6BC7-BF51-2A08D3C21B6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6" creationId="{0755C780-84A9-6256-28BA-EA3DF7241C2E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7" creationId="{11E8D5A0-ACC7-B705-C226-19D914A4EA0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8" creationId="{A1607E46-9BDC-6895-DB64-8371302C0B74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9" creationId="{D879EE00-C099-D716-4901-F7D8B03A5AD8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0" creationId="{D29769FF-1E21-6F32-B62D-8B5E21F7C1E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1" creationId="{B0DDC838-6126-51CA-F596-B479D8B83355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2" creationId="{D7059BE9-660D-DBDF-AB17-16DB9FF4ED5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3" creationId="{36481C7C-F353-37FD-10AB-9FD99485C331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4" creationId="{D8418D96-E52E-CE7F-FC95-E070420A1FE9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5" creationId="{B9465A3C-ECE4-DF7B-AF2E-E424105FA652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87" creationId="{C2254F52-C781-4622-8A65-EE2F5EE63569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02" creationId="{3491315B-15D9-C1EB-31EB-79E09BE9CBE5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6" creationId="{75D0E0FC-396E-B4FB-09DB-E39F16B3DDE5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7" creationId="{71D45D2F-CD13-9195-98C6-4F0D060EF2A6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8" creationId="{6C7F4ADB-6064-C5CF-FB43-9A48EAB8B849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20" creationId="{630E9E8B-DA66-9412-54B5-8BE4A661700F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34" creationId="{AF7345D2-4694-E938-839B-FB81C488B0C7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35" creationId="{5BEEBE2C-21ED-A80C-F0FF-D78980273D1A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37" creationId="{C23C3673-F70C-31D6-2728-18DB5B89D4E4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52" creationId="{AEE74CF5-5039-66AB-4954-804399D8FDC3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67" creationId="{56C8DD43-86FC-4F2C-CECA-4A2F9598DE37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82" creationId="{7F7246F9-DD99-2E58-4944-2566F5057A0F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3" creationId="{9CAA3B9E-FBF5-7CD5-750F-69879044518C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4" creationId="{74F6DA7D-1298-6295-0749-A6903D16F9F5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5" creationId="{05F2E390-84CE-E028-F737-0C5ED6ED33C2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6" creationId="{1481D106-9917-5447-F205-2E1E3F037B76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7" creationId="{36C61B76-3925-D52E-B4F6-15927C509C29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8" creationId="{0742A3DF-955F-9687-EC1B-C4A4EB9376A7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9" creationId="{A8A6BDD1-FEA8-3967-F2E9-125079B1D34A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0" creationId="{6036C3FF-0539-00F0-235C-BAC605AE3101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1" creationId="{31855586-E41A-FEF1-5745-367C007B15C5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2" creationId="{C6BE2F29-A4A7-AD80-AC21-28679276CF9C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3" creationId="{059DE48A-9640-B606-AEAB-F0A4693CFF76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4" creationId="{80A36C86-E1F4-2345-7FA9-FD360F352AC2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7" creationId="{43C2B875-B39C-9B28-A4E5-C1AA18D0FD5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8" creationId="{BC09B702-1359-CC18-4C19-5A5DD824EEB9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9" creationId="{BF9D5C3F-A253-1529-3862-20775BA6AE5F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0" creationId="{D3BBF2AC-E0E0-E281-78E4-8D435B3344C5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1" creationId="{18167493-3C83-F1A4-B920-7D94CD6997A4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2" creationId="{3AFA5667-67A8-AD7B-D22D-F0E1A9A32702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3" creationId="{A8294036-210F-CCCE-96F9-8548A027206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4" creationId="{EA9E4FC5-F04C-B450-420B-F9F0632D63D0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5" creationId="{E24ACCDB-3882-E07F-29F3-01968261AF08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6" creationId="{792D86F7-76C4-8906-4A91-074C996C736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7" creationId="{3AB5F560-4F2E-10A1-3C91-90CF099BA17F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8" creationId="{54E9DEC3-5FCB-A2D0-5440-2340FED4EF8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9" creationId="{6969471C-58AD-80D2-CB99-8D9F6F1E009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0" creationId="{3973F9B7-9852-4D1E-4ABF-FC75CEADF84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1" creationId="{FE706C62-8606-D962-D417-0DA25BB1C31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2" creationId="{2AE850DC-529F-DED5-DB3E-488E435A7DF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3" creationId="{3D8A0442-1C40-373A-8506-53D121321124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4" creationId="{1CDE4720-E508-A690-6361-A27FF67108C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5" creationId="{95372994-0382-0D47-3AB2-F89B6B88B02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6" creationId="{0030A8AC-06D8-98D0-8DDD-4D58704BD48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7" creationId="{659B4FEC-D32E-1C0F-A37C-D166583235B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8" creationId="{757AA460-57D8-64BE-3FCA-D0C84947680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9" creationId="{D06A98D7-CAA3-46DC-2959-0E22BD00376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0" creationId="{8C7BDA8C-4A2F-E064-E3A3-2A5B103109B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1" creationId="{2E4D9949-A34B-08D7-715A-00C2EC2F2DE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2" creationId="{D75042A4-ED5B-EB8E-31A8-92B5EDD1B33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3" creationId="{A70E06F6-5181-6579-A3D1-5F2930E54FB1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4" creationId="{05D97317-E2A0-F7A9-6611-E1BFD4D4E6C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5" creationId="{06789A48-C72F-4DD9-386F-913ED4F1B38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6" creationId="{93568DFF-EB82-43F4-FB36-4878E9ACE03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7" creationId="{FBDBD007-8BE6-073C-A835-388D3BF3FB6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8" creationId="{43B90FDB-5E3F-4C36-9E17-CDC396E8943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9" creationId="{342107E4-ECEE-0033-E701-8987A94C5F41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0" creationId="{899E99F8-1BB3-92A4-013F-9F8BCF43AD4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1" creationId="{6CAC557F-D9BD-4814-71F9-6C67BE05006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2" creationId="{C1F850E6-E202-D91D-66E6-52ECD75D7822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4" creationId="{6C3AB317-94F8-B63B-BADA-E235B95F1249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5" creationId="{EBC7DF18-C820-6D76-ACC8-982B57DA96DF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6" creationId="{54CEBD57-DBAE-179D-383C-879822E018C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7" creationId="{6DF74368-E049-13A0-C476-FA3B18DBB1E1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8" creationId="{4C763E61-7920-1DA4-B5CD-4A117571319D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9" creationId="{C0A72994-95CA-F872-2DD1-46B7F9BFD171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0" creationId="{D689AA94-4213-83EA-EF05-5206C67D7F9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1" creationId="{BA8AD270-2AF1-4D08-747B-B93FEEDEE805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2" creationId="{FF57BB2A-36A8-846C-3C2E-ABC4E7B1635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3" creationId="{707E04CD-8826-A5ED-F06F-C02644A32EF4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4" creationId="{3BAA07BD-16E8-E2F5-189F-FC9B247D1E2E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5" creationId="{B2EB251E-1EA1-9B18-7ED1-5E404F398FE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6" creationId="{5D6E8F51-3BF3-38F2-CD22-B979C55236B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7" creationId="{86C1E207-2A4E-567A-9597-3512E041661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8" creationId="{649C6EA9-9F69-BEA3-EC0E-BCB3A48B86BE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9" creationId="{92B1B27B-FE1D-6AB1-85E1-959B04BA34A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0" creationId="{24F21BC2-443B-21BF-E1B9-C0365F1570E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1" creationId="{3B17FB7F-93BD-A3EA-DC81-93AA2498730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2" creationId="{5D7F7AAC-2114-5C6B-7DA3-DFF00D8CB4A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3" creationId="{357FC7E1-0A62-1D6A-353B-662902F9CB8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4" creationId="{84E687DA-502B-6DF2-9B42-E1749520F24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5" creationId="{1FD64633-983F-BDF7-6946-EF8A0895503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6" creationId="{E7A5BDC0-8FF6-78E0-386B-3EF8E35A0E0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7" creationId="{5C21AB5F-2277-0AEF-ACFC-4D50D612CF5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8" creationId="{05CF9FCB-98D4-DD05-393B-468B39E63B3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9" creationId="{5134716F-FE0A-6012-8E03-91B2908F4B5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0" creationId="{CD19A93C-04EA-CCB7-5F62-AB4BDA7C010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1" creationId="{BE848FE6-C135-B4F6-A67E-457EAA681BC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2" creationId="{9C97E23F-466B-6BB1-D381-F15EF29C30C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3" creationId="{B1776397-B8B1-0CA6-E43D-CDC275470CB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4" creationId="{F45150B2-0865-3849-E8A8-B8B0AA9ED49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5" creationId="{A7950C78-4408-A5DB-145C-DF19286529B4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6" creationId="{748C2127-71D0-0CEA-0512-97FE073E89A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7" creationId="{7AF51283-9283-A99A-B5B4-75862CF9D6C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8" creationId="{EDE24F13-60A6-FAB7-25B5-2D034AFDDDE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9" creationId="{8AD8BF22-C4E4-E74D-1C53-DDD52863EA1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0" creationId="{C350CD0A-906A-858C-5819-5572BF948DE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1" creationId="{19D92E58-AB47-1692-1927-58DEB9CB3F3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2" creationId="{E4EF5142-2D13-6886-75DD-7D7B3B8004E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3" creationId="{29E21B46-AFF0-E275-BAEC-FABF8765662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4" creationId="{FC877593-40CF-198E-609C-589E082EE36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5" creationId="{289727E3-6BFF-A0AC-CB38-2466E9523A2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6" creationId="{014C867F-4F37-0B80-88C3-87D49F1AA0D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7" creationId="{46F4ABF5-2DE2-C443-4355-A7827414C42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8" creationId="{3E09C5AB-71DE-266D-4300-40307B5D4A7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9" creationId="{2186A6F8-8AA6-9ED5-9086-51F31FAF654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80" creationId="{C5642216-02E9-E3BD-A167-D346513A326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81" creationId="{33B2CEEC-75C5-9856-9C6F-BB235B010CC6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3" creationId="{C616CD9E-F77D-539F-8EC1-5D1461B422F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4" creationId="{9DA49799-EBFD-8A6A-A3D6-87CF238EC1D6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5" creationId="{F01E2FC7-67CA-2AE2-F203-ADC329AB3214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6" creationId="{E588BEBD-2D6A-800E-83FA-D2A089F3DF17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7" creationId="{BE570343-5C39-0097-D041-B946C5CB022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8" creationId="{4AAE167A-B6AE-3F27-D7A7-3877E6F0D75B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9" creationId="{6B54E666-AF9C-F23F-EC73-7E6068A2660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0" creationId="{813D5071-49C2-3CB9-ACA3-C01C4696510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1" creationId="{6BF7CD79-7752-FBC6-B4E1-32B63CC4235F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2" creationId="{6A821C2E-121D-781C-BCFE-214522F7B4A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3" creationId="{A04184E7-C343-9E8B-41BC-F644C22C71B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4" creationId="{F181DFA5-A067-9BF8-FC56-D0269C5375A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5" creationId="{C243A9D7-D92D-1930-6BD6-AC5B6996D8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6" creationId="{8222838C-E9DC-FE2B-52F2-7AA3BE419C2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7" creationId="{832517CD-36A4-6421-CF79-8EB28D94C49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8" creationId="{C8E82E11-1111-3596-420A-084DFCD8BB0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9" creationId="{8F4B7417-17FE-AD35-8012-A3B06A04262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0" creationId="{04A4778D-604F-9515-F3FB-2CFEEA5300F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1" creationId="{DD8CD973-9BBC-797C-90A5-308F54CFC7A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2" creationId="{4A1CB358-D703-87FF-5FDB-3B54423B7C9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3" creationId="{9553E813-3A25-3722-ACB0-118A066F49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4" creationId="{0001C048-80D6-2C70-FA4B-F5BE53DE5AD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5" creationId="{D6196637-71D2-B272-6688-D346C0D0B51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6" creationId="{348EFCB6-4D42-02AB-A0E5-BDEDCE93156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7" creationId="{F62162E2-01CF-18F1-221C-C6066597B3C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8" creationId="{88F40005-9039-5CF4-2E73-88239B98F50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9" creationId="{7EB7BB0B-54CA-3A91-9EB6-C6B76C3F8E9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0" creationId="{19CF5596-6F14-B93D-C006-ECF7793E926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1" creationId="{3245BFA2-5D96-6539-8776-F880CD5C163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2" creationId="{5186C8C8-D440-87E4-BFFB-222F7C474CB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3" creationId="{D9859F63-0D13-D4C3-11D9-C69E6A8079A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4" creationId="{0A60F2D4-2EE4-EC0B-A4DC-CACA35CB7B9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5" creationId="{65167ADC-5256-2A53-DA06-D59CEDD3D0A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6" creationId="{1A78442F-910A-D17C-94CE-A9B1593CEE4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7" creationId="{413D824F-D2FF-B6D4-2D89-16246017112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8" creationId="{6E8AD3DF-DFDA-EAD9-713A-C27E5162D25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9" creationId="{32BCB32F-C90C-E146-63D2-3011B0B6294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0" creationId="{F2EC0233-8A00-FA77-C519-89C29B26295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1" creationId="{3DA45933-61EE-39DB-A5D2-8881D865C1A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2" creationId="{C2566848-7A83-2E69-7175-356CF002FD8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3" creationId="{D6988F41-8B48-10B8-AC5A-1A566AA65FD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4" creationId="{E517FBA8-296A-29F0-0D83-2F1C6F2678C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5" creationId="{CB18AAF4-BAB6-C492-7716-E3560B54668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6" creationId="{5F45D1A3-B312-6E7F-728E-F3C115A14D6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7" creationId="{33C34885-E3D5-8D87-ABF2-B1036A3732E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8" creationId="{9F47F862-5ADB-42C7-7F56-55615F776D3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9" creationId="{0DB15AC9-D3BC-5215-3CAB-D1AECF22547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30" creationId="{898292FA-7F2A-51CD-8ADD-863D2DF6EC87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2" creationId="{B768634D-2F71-DE53-DFF0-6BA91597BAF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3" creationId="{0A7EE7F5-2E78-AA31-ADC7-F0F46205EC5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4" creationId="{3BA0AB83-EAE2-07AD-A07E-8505B89B1B71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5" creationId="{B53A4E6C-818E-5157-E901-BFD5FE14F8F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6" creationId="{F738394B-42E6-C531-6FEF-527BB54B11A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7" creationId="{FDD7B9B5-94D4-0484-AA87-1E12E2549DEC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8" creationId="{6D41B4D5-4599-94B6-88D2-1A6EFD8A0F4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9" creationId="{F7F00A85-A775-785A-64C5-0A580616AE9C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0" creationId="{F99FCC7E-4674-9310-3CB7-E1871A35FAF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1" creationId="{605509D1-5701-D0CC-87A9-634C48B82D02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2" creationId="{E81CF584-E468-DFE2-1B0A-ED8EA1510AA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3" creationId="{830F7258-6CAE-4D59-E59F-8A07A5AD151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4" creationId="{036EBCF7-9DB5-6986-A0C8-95AE20FDACB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5" creationId="{E4507DD4-A91A-884E-E84D-5816AA70B2E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6" creationId="{FF4A5332-3A5F-F3D7-C128-C758F904EE6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7" creationId="{8FEFA33D-CDE1-7CFE-3837-CFAA99D2C4E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8" creationId="{D42D2C93-B33C-0EB8-2A9B-A3DB4AF7327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9" creationId="{E0B0010E-C06E-842B-3FA0-1459B8A460D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0" creationId="{56379758-E3BF-97AF-7A82-13BBC12FFDD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1" creationId="{86FDD8DB-947E-0E06-E747-0EDCE89C478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2" creationId="{B8670A29-9F80-042F-E2CE-2FEDB20C04D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3" creationId="{54B2B2FD-B68A-0E0E-11B0-C94E36B91C3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4" creationId="{30C00DA0-AE89-7299-0A37-0C1FC04B6C2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5" creationId="{2D134A25-6F06-7322-E8A6-D8AF1830764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6" creationId="{E1213A3E-015F-084F-5F01-F91A936A633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7" creationId="{657E6AC1-9A3F-6EB1-2020-3052255C1AF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8" creationId="{0DE36F3D-AF11-D0D5-E4F4-F8E3B0F4B78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9" creationId="{86B09AE7-17ED-0B49-CBDC-509B2E9A7E7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0" creationId="{2D340D9A-6569-E56D-FED5-CE332F1CF34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1" creationId="{9D915DFD-AD1F-667F-CCB2-E65C97F0A2D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2" creationId="{04496531-159D-4869-1D92-A0E2C630954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3" creationId="{25E9F62D-6A30-E1B9-A204-80855E5DD40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4" creationId="{9AB3FDF4-032B-C71E-BDE9-4E5CD7DE141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5" creationId="{BCAFA587-6C9C-C9EB-E680-E238447C7D3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6" creationId="{BA926A84-34CA-0ADA-A742-D094611049E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7" creationId="{45936926-A653-4BA0-D45B-1F4F2ACB2F6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8" creationId="{0BBA702B-E893-8BBF-3DD0-912D5ED839D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9" creationId="{4AC7240B-3257-32E2-5B60-290F0178143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0" creationId="{A4612D9F-97BB-9956-B8A1-60630E2513E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1" creationId="{1002B779-DAD1-EAF0-E815-ECDE23F7F51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2" creationId="{9A359C01-C3AC-97F1-13F0-71F2FA71726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3" creationId="{F23036A8-0AF6-E8C8-13C6-132408FAAF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4" creationId="{F9E168C9-8ECB-6E75-F3A3-2C456D722A3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5" creationId="{AED49CCE-AEA7-9543-9FF5-C8E4F08B2E5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6" creationId="{AFCB3B40-5B34-CDE8-97EF-39D92B1FB98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7" creationId="{295F883C-F782-AE94-1286-3F6A36B8419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8" creationId="{1C9C17BF-1B81-A570-4202-665BE145A55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9" creationId="{2BEC3536-C90D-C3AF-D72E-A10519AE4878}"/>
          </ac:spMkLst>
        </pc:spChg>
        <pc:spChg chg="add mod">
          <ac:chgData name="이민재" userId="f97f16f7-28a5-49bd-9e05-fb3ef63d7997" providerId="ADAL" clId="{3604D2DB-B0B3-4E35-9EDA-42455EF74A6C}" dt="2023-06-15T06:33:21.223" v="21370" actId="1076"/>
          <ac:spMkLst>
            <pc:docMk/>
            <pc:sldMk cId="581791330" sldId="882"/>
            <ac:spMk id="381" creationId="{7A5DF6AF-26C3-D964-918B-6106369E54A8}"/>
          </ac:spMkLst>
        </pc:spChg>
        <pc:spChg chg="add del mod">
          <ac:chgData name="이민재" userId="f97f16f7-28a5-49bd-9e05-fb3ef63d7997" providerId="ADAL" clId="{3604D2DB-B0B3-4E35-9EDA-42455EF74A6C}" dt="2023-06-15T06:34:22.443" v="21379" actId="478"/>
          <ac:spMkLst>
            <pc:docMk/>
            <pc:sldMk cId="581791330" sldId="882"/>
            <ac:spMk id="382" creationId="{A25A058F-83FE-987C-2FF8-870A08134A8A}"/>
          </ac:spMkLst>
        </pc:s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86" creationId="{A74248BC-998E-5A47-2F7A-1BEF13A4231B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01" creationId="{1CAD63AD-9113-57A8-56F1-9878D7E77E0F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19" creationId="{B3509B3E-F840-53BE-F78F-D3019A4EEDB9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36" creationId="{85F19A74-EA92-DF4F-C6FD-86B3534294E9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51" creationId="{0DDB85C4-FE83-2C1E-C2A4-93961B0C5BA2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66" creationId="{569415A4-11DD-DA62-91AB-7C03AE1CFE8B}"/>
          </ac:grpSpMkLst>
        </pc:grpChg>
        <pc:grpChg chg="add mod">
          <ac:chgData name="이민재" userId="f97f16f7-28a5-49bd-9e05-fb3ef63d7997" providerId="ADAL" clId="{3604D2DB-B0B3-4E35-9EDA-42455EF74A6C}" dt="2023-06-15T05:06:25.356" v="21082" actId="1036"/>
          <ac:grpSpMkLst>
            <pc:docMk/>
            <pc:sldMk cId="581791330" sldId="882"/>
            <ac:grpSpMk id="195" creationId="{F4A868EE-8D1E-3173-83C1-27D99AE28959}"/>
          </ac:grpSpMkLst>
        </pc:grpChg>
        <pc:grpChg chg="add del mod">
          <ac:chgData name="이민재" userId="f97f16f7-28a5-49bd-9e05-fb3ef63d7997" providerId="ADAL" clId="{3604D2DB-B0B3-4E35-9EDA-42455EF74A6C}" dt="2023-06-15T05:03:50.367" v="20644" actId="165"/>
          <ac:grpSpMkLst>
            <pc:docMk/>
            <pc:sldMk cId="581791330" sldId="882"/>
            <ac:grpSpMk id="196" creationId="{6F17F616-D634-FA10-8542-0C527F7490E8}"/>
          </ac:grpSpMkLst>
        </pc:grpChg>
        <pc:grpChg chg="add mod">
          <ac:chgData name="이민재" userId="f97f16f7-28a5-49bd-9e05-fb3ef63d7997" providerId="ADAL" clId="{3604D2DB-B0B3-4E35-9EDA-42455EF74A6C}" dt="2023-06-15T05:06:25.356" v="21082" actId="1036"/>
          <ac:grpSpMkLst>
            <pc:docMk/>
            <pc:sldMk cId="581791330" sldId="882"/>
            <ac:grpSpMk id="233" creationId="{E7E7521E-AF03-A61E-25F7-C70E4EB77BE0}"/>
          </ac:grpSpMkLst>
        </pc:grpChg>
        <pc:grpChg chg="add del mod">
          <ac:chgData name="이민재" userId="f97f16f7-28a5-49bd-9e05-fb3ef63d7997" providerId="ADAL" clId="{3604D2DB-B0B3-4E35-9EDA-42455EF74A6C}" dt="2023-06-15T05:13:57.596" v="21147" actId="478"/>
          <ac:grpSpMkLst>
            <pc:docMk/>
            <pc:sldMk cId="581791330" sldId="882"/>
            <ac:grpSpMk id="282" creationId="{D1B73310-A132-1BFC-FD6F-078761251034}"/>
          </ac:grpSpMkLst>
        </pc:grpChg>
        <pc:grpChg chg="add del mod">
          <ac:chgData name="이민재" userId="f97f16f7-28a5-49bd-9e05-fb3ef63d7997" providerId="ADAL" clId="{3604D2DB-B0B3-4E35-9EDA-42455EF74A6C}" dt="2023-06-15T05:13:57.596" v="21147" actId="478"/>
          <ac:grpSpMkLst>
            <pc:docMk/>
            <pc:sldMk cId="581791330" sldId="882"/>
            <ac:grpSpMk id="331" creationId="{834572B9-93BB-3917-5562-5AC6486933F6}"/>
          </ac:grpSpMkLst>
        </pc:grp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88" creationId="{3F7AAEA1-03F9-A329-C108-E16B3DD8F91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89" creationId="{4B23EDFF-0761-71C9-B343-F3F3E10A534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0" creationId="{29B55278-466C-685F-B2CB-672512029C2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1" creationId="{4BC58071-AB92-5B67-2DE5-D92E4513F7B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2" creationId="{8B97DDFF-30DB-52DE-990B-80DE6DE0B0C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3" creationId="{CCB4686F-D1A7-F293-480A-C9F8461B27C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4" creationId="{8F4EA15F-C4BF-39B5-4F1C-FF722144A03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5" creationId="{14D9F001-A748-F5C6-60C3-B954055ABF0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6" creationId="{16189E84-FA4D-44FA-F443-4010BF13381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7" creationId="{107896FE-ED8F-01B1-E458-4C1758C4DAF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8" creationId="{5BD88AC9-53EF-29C5-3B43-E9FF86FB3E0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9" creationId="{6B26EE3C-4127-49F0-19AD-0D6F8D28CA5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0" creationId="{E7A7AD95-D63C-581F-5E49-98556F496FC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3" creationId="{8809E68B-B105-F0BB-7F2E-6F61567BEAC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4" creationId="{BF64172D-DC2F-EA01-A70B-A7A9CB12303F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5" creationId="{C20AE991-D536-3524-A4F7-1FA500225E1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6" creationId="{D5A813A2-AD66-E520-8D90-3067A2781B0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7" creationId="{0834AA38-89D7-140B-E7C2-21D649573CA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8" creationId="{A91BA9AF-8AE7-8BCE-E658-375143138EA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9" creationId="{5BDB3096-C3C3-C819-4877-08662C0A26B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0" creationId="{62FDFD24-C21B-7850-71DC-60AC674FAFA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1" creationId="{B098C2A5-85E3-5525-7567-B7111382B32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2" creationId="{AECF0736-9A91-C58F-0A41-96D2AD2FD6B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3" creationId="{F699C3CB-8959-BC81-433A-97BECBDC863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4" creationId="{95A06627-F7AA-EE92-2A25-4BF73967DAF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5" creationId="{58FE8592-A58E-6490-55E0-EDE62DD0B6C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1" creationId="{9FE320F8-B629-7EEE-FBE3-EAF6B4A2A7F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2" creationId="{065AAB43-47D4-02A0-773A-92448458EE0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3" creationId="{68373D1E-7091-E038-90FD-5D051796A1A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4" creationId="{F22F38E1-3858-A85B-C486-909D2DFD1BBC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5" creationId="{40D2503A-2B6E-E744-7167-0CE3E031BE9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6" creationId="{885381C5-5939-0ACF-EB91-3CB52855ABE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7" creationId="{659A7081-8D17-A5D8-E76B-FA30632E7EFF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8" creationId="{13298D74-FB0B-E673-AB77-D2CC4200BB4C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9" creationId="{8325DEA6-2074-A3E0-39DF-AC8C18E6940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0" creationId="{0164A71A-A941-9370-B0FE-6E1FC22AA24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1" creationId="{CFB80101-D736-68DB-AF35-36AC324A382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2" creationId="{824ECA46-3E3A-27FB-8A4F-6ED17272EE4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3" creationId="{F7F02E1E-C8BF-7CCC-6F05-6166554CB7B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8" creationId="{9C157070-6DC4-BDDC-0DD6-AA397007C58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9" creationId="{48823F43-1BC3-31ED-F9EA-31CD2F741AA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0" creationId="{D2F4431D-B978-7AE3-3D57-7A1BF3B5D94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1" creationId="{7338F36F-27F7-CDE0-AF64-0D975ADB692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2" creationId="{DAB95688-9FD0-45F7-CCD6-4D856929EC4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3" creationId="{A6542C89-A525-4B4E-2FC9-FE2B9002B13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4" creationId="{8E299593-30EA-6A99-E2AF-BB52F9E6D09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5" creationId="{BDDDFCAD-9BCE-033B-40E1-2A3546089C8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6" creationId="{9A13DC93-FD17-DFEF-A7C3-7BB127370DE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7" creationId="{79662CB2-4C53-B5C6-9592-4CB2280F7FF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8" creationId="{6F755C63-D2D9-73D6-3606-0951A212192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9" creationId="{7E09825A-09C0-DAC2-BAF9-A0E64E8F4D1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0" creationId="{1D2C3243-A6B0-3E71-C5E3-E89B4EAA591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3" creationId="{5542306D-63EF-2205-0870-A1D32EC6B95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4" creationId="{9148F6E1-7D36-6846-275D-863AD544F02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5" creationId="{E48EBAE3-64E1-073E-37FD-D9F0B89A44D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6" creationId="{5BF9F51F-DF09-38F2-399B-BEFF9923C7D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7" creationId="{6D9044EC-195F-ED3D-8C17-7ADD2945333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8" creationId="{30DB63FE-CBE9-99C4-094B-DBFD5AEC035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9" creationId="{24B0DB8C-CA37-6A7E-0773-0315E069810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0" creationId="{B799E00D-5F5B-B4DF-A186-CE046729BEF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1" creationId="{004121CB-7211-1570-B6BB-C156E089F54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2" creationId="{65858CE7-FF89-B899-D4DB-6DAA637A349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3" creationId="{DFAE05AC-8CBC-1AC4-8FC3-18A8B6931E6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4" creationId="{84DE865A-32F4-5861-7CF8-1A5706C6955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5" creationId="{BA6B5B09-4608-C9E6-82D0-471153CA825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8" creationId="{40E0B3BA-4FA8-FF86-2C54-58C6BCA2CB2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9" creationId="{69DEC36A-99A2-E391-2377-1F7148CE58E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0" creationId="{CB3A4661-A34C-C9DE-A984-7F8B7835B5D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1" creationId="{32C4DF34-AC93-EC91-3B4B-02E61A97968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2" creationId="{BD7EB98E-D7EE-315E-6DCE-F9EFE8EEC06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3" creationId="{FFE94106-C09C-F3DC-2F2E-7CF8122E387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4" creationId="{A6699333-5693-6900-2451-B0BE4F640C9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5" creationId="{B847CCB2-0F99-9085-D2D3-10932A2B797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6" creationId="{6F5822FD-26E5-3CA5-EF17-D69C13DD610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7" creationId="{DFDB8E21-F064-4603-5F3D-2F9E56C6606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8" creationId="{809C3273-60B1-EBA5-1EEF-97BE65E048D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9" creationId="{58A49D5E-C432-31E1-A7BC-1688C9CA7AE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80" creationId="{E7CE7243-160F-DC90-8236-7121798FCE0C}"/>
          </ac:cxnSpMkLst>
        </pc:cxnChg>
        <pc:cxnChg chg="add del mod">
          <ac:chgData name="이민재" userId="f97f16f7-28a5-49bd-9e05-fb3ef63d7997" providerId="ADAL" clId="{3604D2DB-B0B3-4E35-9EDA-42455EF74A6C}" dt="2023-06-15T05:02:38.093" v="20511" actId="478"/>
          <ac:cxnSpMkLst>
            <pc:docMk/>
            <pc:sldMk cId="581791330" sldId="882"/>
            <ac:cxnSpMk id="181" creationId="{B2EA1075-B4EA-B9FD-7C46-C35C77669AF8}"/>
          </ac:cxnSpMkLst>
        </pc:cxnChg>
      </pc:sldChg>
      <pc:sldChg chg="addSp delSp modSp mod">
        <pc:chgData name="이민재" userId="f97f16f7-28a5-49bd-9e05-fb3ef63d7997" providerId="ADAL" clId="{3604D2DB-B0B3-4E35-9EDA-42455EF74A6C}" dt="2023-06-22T05:37:08.561" v="21383" actId="21"/>
        <pc:sldMkLst>
          <pc:docMk/>
          <pc:sldMk cId="632385783" sldId="883"/>
        </pc:sldMkLst>
        <pc:picChg chg="add del mod">
          <ac:chgData name="이민재" userId="f97f16f7-28a5-49bd-9e05-fb3ef63d7997" providerId="ADAL" clId="{3604D2DB-B0B3-4E35-9EDA-42455EF74A6C}" dt="2023-06-22T05:37:08.561" v="21383" actId="21"/>
          <ac:picMkLst>
            <pc:docMk/>
            <pc:sldMk cId="632385783" sldId="883"/>
            <ac:picMk id="6" creationId="{701019A8-201A-6E61-122E-B585600497F2}"/>
          </ac:picMkLst>
        </pc:picChg>
      </pc:sldChg>
      <pc:sldChg chg="modSp mod">
        <pc:chgData name="이민재" userId="f97f16f7-28a5-49bd-9e05-fb3ef63d7997" providerId="ADAL" clId="{3604D2DB-B0B3-4E35-9EDA-42455EF74A6C}" dt="2023-06-22T07:17:53.248" v="23057" actId="20577"/>
        <pc:sldMkLst>
          <pc:docMk/>
          <pc:sldMk cId="1950428014" sldId="884"/>
        </pc:sldMkLst>
        <pc:spChg chg="mod">
          <ac:chgData name="이민재" userId="f97f16f7-28a5-49bd-9e05-fb3ef63d7997" providerId="ADAL" clId="{3604D2DB-B0B3-4E35-9EDA-42455EF74A6C}" dt="2023-06-22T07:17:53.248" v="23057" actId="20577"/>
          <ac:spMkLst>
            <pc:docMk/>
            <pc:sldMk cId="1950428014" sldId="884"/>
            <ac:spMk id="3" creationId="{5AE5A35B-1137-EE62-7BC8-F1E1B1B63D0C}"/>
          </ac:spMkLst>
        </pc:spChg>
      </pc:sldChg>
      <pc:sldChg chg="addSp modSp new mod">
        <pc:chgData name="이민재" userId="f97f16f7-28a5-49bd-9e05-fb3ef63d7997" providerId="ADAL" clId="{3604D2DB-B0B3-4E35-9EDA-42455EF74A6C}" dt="2023-06-23T05:05:10.272" v="24394" actId="1076"/>
        <pc:sldMkLst>
          <pc:docMk/>
          <pc:sldMk cId="1162554671" sldId="885"/>
        </pc:sldMkLst>
        <pc:spChg chg="mod">
          <ac:chgData name="이민재" userId="f97f16f7-28a5-49bd-9e05-fb3ef63d7997" providerId="ADAL" clId="{3604D2DB-B0B3-4E35-9EDA-42455EF74A6C}" dt="2023-06-22T07:18:39.773" v="23079" actId="20577"/>
          <ac:spMkLst>
            <pc:docMk/>
            <pc:sldMk cId="1162554671" sldId="885"/>
            <ac:spMk id="2" creationId="{5F3527EC-6E91-A5CE-3FAB-0239DA0399C4}"/>
          </ac:spMkLst>
        </pc:spChg>
        <pc:spChg chg="mod">
          <ac:chgData name="이민재" userId="f97f16f7-28a5-49bd-9e05-fb3ef63d7997" providerId="ADAL" clId="{3604D2DB-B0B3-4E35-9EDA-42455EF74A6C}" dt="2023-06-22T07:22:56.572" v="24090"/>
          <ac:spMkLst>
            <pc:docMk/>
            <pc:sldMk cId="1162554671" sldId="885"/>
            <ac:spMk id="3" creationId="{945DB18F-F909-B87B-2450-515A74F7AFBF}"/>
          </ac:spMkLst>
        </pc:spChg>
        <pc:graphicFrameChg chg="add mod">
          <ac:chgData name="이민재" userId="f97f16f7-28a5-49bd-9e05-fb3ef63d7997" providerId="ADAL" clId="{3604D2DB-B0B3-4E35-9EDA-42455EF74A6C}" dt="2023-06-23T05:05:10.272" v="24394" actId="1076"/>
          <ac:graphicFrameMkLst>
            <pc:docMk/>
            <pc:sldMk cId="1162554671" sldId="885"/>
            <ac:graphicFrameMk id="5" creationId="{3546509A-8CDE-DDF6-4C94-0A53B5BED5AC}"/>
          </ac:graphicFrameMkLst>
        </pc:graphicFrameChg>
      </pc:sldChg>
      <pc:sldChg chg="modSp new mod">
        <pc:chgData name="이민재" userId="f97f16f7-28a5-49bd-9e05-fb3ef63d7997" providerId="ADAL" clId="{3604D2DB-B0B3-4E35-9EDA-42455EF74A6C}" dt="2023-06-23T10:35:46.074" v="25611" actId="20577"/>
        <pc:sldMkLst>
          <pc:docMk/>
          <pc:sldMk cId="3207681821" sldId="886"/>
        </pc:sldMkLst>
        <pc:spChg chg="mod">
          <ac:chgData name="이민재" userId="f97f16f7-28a5-49bd-9e05-fb3ef63d7997" providerId="ADAL" clId="{3604D2DB-B0B3-4E35-9EDA-42455EF74A6C}" dt="2023-06-22T07:24:21.943" v="24371" actId="20577"/>
          <ac:spMkLst>
            <pc:docMk/>
            <pc:sldMk cId="3207681821" sldId="886"/>
            <ac:spMk id="2" creationId="{9CEDEB10-29FA-85D4-183A-FB6AAC9DF42D}"/>
          </ac:spMkLst>
        </pc:spChg>
        <pc:spChg chg="mod">
          <ac:chgData name="이민재" userId="f97f16f7-28a5-49bd-9e05-fb3ef63d7997" providerId="ADAL" clId="{3604D2DB-B0B3-4E35-9EDA-42455EF74A6C}" dt="2023-06-23T10:35:46.074" v="25611" actId="20577"/>
          <ac:spMkLst>
            <pc:docMk/>
            <pc:sldMk cId="3207681821" sldId="886"/>
            <ac:spMk id="3" creationId="{8D4FB91D-D393-AF9B-D836-9FED941E46F4}"/>
          </ac:spMkLst>
        </pc:spChg>
      </pc:sldChg>
      <pc:sldChg chg="addSp delSp modSp new mod">
        <pc:chgData name="이민재" userId="f97f16f7-28a5-49bd-9e05-fb3ef63d7997" providerId="ADAL" clId="{3604D2DB-B0B3-4E35-9EDA-42455EF74A6C}" dt="2023-06-23T05:04:54.535" v="24380" actId="21"/>
        <pc:sldMkLst>
          <pc:docMk/>
          <pc:sldMk cId="560315684" sldId="887"/>
        </pc:sldMkLst>
        <pc:graphicFrameChg chg="add del mod">
          <ac:chgData name="이민재" userId="f97f16f7-28a5-49bd-9e05-fb3ef63d7997" providerId="ADAL" clId="{3604D2DB-B0B3-4E35-9EDA-42455EF74A6C}" dt="2023-06-23T05:02:53.493" v="24378" actId="478"/>
          <ac:graphicFrameMkLst>
            <pc:docMk/>
            <pc:sldMk cId="560315684" sldId="887"/>
            <ac:graphicFrameMk id="5" creationId="{81803D0E-2722-FAA0-A360-1BA6736248FE}"/>
          </ac:graphicFrameMkLst>
        </pc:graphicFrameChg>
        <pc:graphicFrameChg chg="add del mod">
          <ac:chgData name="이민재" userId="f97f16f7-28a5-49bd-9e05-fb3ef63d7997" providerId="ADAL" clId="{3604D2DB-B0B3-4E35-9EDA-42455EF74A6C}" dt="2023-06-23T05:02:52.308" v="24377" actId="478"/>
          <ac:graphicFrameMkLst>
            <pc:docMk/>
            <pc:sldMk cId="560315684" sldId="887"/>
            <ac:graphicFrameMk id="6" creationId="{81803D0E-2722-FAA0-A360-1BA6736248FE}"/>
          </ac:graphicFrameMkLst>
        </pc:graphicFrameChg>
        <pc:graphicFrameChg chg="add del mod">
          <ac:chgData name="이민재" userId="f97f16f7-28a5-49bd-9e05-fb3ef63d7997" providerId="ADAL" clId="{3604D2DB-B0B3-4E35-9EDA-42455EF74A6C}" dt="2023-06-23T05:04:54.535" v="24380" actId="21"/>
          <ac:graphicFrameMkLst>
            <pc:docMk/>
            <pc:sldMk cId="560315684" sldId="887"/>
            <ac:graphicFrameMk id="7" creationId="{81803D0E-2722-FAA0-A360-1BA6736248FE}"/>
          </ac:graphicFrameMkLst>
        </pc:graphicFrameChg>
      </pc:sldChg>
    </pc:docChg>
  </pc:docChgLst>
  <pc:docChgLst>
    <pc:chgData name="이민재" userId="f97f16f7-28a5-49bd-9e05-fb3ef63d7997" providerId="ADAL" clId="{C83B678F-008E-4E8B-93CA-7A675B6C285C}"/>
    <pc:docChg chg="undo custSel addSld delSld modSld sldOrd modSection">
      <pc:chgData name="이민재" userId="f97f16f7-28a5-49bd-9e05-fb3ef63d7997" providerId="ADAL" clId="{C83B678F-008E-4E8B-93CA-7A675B6C285C}" dt="2023-03-09T00:50:59.415" v="4886" actId="20577"/>
      <pc:docMkLst>
        <pc:docMk/>
      </pc:docMkLst>
      <pc:sldChg chg="modSp mod">
        <pc:chgData name="이민재" userId="f97f16f7-28a5-49bd-9e05-fb3ef63d7997" providerId="ADAL" clId="{C83B678F-008E-4E8B-93CA-7A675B6C285C}" dt="2023-03-07T04:32:32.266" v="722" actId="20577"/>
        <pc:sldMkLst>
          <pc:docMk/>
          <pc:sldMk cId="1482395489" sldId="311"/>
        </pc:sldMkLst>
        <pc:spChg chg="mod">
          <ac:chgData name="이민재" userId="f97f16f7-28a5-49bd-9e05-fb3ef63d7997" providerId="ADAL" clId="{C83B678F-008E-4E8B-93CA-7A675B6C285C}" dt="2023-02-28T16:19:39.737" v="37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C83B678F-008E-4E8B-93CA-7A675B6C285C}" dt="2023-03-07T04:32:32.266" v="722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C83B678F-008E-4E8B-93CA-7A675B6C285C}" dt="2023-02-28T16:19:46.665" v="6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C83B678F-008E-4E8B-93CA-7A675B6C285C}" dt="2023-03-08T23:20:37.614" v="1971" actId="113"/>
        <pc:sldMkLst>
          <pc:docMk/>
          <pc:sldMk cId="4138972949" sldId="760"/>
        </pc:sldMkLst>
        <pc:graphicFrameChg chg="mod modGraphic">
          <ac:chgData name="이민재" userId="f97f16f7-28a5-49bd-9e05-fb3ef63d7997" providerId="ADAL" clId="{C83B678F-008E-4E8B-93CA-7A675B6C285C}" dt="2023-03-08T23:20:37.614" v="1971" actId="113"/>
          <ac:graphicFrameMkLst>
            <pc:docMk/>
            <pc:sldMk cId="4138972949" sldId="760"/>
            <ac:graphicFrameMk id="5" creationId="{29D5A4F1-B9CA-D623-5EDB-D627B3DDA0FE}"/>
          </ac:graphicFrameMkLst>
        </pc:graphicFrameChg>
      </pc:sldChg>
      <pc:sldChg chg="addSp delSp modSp mod">
        <pc:chgData name="이민재" userId="f97f16f7-28a5-49bd-9e05-fb3ef63d7997" providerId="ADAL" clId="{C83B678F-008E-4E8B-93CA-7A675B6C285C}" dt="2023-03-08T23:18:59.723" v="1963" actId="20577"/>
        <pc:sldMkLst>
          <pc:docMk/>
          <pc:sldMk cId="1527935847" sldId="761"/>
        </pc:sldMkLst>
        <pc:spChg chg="mod">
          <ac:chgData name="이민재" userId="f97f16f7-28a5-49bd-9e05-fb3ef63d7997" providerId="ADAL" clId="{C83B678F-008E-4E8B-93CA-7A675B6C285C}" dt="2023-03-08T23:18:59.723" v="1963" actId="20577"/>
          <ac:spMkLst>
            <pc:docMk/>
            <pc:sldMk cId="1527935847" sldId="761"/>
            <ac:spMk id="3" creationId="{835A6E05-8D7F-49D0-B580-39C0CD091E83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5" creationId="{3A53175E-B023-2E04-DE21-AAB9F4ED27C5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8" creationId="{AEC33804-A896-3C7C-066D-379182D54FC7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0" creationId="{79F456B8-72E8-A970-0054-320A57E71F2D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1" creationId="{BDE9984C-C468-B93F-D856-0C02C1A7E8F8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2" creationId="{DFC43538-C4AB-F278-114B-CED9656B01A7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3" creationId="{196B7B39-B485-5506-38D4-2DB99D25939E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4" creationId="{17F21415-1744-51C8-3F57-9CFC4C4A1819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5" creationId="{3A9387C5-6AEE-5263-972A-CD168F050432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6" creationId="{11C3904C-55A4-3C15-7210-F52CAB419A16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7" creationId="{0A8D3E60-3F48-791B-E838-275C51E26528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8" creationId="{E586C444-AD8D-BCC7-7421-9750D6A877E1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9" creationId="{C9C9C2FB-EEEB-890F-AC4D-75FC3135830B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0" creationId="{56E00581-7C09-F86C-21A6-9806CDCBED64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0" creationId="{A52A06FA-981A-649C-CC1E-33A2479F05BA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1" creationId="{84C913EC-7AED-B04C-90F4-D315AF9A7DAC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1" creationId="{DF2B0E77-09F4-2BFE-0E75-617460CFEFB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23" creationId="{67B22F16-D3B2-C7CB-A9F8-F3D20821E5F4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4" creationId="{6BC5EED3-C628-FBAC-1FA0-816F66DA3738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25" creationId="{9D51F3C3-1D97-F7F2-646D-0B843A2F2F3D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6" creationId="{1B111F0E-903F-B32C-FCD0-FD075181656C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7" creationId="{46D71793-5A7D-6149-C253-AC326643096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28" creationId="{A8563DB7-EBE8-391D-AD4B-58881BFB1788}"/>
          </ac:spMkLst>
        </pc:spChg>
        <pc:spChg chg="add del mod">
          <ac:chgData name="이민재" userId="f97f16f7-28a5-49bd-9e05-fb3ef63d7997" providerId="ADAL" clId="{C83B678F-008E-4E8B-93CA-7A675B6C285C}" dt="2023-03-01T00:29:45.752" v="193" actId="478"/>
          <ac:spMkLst>
            <pc:docMk/>
            <pc:sldMk cId="1527935847" sldId="761"/>
            <ac:spMk id="28" creationId="{EA87AB08-1F0E-A509-DAD5-451115F0840B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29" creationId="{283C2262-CFED-B35F-A1A8-FE1B2E293B0E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9" creationId="{45BF0943-6EE3-9D26-07BE-6E5BAC16FACF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30" creationId="{3491A6BC-F4EC-C5D2-C2BE-FA8FD106B54C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30" creationId="{B14B7760-57ED-9374-3FF5-7A7A096E4AB7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1" creationId="{494A2AAD-FF2C-B72D-9A27-07F7DA8DB92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2" creationId="{37B7994E-6C6B-0C63-503A-F66E5CF9A96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3" creationId="{BBA893E7-2777-C347-1917-FDA97F08955A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4" creationId="{BD67360D-4962-C401-F58F-23B6778C3EB3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5" creationId="{39C92022-B727-E94C-000D-0FB414FB8CE8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6" creationId="{E1744B45-F039-63CF-780D-8DCCBE8EFD06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7" creationId="{C56C8F00-6A84-E21C-4606-3216F6BE61A4}"/>
          </ac:spMkLst>
        </pc:spChg>
        <pc:spChg chg="add del mod">
          <ac:chgData name="이민재" userId="f97f16f7-28a5-49bd-9e05-fb3ef63d7997" providerId="ADAL" clId="{C83B678F-008E-4E8B-93CA-7A675B6C285C}" dt="2023-03-08T23:03:46.819" v="1088" actId="478"/>
          <ac:spMkLst>
            <pc:docMk/>
            <pc:sldMk cId="1527935847" sldId="761"/>
            <ac:spMk id="38" creationId="{FFC8C3E9-C990-16B4-F8AC-3623C358548C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39" creationId="{D9F829E7-DAF0-B6CD-BEE2-195369C18879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0" creationId="{36492BAF-14FF-7FC2-B214-2A21350BD37D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1" creationId="{9AC2D29E-9E71-104B-914B-257B45738F9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2" creationId="{8D29AA01-433E-59C6-357A-8EF0F49CDB3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3" creationId="{80575F82-964A-3C79-A769-40A0ECB7D776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4" creationId="{3D8496F5-241A-0FF8-5F5C-6DDDEA9888DC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5" creationId="{6133F4EC-805E-2885-9FE4-AB9444330E91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6" creationId="{5603194F-A13C-E96A-CA3D-71E2F420F050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7" creationId="{A612F38E-2FC8-3061-CD6D-BD2FAF0F4F62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8" creationId="{10964975-BB61-9EEF-D158-72BFC93AA36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9" creationId="{038096F5-26E5-C81D-CACE-E447955BBB1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0" creationId="{844DE258-3B01-0EFE-CDA0-9D28D6F9AE90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1" creationId="{756E290E-9703-A7B2-0A0F-35BA0D06E481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2" creationId="{45F2AFFC-F273-514E-3D34-8A3040C8CF6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3" creationId="{9CB29B9A-6D50-BC1E-2FE5-CDE2DC0D4A1B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4" creationId="{04DFA601-F222-65EA-AB33-7B9533641BD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5" creationId="{9A93862C-D81F-AF96-B1E2-2F3293E228D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6" creationId="{B85C1DF4-5CFF-647B-DEBC-B6EEC411B66F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7" creationId="{F37B5A47-842D-BFA0-2BDC-34BDFCA5A954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8" creationId="{AD0E2CA0-7EC5-82E9-D5C6-08952D127236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9" creationId="{6E3B92CA-1864-D73C-97AB-EA4BBF763468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0" creationId="{3FCAF7C3-E83A-D0F3-EBB4-07BAB8C6454D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1" creationId="{E9648BE6-6F78-807F-F6F7-C3C59F0D1473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2" creationId="{FD1D46C2-DB75-DA78-E447-F2FA118FA4F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3" creationId="{66700746-537B-692C-0D9C-D1D81226F69A}"/>
          </ac:spMkLst>
        </pc:spChg>
        <pc:picChg chg="del mod">
          <ac:chgData name="이민재" userId="f97f16f7-28a5-49bd-9e05-fb3ef63d7997" providerId="ADAL" clId="{C83B678F-008E-4E8B-93CA-7A675B6C285C}" dt="2023-03-08T23:03:36.063" v="1083" actId="478"/>
          <ac:picMkLst>
            <pc:docMk/>
            <pc:sldMk cId="1527935847" sldId="761"/>
            <ac:picMk id="6" creationId="{A2719DDE-C372-C178-F934-B681FEB97F3B}"/>
          </ac:picMkLst>
        </pc:picChg>
        <pc:picChg chg="add del mod">
          <ac:chgData name="이민재" userId="f97f16f7-28a5-49bd-9e05-fb3ef63d7997" providerId="ADAL" clId="{C83B678F-008E-4E8B-93CA-7A675B6C285C}" dt="2023-03-08T23:03:10.636" v="1070" actId="478"/>
          <ac:picMkLst>
            <pc:docMk/>
            <pc:sldMk cId="1527935847" sldId="761"/>
            <ac:picMk id="9" creationId="{D50B3DF4-E0F0-D74B-80EF-D752C1D18663}"/>
          </ac:picMkLst>
        </pc:picChg>
        <pc:picChg chg="add del mod">
          <ac:chgData name="이민재" userId="f97f16f7-28a5-49bd-9e05-fb3ef63d7997" providerId="ADAL" clId="{C83B678F-008E-4E8B-93CA-7A675B6C285C}" dt="2023-03-08T23:03:38.376" v="1084" actId="478"/>
          <ac:picMkLst>
            <pc:docMk/>
            <pc:sldMk cId="1527935847" sldId="761"/>
            <ac:picMk id="11" creationId="{60B05B8B-8D4D-7C43-D3DD-543B19B35086}"/>
          </ac:picMkLst>
        </pc:picChg>
        <pc:picChg chg="add del mod modCrop">
          <ac:chgData name="이민재" userId="f97f16f7-28a5-49bd-9e05-fb3ef63d7997" providerId="ADAL" clId="{C83B678F-008E-4E8B-93CA-7A675B6C285C}" dt="2023-03-08T23:03:38.743" v="1085" actId="478"/>
          <ac:picMkLst>
            <pc:docMk/>
            <pc:sldMk cId="1527935847" sldId="761"/>
            <ac:picMk id="12" creationId="{9D3CE89F-9994-5A1A-B434-0C63D8B8A57D}"/>
          </ac:picMkLst>
        </pc:picChg>
        <pc:picChg chg="add del mod">
          <ac:chgData name="이민재" userId="f97f16f7-28a5-49bd-9e05-fb3ef63d7997" providerId="ADAL" clId="{C83B678F-008E-4E8B-93CA-7A675B6C285C}" dt="2023-03-08T11:56:33.187" v="753" actId="478"/>
          <ac:picMkLst>
            <pc:docMk/>
            <pc:sldMk cId="1527935847" sldId="761"/>
            <ac:picMk id="14" creationId="{D8DDACF0-97F4-8592-5295-7C91F6AF47D7}"/>
          </ac:picMkLst>
        </pc:picChg>
        <pc:picChg chg="add del mod modCrop">
          <ac:chgData name="이민재" userId="f97f16f7-28a5-49bd-9e05-fb3ef63d7997" providerId="ADAL" clId="{C83B678F-008E-4E8B-93CA-7A675B6C285C}" dt="2023-03-08T23:03:39.951" v="1086" actId="478"/>
          <ac:picMkLst>
            <pc:docMk/>
            <pc:sldMk cId="1527935847" sldId="761"/>
            <ac:picMk id="15" creationId="{82C9D270-D077-2CCB-E0D0-444D6DEF11A7}"/>
          </ac:picMkLst>
        </pc:picChg>
        <pc:picChg chg="add del mod">
          <ac:chgData name="이민재" userId="f97f16f7-28a5-49bd-9e05-fb3ef63d7997" providerId="ADAL" clId="{C83B678F-008E-4E8B-93CA-7A675B6C285C}" dt="2023-03-08T12:34:55.767" v="799" actId="478"/>
          <ac:picMkLst>
            <pc:docMk/>
            <pc:sldMk cId="1527935847" sldId="761"/>
            <ac:picMk id="17" creationId="{DC5B1975-72DA-0F69-9064-489C83AD4BCF}"/>
          </ac:picMkLst>
        </pc:picChg>
        <pc:picChg chg="add mod">
          <ac:chgData name="이민재" userId="f97f16f7-28a5-49bd-9e05-fb3ef63d7997" providerId="ADAL" clId="{C83B678F-008E-4E8B-93CA-7A675B6C285C}" dt="2023-03-08T23:18:30.216" v="1953" actId="1035"/>
          <ac:picMkLst>
            <pc:docMk/>
            <pc:sldMk cId="1527935847" sldId="761"/>
            <ac:picMk id="19" creationId="{7451FF36-1C9E-F138-9E98-2352498A9C87}"/>
          </ac:picMkLst>
        </pc:picChg>
        <pc:picChg chg="add mod">
          <ac:chgData name="이민재" userId="f97f16f7-28a5-49bd-9e05-fb3ef63d7997" providerId="ADAL" clId="{C83B678F-008E-4E8B-93CA-7A675B6C285C}" dt="2023-03-08T23:18:30.216" v="1953" actId="1035"/>
          <ac:picMkLst>
            <pc:docMk/>
            <pc:sldMk cId="1527935847" sldId="761"/>
            <ac:picMk id="27" creationId="{91941922-9D28-056D-CBF3-FA7782971BEC}"/>
          </ac:picMkLst>
        </pc:pic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7" creationId="{44DF2383-EAA0-9293-1EC6-7FE7B00ED68B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9" creationId="{6AF8FD64-BEE6-D1C3-4F92-DD378B9A42DB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22" creationId="{4806ED04-C1D1-2378-CE30-D8EA68C56268}"/>
          </ac:cxnSpMkLst>
        </pc:cxnChg>
        <pc:cxnChg chg="add del mod">
          <ac:chgData name="이민재" userId="f97f16f7-28a5-49bd-9e05-fb3ef63d7997" providerId="ADAL" clId="{C83B678F-008E-4E8B-93CA-7A675B6C285C}" dt="2023-03-08T23:08:47.129" v="1513" actId="478"/>
          <ac:cxnSpMkLst>
            <pc:docMk/>
            <pc:sldMk cId="1527935847" sldId="761"/>
            <ac:cxnSpMk id="22" creationId="{955B7539-521C-3965-FA5B-341C429BF245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24" creationId="{987F352A-47DB-8B3D-EF89-9F9FEBB46C8A}"/>
          </ac:cxnSpMkLst>
        </pc:cxnChg>
      </pc:sldChg>
      <pc:sldChg chg="delSp modSp add del mod">
        <pc:chgData name="이민재" userId="f97f16f7-28a5-49bd-9e05-fb3ef63d7997" providerId="ADAL" clId="{C83B678F-008E-4E8B-93CA-7A675B6C285C}" dt="2023-02-28T16:20:50.151" v="88" actId="47"/>
        <pc:sldMkLst>
          <pc:docMk/>
          <pc:sldMk cId="1749020511" sldId="768"/>
        </pc:sldMkLst>
        <pc:spChg chg="mod">
          <ac:chgData name="이민재" userId="f97f16f7-28a5-49bd-9e05-fb3ef63d7997" providerId="ADAL" clId="{C83B678F-008E-4E8B-93CA-7A675B6C285C}" dt="2023-02-28T16:20:42.985" v="86" actId="6549"/>
          <ac:spMkLst>
            <pc:docMk/>
            <pc:sldMk cId="1749020511" sldId="768"/>
            <ac:spMk id="3" creationId="{835A6E05-8D7F-49D0-B580-39C0CD091E83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10" creationId="{16F15E73-310A-1037-ECE6-2CD1B701ECD7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25" creationId="{61B7B1BA-4AF0-978E-5177-19B662960852}"/>
          </ac:spMkLst>
        </pc:spChg>
        <pc:spChg chg="del">
          <ac:chgData name="이민재" userId="f97f16f7-28a5-49bd-9e05-fb3ef63d7997" providerId="ADAL" clId="{C83B678F-008E-4E8B-93CA-7A675B6C285C}" dt="2023-02-28T16:20:41.249" v="85" actId="478"/>
          <ac:spMkLst>
            <pc:docMk/>
            <pc:sldMk cId="1749020511" sldId="768"/>
            <ac:spMk id="26" creationId="{7F1A85DD-E04D-978C-3935-7D94E59D918F}"/>
          </ac:spMkLst>
        </pc:spChg>
        <pc:spChg chg="del">
          <ac:chgData name="이민재" userId="f97f16f7-28a5-49bd-9e05-fb3ef63d7997" providerId="ADAL" clId="{C83B678F-008E-4E8B-93CA-7A675B6C285C}" dt="2023-02-28T16:20:41.249" v="85" actId="478"/>
          <ac:spMkLst>
            <pc:docMk/>
            <pc:sldMk cId="1749020511" sldId="768"/>
            <ac:spMk id="30" creationId="{4876F823-2C25-805E-8B1D-E7A8465B55C6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33" creationId="{C3251B76-4E46-0B1E-77AA-2E91AA5FDC33}"/>
          </ac:spMkLst>
        </pc:spChg>
        <pc:grpChg chg="del">
          <ac:chgData name="이민재" userId="f97f16f7-28a5-49bd-9e05-fb3ef63d7997" providerId="ADAL" clId="{C83B678F-008E-4E8B-93CA-7A675B6C285C}" dt="2023-02-28T16:20:37.178" v="81" actId="478"/>
          <ac:grpSpMkLst>
            <pc:docMk/>
            <pc:sldMk cId="1749020511" sldId="768"/>
            <ac:grpSpMk id="19" creationId="{5B0E5B62-726C-4137-8D8C-BBBF6471E184}"/>
          </ac:grpSpMkLst>
        </pc:grpChg>
        <pc:picChg chg="del">
          <ac:chgData name="이민재" userId="f97f16f7-28a5-49bd-9e05-fb3ef63d7997" providerId="ADAL" clId="{C83B678F-008E-4E8B-93CA-7A675B6C285C}" dt="2023-02-28T16:20:38.024" v="82" actId="478"/>
          <ac:picMkLst>
            <pc:docMk/>
            <pc:sldMk cId="1749020511" sldId="768"/>
            <ac:picMk id="8" creationId="{02CE1B7E-CAAB-C5B0-0528-0280203184B3}"/>
          </ac:picMkLst>
        </pc:picChg>
        <pc:picChg chg="del">
          <ac:chgData name="이민재" userId="f97f16f7-28a5-49bd-9e05-fb3ef63d7997" providerId="ADAL" clId="{C83B678F-008E-4E8B-93CA-7A675B6C285C}" dt="2023-02-28T16:20:40.017" v="84" actId="478"/>
          <ac:picMkLst>
            <pc:docMk/>
            <pc:sldMk cId="1749020511" sldId="768"/>
            <ac:picMk id="22" creationId="{BFAA7DF7-5972-4EF1-D9A2-5B10B995B83B}"/>
          </ac:picMkLst>
        </pc:picChg>
        <pc:picChg chg="del">
          <ac:chgData name="이민재" userId="f97f16f7-28a5-49bd-9e05-fb3ef63d7997" providerId="ADAL" clId="{C83B678F-008E-4E8B-93CA-7A675B6C285C}" dt="2023-02-28T16:20:38.504" v="83" actId="478"/>
          <ac:picMkLst>
            <pc:docMk/>
            <pc:sldMk cId="1749020511" sldId="768"/>
            <ac:picMk id="24" creationId="{026FFAEB-9F58-FBD4-CE00-9D12E8322FE0}"/>
          </ac:picMkLst>
        </pc:picChg>
        <pc:picChg chg="del">
          <ac:chgData name="이민재" userId="f97f16f7-28a5-49bd-9e05-fb3ef63d7997" providerId="ADAL" clId="{C83B678F-008E-4E8B-93CA-7A675B6C285C}" dt="2023-02-28T16:20:41.249" v="85" actId="478"/>
          <ac:picMkLst>
            <pc:docMk/>
            <pc:sldMk cId="1749020511" sldId="768"/>
            <ac:picMk id="32" creationId="{36967359-2716-2F08-5058-6FB2CEF9ED13}"/>
          </ac:picMkLst>
        </pc:pic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3" creationId="{E8CE2FAD-E66B-3EF7-2BEB-ABCE6DEA77A0}"/>
          </ac:cxnSpMkLst>
        </pc:cxn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7" creationId="{12629CB4-E3C4-3751-2F2C-6B3CAC8BA322}"/>
          </ac:cxnSpMkLst>
        </pc:cxn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8" creationId="{2E4CD0BC-ADC0-B06F-8953-0D1B5B67DBD1}"/>
          </ac:cxnSpMkLst>
        </pc:cxnChg>
      </pc:sldChg>
      <pc:sldChg chg="modSp add mod">
        <pc:chgData name="이민재" userId="f97f16f7-28a5-49bd-9e05-fb3ef63d7997" providerId="ADAL" clId="{C83B678F-008E-4E8B-93CA-7A675B6C285C}" dt="2023-02-28T16:21:07.893" v="101" actId="15"/>
        <pc:sldMkLst>
          <pc:docMk/>
          <pc:sldMk cId="849242627" sldId="797"/>
        </pc:sldMkLst>
        <pc:spChg chg="mod">
          <ac:chgData name="이민재" userId="f97f16f7-28a5-49bd-9e05-fb3ef63d7997" providerId="ADAL" clId="{C83B678F-008E-4E8B-93CA-7A675B6C285C}" dt="2023-02-28T16:21:07.893" v="101" actId="15"/>
          <ac:spMkLst>
            <pc:docMk/>
            <pc:sldMk cId="849242627" sldId="797"/>
            <ac:spMk id="3" creationId="{EF7B0855-1356-4CA7-A5CD-4D7CA0E4AE33}"/>
          </ac:spMkLst>
        </pc:spChg>
      </pc:sldChg>
      <pc:sldChg chg="new">
        <pc:chgData name="이민재" userId="f97f16f7-28a5-49bd-9e05-fb3ef63d7997" providerId="ADAL" clId="{C83B678F-008E-4E8B-93CA-7A675B6C285C}" dt="2023-02-28T16:20:46.905" v="87" actId="680"/>
        <pc:sldMkLst>
          <pc:docMk/>
          <pc:sldMk cId="3255915763" sldId="798"/>
        </pc:sldMkLst>
      </pc:sldChg>
      <pc:sldChg chg="add">
        <pc:chgData name="이민재" userId="f97f16f7-28a5-49bd-9e05-fb3ef63d7997" providerId="ADAL" clId="{C83B678F-008E-4E8B-93CA-7A675B6C285C}" dt="2023-03-01T00:28:27.338" v="102"/>
        <pc:sldMkLst>
          <pc:docMk/>
          <pc:sldMk cId="1857516096" sldId="799"/>
        </pc:sldMkLst>
      </pc:sldChg>
      <pc:sldChg chg="addSp delSp modSp new mod ord">
        <pc:chgData name="이민재" userId="f97f16f7-28a5-49bd-9e05-fb3ef63d7997" providerId="ADAL" clId="{C83B678F-008E-4E8B-93CA-7A675B6C285C}" dt="2023-03-08T18:47:51.756" v="815"/>
        <pc:sldMkLst>
          <pc:docMk/>
          <pc:sldMk cId="188850364" sldId="800"/>
        </pc:sldMkLst>
        <pc:spChg chg="mod">
          <ac:chgData name="이민재" userId="f97f16f7-28a5-49bd-9e05-fb3ef63d7997" providerId="ADAL" clId="{C83B678F-008E-4E8B-93CA-7A675B6C285C}" dt="2023-03-05T12:26:54.966" v="293"/>
          <ac:spMkLst>
            <pc:docMk/>
            <pc:sldMk cId="188850364" sldId="800"/>
            <ac:spMk id="2" creationId="{DE8ADE3F-ECD9-8C6E-5C43-AA5090FC0332}"/>
          </ac:spMkLst>
        </pc:spChg>
        <pc:spChg chg="mod">
          <ac:chgData name="이민재" userId="f97f16f7-28a5-49bd-9e05-fb3ef63d7997" providerId="ADAL" clId="{C83B678F-008E-4E8B-93CA-7A675B6C285C}" dt="2023-03-06T10:31:18.827" v="711" actId="1076"/>
          <ac:spMkLst>
            <pc:docMk/>
            <pc:sldMk cId="188850364" sldId="800"/>
            <ac:spMk id="3" creationId="{8FACD654-320D-23BC-9206-29B78EBB0E41}"/>
          </ac:spMkLst>
        </pc:spChg>
        <pc:graphicFrameChg chg="add mod modGraphic">
          <ac:chgData name="이민재" userId="f97f16f7-28a5-49bd-9e05-fb3ef63d7997" providerId="ADAL" clId="{C83B678F-008E-4E8B-93CA-7A675B6C285C}" dt="2023-03-06T10:23:18.354" v="530" actId="20577"/>
          <ac:graphicFrameMkLst>
            <pc:docMk/>
            <pc:sldMk cId="188850364" sldId="800"/>
            <ac:graphicFrameMk id="6" creationId="{A0D40493-5DCB-C23B-3500-E670D8783F84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4:50.711" v="562" actId="478"/>
          <ac:graphicFrameMkLst>
            <pc:docMk/>
            <pc:sldMk cId="188850364" sldId="800"/>
            <ac:graphicFrameMk id="7" creationId="{6302F917-9906-0826-41AF-6B3D04D40F62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8" creationId="{9721E49C-6C95-EDED-A373-7088CCC34BEF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3:33.616" v="535" actId="478"/>
          <ac:graphicFrameMkLst>
            <pc:docMk/>
            <pc:sldMk cId="188850364" sldId="800"/>
            <ac:graphicFrameMk id="9" creationId="{91746BAF-5E3E-2C16-651A-206D9BD303E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0" creationId="{21221B48-2C55-35A5-DF48-EC47877E5861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1" creationId="{7329112B-8BD6-E9F4-002C-390BA30F1127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5:54.151" v="583" actId="478"/>
          <ac:graphicFrameMkLst>
            <pc:docMk/>
            <pc:sldMk cId="188850364" sldId="800"/>
            <ac:graphicFrameMk id="12" creationId="{5C52E7B4-9F1D-7FC2-36D9-8E281CB40ABC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3" creationId="{EBC8DE26-8C47-0E01-365A-6595CA85FE8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4" creationId="{61A3CB8B-CAB2-FB41-DBB3-9013F0768824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5" creationId="{7D84E863-04DD-D33D-6C22-52562419E99E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6" creationId="{8A891387-73F6-0661-52B9-E1768FE8695C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7" creationId="{16134ACE-DB44-6CB6-CD51-D744CF970D89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8" creationId="{E24FE9CB-8816-32F2-BF73-E56E92A931A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9" creationId="{A00BF46F-8955-9D39-3C35-46F5C0A3CD99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0" creationId="{6643F389-364D-341A-6BFE-7704445045DD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1" creationId="{BC19EA91-03F1-8BFA-891A-A6FF23D18C56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2" creationId="{85DAB20C-B1AC-83FB-E8C3-72D071D4FAED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3" creationId="{A4CF9D94-C90F-BDD0-A1F8-8F422CE97C9F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27:12.048" v="627" actId="6549"/>
          <ac:graphicFrameMkLst>
            <pc:docMk/>
            <pc:sldMk cId="188850364" sldId="800"/>
            <ac:graphicFrameMk id="24" creationId="{51EE1843-55D8-2C9A-9D5C-271D066597CD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5" creationId="{84D72DB0-CDF5-A3E3-D021-01FE4EF01B63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6:44.447" v="593" actId="478"/>
          <ac:graphicFrameMkLst>
            <pc:docMk/>
            <pc:sldMk cId="188850364" sldId="800"/>
            <ac:graphicFrameMk id="26" creationId="{1B503629-B4D8-9CF7-47CE-B26D374DDAC1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7" creationId="{269060CD-2032-7447-0B08-D087F0C89463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1.957" v="712" actId="1076"/>
          <ac:graphicFrameMkLst>
            <pc:docMk/>
            <pc:sldMk cId="188850364" sldId="800"/>
            <ac:graphicFrameMk id="28" creationId="{975C9ABD-1AE4-0458-BC67-878F4200E5CC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4.529" v="713" actId="1076"/>
          <ac:graphicFrameMkLst>
            <pc:docMk/>
            <pc:sldMk cId="188850364" sldId="800"/>
            <ac:graphicFrameMk id="29" creationId="{8854EB31-6B06-7127-8560-39E8ACB8A567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7:57.079" v="645" actId="478"/>
          <ac:graphicFrameMkLst>
            <pc:docMk/>
            <pc:sldMk cId="188850364" sldId="800"/>
            <ac:graphicFrameMk id="30" creationId="{82CE2A38-8BCA-9250-5704-F93121414BEF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8.731" v="714" actId="1076"/>
          <ac:graphicFrameMkLst>
            <pc:docMk/>
            <pc:sldMk cId="188850364" sldId="800"/>
            <ac:graphicFrameMk id="31" creationId="{4006608F-4F3B-F9E0-D65D-C2ADAFBBCE42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1.957" v="712" actId="1076"/>
          <ac:graphicFrameMkLst>
            <pc:docMk/>
            <pc:sldMk cId="188850364" sldId="800"/>
            <ac:graphicFrameMk id="32" creationId="{035351D7-0D21-A400-E9F7-DD5EC18A6BDA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4.529" v="713" actId="1076"/>
          <ac:graphicFrameMkLst>
            <pc:docMk/>
            <pc:sldMk cId="188850364" sldId="800"/>
            <ac:graphicFrameMk id="33" creationId="{EC08226D-B11C-824E-83A0-63BB67DEF98E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33.821" v="715" actId="1076"/>
          <ac:graphicFrameMkLst>
            <pc:docMk/>
            <pc:sldMk cId="188850364" sldId="800"/>
            <ac:graphicFrameMk id="34" creationId="{D7C4C95A-D5A1-065F-B02D-04B833D07683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0:27.099" v="682" actId="478"/>
          <ac:graphicFrameMkLst>
            <pc:docMk/>
            <pc:sldMk cId="188850364" sldId="800"/>
            <ac:graphicFrameMk id="35" creationId="{D71E386D-D632-30D6-E763-B8513CD112CB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30:25.915" v="681" actId="478"/>
          <ac:graphicFrameMkLst>
            <pc:docMk/>
            <pc:sldMk cId="188850364" sldId="800"/>
            <ac:graphicFrameMk id="36" creationId="{7F176FC9-FF97-0ADD-0909-6B2151173071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09.645" v="717" actId="571"/>
          <ac:graphicFrameMkLst>
            <pc:docMk/>
            <pc:sldMk cId="188850364" sldId="800"/>
            <ac:graphicFrameMk id="37" creationId="{5CA75165-F598-7F8F-6187-3C31D756CADA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38" creationId="{2FA67C69-1E80-1E02-AC5E-A8BDDB59838C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39" creationId="{FE5A4BCE-0841-63A5-9E35-3C6FEFCC22AD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40" creationId="{48C0B2AF-6A29-E423-A454-C9BCDA47A005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41" creationId="{274D8486-E33C-3447-9E15-4D2EF55CF155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6:26.583" v="720" actId="207"/>
          <ac:graphicFrameMkLst>
            <pc:docMk/>
            <pc:sldMk cId="188850364" sldId="800"/>
            <ac:graphicFrameMk id="42" creationId="{E0AAC415-D81D-A53A-6F9E-97E95AB662C6}"/>
          </ac:graphicFrameMkLst>
        </pc:graphicFrameChg>
        <pc:picChg chg="add mod">
          <ac:chgData name="이민재" userId="f97f16f7-28a5-49bd-9e05-fb3ef63d7997" providerId="ADAL" clId="{C83B678F-008E-4E8B-93CA-7A675B6C285C}" dt="2023-03-06T10:13:01.628" v="342" actId="1076"/>
          <ac:picMkLst>
            <pc:docMk/>
            <pc:sldMk cId="188850364" sldId="800"/>
            <ac:picMk id="5" creationId="{E013CBED-D1FC-0D5B-607C-8D1F995BCE43}"/>
          </ac:picMkLst>
        </pc:picChg>
      </pc:sldChg>
      <pc:sldChg chg="addSp delSp modSp add mod ord">
        <pc:chgData name="이민재" userId="f97f16f7-28a5-49bd-9e05-fb3ef63d7997" providerId="ADAL" clId="{C83B678F-008E-4E8B-93CA-7A675B6C285C}" dt="2023-03-09T00:50:59.415" v="4886" actId="20577"/>
        <pc:sldMkLst>
          <pc:docMk/>
          <pc:sldMk cId="3215168453" sldId="801"/>
        </pc:sldMkLst>
        <pc:spChg chg="mod">
          <ac:chgData name="이민재" userId="f97f16f7-28a5-49bd-9e05-fb3ef63d7997" providerId="ADAL" clId="{C83B678F-008E-4E8B-93CA-7A675B6C285C}" dt="2023-03-05T12:27:05.925" v="317" actId="20577"/>
          <ac:spMkLst>
            <pc:docMk/>
            <pc:sldMk cId="3215168453" sldId="801"/>
            <ac:spMk id="2" creationId="{DE8ADE3F-ECD9-8C6E-5C43-AA5090FC0332}"/>
          </ac:spMkLst>
        </pc:spChg>
        <pc:spChg chg="mod">
          <ac:chgData name="이민재" userId="f97f16f7-28a5-49bd-9e05-fb3ef63d7997" providerId="ADAL" clId="{C83B678F-008E-4E8B-93CA-7A675B6C285C}" dt="2023-03-09T00:50:59.415" v="4886" actId="20577"/>
          <ac:spMkLst>
            <pc:docMk/>
            <pc:sldMk cId="3215168453" sldId="801"/>
            <ac:spMk id="3" creationId="{8FACD654-320D-23BC-9206-29B78EBB0E41}"/>
          </ac:spMkLst>
        </pc:spChg>
        <pc:spChg chg="add del mod">
          <ac:chgData name="이민재" userId="f97f16f7-28a5-49bd-9e05-fb3ef63d7997" providerId="ADAL" clId="{C83B678F-008E-4E8B-93CA-7A675B6C285C}" dt="2023-03-08T23:06:58.612" v="1491" actId="478"/>
          <ac:spMkLst>
            <pc:docMk/>
            <pc:sldMk cId="3215168453" sldId="801"/>
            <ac:spMk id="11" creationId="{258AAB97-DCA7-8221-2D55-A83EEAE8C0DF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0" creationId="{33C38090-4F23-DC01-E8E8-E08537069BF2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1" creationId="{8D226640-9356-D17B-2A98-C729D1DD953B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2" creationId="{D2F59CC4-85C3-0A68-7FA0-E94FD5BAC0ED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3" creationId="{11628168-03FE-0E91-8F1B-B68397F22096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4" creationId="{702DFF16-9C04-A47F-405D-5D5EB9B8F760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5" creationId="{C8FA3E31-3C16-7D61-A068-38B6BE76D336}"/>
          </ac:spMkLst>
        </pc:spChg>
        <pc:spChg chg="add mod">
          <ac:chgData name="이민재" userId="f97f16f7-28a5-49bd-9e05-fb3ef63d7997" providerId="ADAL" clId="{C83B678F-008E-4E8B-93CA-7A675B6C285C}" dt="2023-03-09T00:45:11.143" v="4063" actId="1076"/>
          <ac:spMkLst>
            <pc:docMk/>
            <pc:sldMk cId="3215168453" sldId="801"/>
            <ac:spMk id="31" creationId="{EE5C91D7-26DF-F494-2B0E-D8B967A503F4}"/>
          </ac:spMkLst>
        </pc:spChg>
        <pc:spChg chg="add mod">
          <ac:chgData name="이민재" userId="f97f16f7-28a5-49bd-9e05-fb3ef63d7997" providerId="ADAL" clId="{C83B678F-008E-4E8B-93CA-7A675B6C285C}" dt="2023-03-09T00:45:11.143" v="4063" actId="1076"/>
          <ac:spMkLst>
            <pc:docMk/>
            <pc:sldMk cId="3215168453" sldId="801"/>
            <ac:spMk id="32" creationId="{14468950-3B59-5F08-E200-C814F409F819}"/>
          </ac:spMkLst>
        </pc:spChg>
        <pc:grpChg chg="add del mod">
          <ac:chgData name="이민재" userId="f97f16f7-28a5-49bd-9e05-fb3ef63d7997" providerId="ADAL" clId="{C83B678F-008E-4E8B-93CA-7A675B6C285C}" dt="2023-03-09T00:25:51.814" v="3723" actId="478"/>
          <ac:grpSpMkLst>
            <pc:docMk/>
            <pc:sldMk cId="3215168453" sldId="801"/>
            <ac:grpSpMk id="26" creationId="{BE411DC9-8B0B-7AC8-FF41-CC425F93F6D0}"/>
          </ac:grpSpMkLst>
        </pc:grp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6" creationId="{61FAA3A3-1AEF-DD7D-DF48-9DCA3CE56DE8}"/>
          </ac:picMkLst>
        </pc:pic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8" creationId="{DEF337AE-F232-E0AE-8929-EFC0361B8027}"/>
          </ac:picMkLst>
        </pc:pic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10" creationId="{3544598A-3613-D838-3EBC-E042D91CB7E7}"/>
          </ac:picMkLst>
        </pc:picChg>
        <pc:picChg chg="add del mod">
          <ac:chgData name="이민재" userId="f97f16f7-28a5-49bd-9e05-fb3ef63d7997" providerId="ADAL" clId="{C83B678F-008E-4E8B-93CA-7A675B6C285C}" dt="2023-03-08T22:31:07.641" v="1022" actId="478"/>
          <ac:picMkLst>
            <pc:docMk/>
            <pc:sldMk cId="3215168453" sldId="801"/>
            <ac:picMk id="13" creationId="{F0DE5B3B-B5F3-54B7-9A1D-C7ACD8BC2F6D}"/>
          </ac:picMkLst>
        </pc:picChg>
        <pc:picChg chg="add del mod">
          <ac:chgData name="이민재" userId="f97f16f7-28a5-49bd-9e05-fb3ef63d7997" providerId="ADAL" clId="{C83B678F-008E-4E8B-93CA-7A675B6C285C}" dt="2023-03-08T23:34:15.861" v="1973" actId="478"/>
          <ac:picMkLst>
            <pc:docMk/>
            <pc:sldMk cId="3215168453" sldId="801"/>
            <ac:picMk id="15" creationId="{44689782-54F7-D183-7150-8075EF376111}"/>
          </ac:picMkLst>
        </pc:picChg>
        <pc:picChg chg="add del mod">
          <ac:chgData name="이민재" userId="f97f16f7-28a5-49bd-9e05-fb3ef63d7997" providerId="ADAL" clId="{C83B678F-008E-4E8B-93CA-7A675B6C285C}" dt="2023-03-08T22:48:33.679" v="1050" actId="478"/>
          <ac:picMkLst>
            <pc:docMk/>
            <pc:sldMk cId="3215168453" sldId="801"/>
            <ac:picMk id="17" creationId="{4DD4FDB7-E0B6-72D8-1E93-A66F4E78DE8A}"/>
          </ac:picMkLst>
        </pc:picChg>
        <pc:picChg chg="add del mod">
          <ac:chgData name="이민재" userId="f97f16f7-28a5-49bd-9e05-fb3ef63d7997" providerId="ADAL" clId="{C83B678F-008E-4E8B-93CA-7A675B6C285C}" dt="2023-03-08T23:34:16.203" v="1974" actId="478"/>
          <ac:picMkLst>
            <pc:docMk/>
            <pc:sldMk cId="3215168453" sldId="801"/>
            <ac:picMk id="19" creationId="{08140F98-662D-36A4-BF9B-0D23D32FA6D4}"/>
          </ac:picMkLst>
        </pc:picChg>
        <pc:picChg chg="add del mod">
          <ac:chgData name="이민재" userId="f97f16f7-28a5-49bd-9e05-fb3ef63d7997" providerId="ADAL" clId="{C83B678F-008E-4E8B-93CA-7A675B6C285C}" dt="2023-03-09T00:25:51.310" v="3722" actId="478"/>
          <ac:picMkLst>
            <pc:docMk/>
            <pc:sldMk cId="3215168453" sldId="801"/>
            <ac:picMk id="28" creationId="{9E8467BF-A8EB-F011-3E95-DE1978D1DECE}"/>
          </ac:picMkLst>
        </pc:picChg>
        <pc:picChg chg="add mod">
          <ac:chgData name="이민재" userId="f97f16f7-28a5-49bd-9e05-fb3ef63d7997" providerId="ADAL" clId="{C83B678F-008E-4E8B-93CA-7A675B6C285C}" dt="2023-03-09T00:45:11.143" v="4063" actId="1076"/>
          <ac:picMkLst>
            <pc:docMk/>
            <pc:sldMk cId="3215168453" sldId="801"/>
            <ac:picMk id="30" creationId="{B701641D-CE2D-A8F4-1BD1-E9B597E62A40}"/>
          </ac:picMkLst>
        </pc:picChg>
        <pc:picChg chg="add mod">
          <ac:chgData name="이민재" userId="f97f16f7-28a5-49bd-9e05-fb3ef63d7997" providerId="ADAL" clId="{C83B678F-008E-4E8B-93CA-7A675B6C285C}" dt="2023-03-09T00:48:56.257" v="4659" actId="1076"/>
          <ac:picMkLst>
            <pc:docMk/>
            <pc:sldMk cId="3215168453" sldId="801"/>
            <ac:picMk id="34" creationId="{F9ADD215-3E35-6392-4CEA-2730B9F3AEE6}"/>
          </ac:picMkLst>
        </pc:picChg>
      </pc:sldChg>
      <pc:sldChg chg="delSp add del mod">
        <pc:chgData name="이민재" userId="f97f16f7-28a5-49bd-9e05-fb3ef63d7997" providerId="ADAL" clId="{C83B678F-008E-4E8B-93CA-7A675B6C285C}" dt="2023-03-09T00:25:25.351" v="3720" actId="47"/>
        <pc:sldMkLst>
          <pc:docMk/>
          <pc:sldMk cId="1183887243" sldId="802"/>
        </pc:sldMkLst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6" creationId="{61FAA3A3-1AEF-DD7D-DF48-9DCA3CE56DE8}"/>
          </ac:picMkLst>
        </pc:picChg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8" creationId="{DEF337AE-F232-E0AE-8929-EFC0361B8027}"/>
          </ac:picMkLst>
        </pc:picChg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10" creationId="{3544598A-3613-D838-3EBC-E042D91CB7E7}"/>
          </ac:picMkLst>
        </pc:picChg>
      </pc:sldChg>
      <pc:sldChg chg="delSp modSp add mod">
        <pc:chgData name="이민재" userId="f97f16f7-28a5-49bd-9e05-fb3ef63d7997" providerId="ADAL" clId="{C83B678F-008E-4E8B-93CA-7A675B6C285C}" dt="2023-03-09T00:48:27.434" v="4658"/>
        <pc:sldMkLst>
          <pc:docMk/>
          <pc:sldMk cId="2410037608" sldId="803"/>
        </pc:sldMkLst>
        <pc:spChg chg="mod">
          <ac:chgData name="이민재" userId="f97f16f7-28a5-49bd-9e05-fb3ef63d7997" providerId="ADAL" clId="{C83B678F-008E-4E8B-93CA-7A675B6C285C}" dt="2023-03-09T00:48:27.434" v="4658"/>
          <ac:spMkLst>
            <pc:docMk/>
            <pc:sldMk cId="2410037608" sldId="803"/>
            <ac:spMk id="3" creationId="{8FACD654-320D-23BC-9206-29B78EBB0E41}"/>
          </ac:spMkLst>
        </pc:spChg>
        <pc:picChg chg="del">
          <ac:chgData name="이민재" userId="f97f16f7-28a5-49bd-9e05-fb3ef63d7997" providerId="ADAL" clId="{C83B678F-008E-4E8B-93CA-7A675B6C285C}" dt="2023-03-08T23:34:18.012" v="1975" actId="478"/>
          <ac:picMkLst>
            <pc:docMk/>
            <pc:sldMk cId="2410037608" sldId="803"/>
            <ac:picMk id="6" creationId="{61FAA3A3-1AEF-DD7D-DF48-9DCA3CE56DE8}"/>
          </ac:picMkLst>
        </pc:picChg>
        <pc:picChg chg="del">
          <ac:chgData name="이민재" userId="f97f16f7-28a5-49bd-9e05-fb3ef63d7997" providerId="ADAL" clId="{C83B678F-008E-4E8B-93CA-7A675B6C285C}" dt="2023-03-08T23:34:18.556" v="1976" actId="478"/>
          <ac:picMkLst>
            <pc:docMk/>
            <pc:sldMk cId="2410037608" sldId="803"/>
            <ac:picMk id="8" creationId="{DEF337AE-F232-E0AE-8929-EFC0361B8027}"/>
          </ac:picMkLst>
        </pc:picChg>
        <pc:picChg chg="del">
          <ac:chgData name="이민재" userId="f97f16f7-28a5-49bd-9e05-fb3ef63d7997" providerId="ADAL" clId="{C83B678F-008E-4E8B-93CA-7A675B6C285C}" dt="2023-03-08T23:34:18.940" v="1977" actId="478"/>
          <ac:picMkLst>
            <pc:docMk/>
            <pc:sldMk cId="2410037608" sldId="803"/>
            <ac:picMk id="10" creationId="{3544598A-3613-D838-3EBC-E042D91CB7E7}"/>
          </ac:picMkLst>
        </pc:picChg>
        <pc:picChg chg="mod">
          <ac:chgData name="이민재" userId="f97f16f7-28a5-49bd-9e05-fb3ef63d7997" providerId="ADAL" clId="{C83B678F-008E-4E8B-93CA-7A675B6C285C}" dt="2023-03-08T23:55:34.406" v="2649" actId="1076"/>
          <ac:picMkLst>
            <pc:docMk/>
            <pc:sldMk cId="2410037608" sldId="803"/>
            <ac:picMk id="15" creationId="{44689782-54F7-D183-7150-8075EF376111}"/>
          </ac:picMkLst>
        </pc:picChg>
        <pc:picChg chg="mod">
          <ac:chgData name="이민재" userId="f97f16f7-28a5-49bd-9e05-fb3ef63d7997" providerId="ADAL" clId="{C83B678F-008E-4E8B-93CA-7A675B6C285C}" dt="2023-03-08T23:55:34.406" v="2649" actId="1076"/>
          <ac:picMkLst>
            <pc:docMk/>
            <pc:sldMk cId="2410037608" sldId="803"/>
            <ac:picMk id="19" creationId="{08140F98-662D-36A4-BF9B-0D23D32FA6D4}"/>
          </ac:picMkLst>
        </pc:picChg>
      </pc:sldChg>
      <pc:sldChg chg="addSp modSp add mod">
        <pc:chgData name="이민재" userId="f97f16f7-28a5-49bd-9e05-fb3ef63d7997" providerId="ADAL" clId="{C83B678F-008E-4E8B-93CA-7A675B6C285C}" dt="2023-03-09T00:30:36.957" v="3940" actId="1076"/>
        <pc:sldMkLst>
          <pc:docMk/>
          <pc:sldMk cId="2919458271" sldId="804"/>
        </pc:sldMkLst>
        <pc:spChg chg="add mod">
          <ac:chgData name="이민재" userId="f97f16f7-28a5-49bd-9e05-fb3ef63d7997" providerId="ADAL" clId="{C83B678F-008E-4E8B-93CA-7A675B6C285C}" dt="2023-03-09T00:30:21.042" v="3928" actId="1076"/>
          <ac:spMkLst>
            <pc:docMk/>
            <pc:sldMk cId="2919458271" sldId="804"/>
            <ac:spMk id="9" creationId="{ABBB0C1B-2216-6400-5E99-7E89FEC4BDA6}"/>
          </ac:spMkLst>
        </pc:spChg>
        <pc:spChg chg="add mod">
          <ac:chgData name="이민재" userId="f97f16f7-28a5-49bd-9e05-fb3ef63d7997" providerId="ADAL" clId="{C83B678F-008E-4E8B-93CA-7A675B6C285C}" dt="2023-03-09T00:30:36.957" v="3940" actId="1076"/>
          <ac:spMkLst>
            <pc:docMk/>
            <pc:sldMk cId="2919458271" sldId="804"/>
            <ac:spMk id="11" creationId="{F80BB146-32B3-B8E4-EB5D-5CAEA87A602E}"/>
          </ac:spMkLst>
        </pc:spChg>
        <pc:picChg chg="add mod">
          <ac:chgData name="이민재" userId="f97f16f7-28a5-49bd-9e05-fb3ef63d7997" providerId="ADAL" clId="{C83B678F-008E-4E8B-93CA-7A675B6C285C}" dt="2023-03-09T00:30:18.322" v="3927" actId="1076"/>
          <ac:picMkLst>
            <pc:docMk/>
            <pc:sldMk cId="2919458271" sldId="804"/>
            <ac:picMk id="7" creationId="{B97D4606-CE35-849F-4BEA-CFD470EA3E06}"/>
          </ac:picMkLst>
        </pc:picChg>
        <pc:picChg chg="mod">
          <ac:chgData name="이민재" userId="f97f16f7-28a5-49bd-9e05-fb3ef63d7997" providerId="ADAL" clId="{C83B678F-008E-4E8B-93CA-7A675B6C285C}" dt="2023-03-09T00:29:21.872" v="3831" actId="1076"/>
          <ac:picMkLst>
            <pc:docMk/>
            <pc:sldMk cId="2919458271" sldId="804"/>
            <ac:picMk id="28" creationId="{9E8467BF-A8EB-F011-3E95-DE1978D1DECE}"/>
          </ac:picMkLst>
        </pc:picChg>
      </pc:sldChg>
    </pc:docChg>
  </pc:docChgLst>
  <pc:docChgLst>
    <pc:chgData name="이민재" userId="f97f16f7-28a5-49bd-9e05-fb3ef63d7997" providerId="ADAL" clId="{B82C2509-F07A-414D-8DDD-F382FF298CB5}"/>
    <pc:docChg chg="undo custSel modSld sldOrd">
      <pc:chgData name="이민재" userId="f97f16f7-28a5-49bd-9e05-fb3ef63d7997" providerId="ADAL" clId="{B82C2509-F07A-414D-8DDD-F382FF298CB5}" dt="2023-06-07T05:23:37.911" v="60"/>
      <pc:docMkLst>
        <pc:docMk/>
      </pc:docMkLst>
      <pc:sldChg chg="modSp mod ord">
        <pc:chgData name="이민재" userId="f97f16f7-28a5-49bd-9e05-fb3ef63d7997" providerId="ADAL" clId="{B82C2509-F07A-414D-8DDD-F382FF298CB5}" dt="2023-06-07T05:23:37.911" v="60"/>
        <pc:sldMkLst>
          <pc:docMk/>
          <pc:sldMk cId="3587706911" sldId="849"/>
        </pc:sldMkLst>
        <pc:spChg chg="mod">
          <ac:chgData name="이민재" userId="f97f16f7-28a5-49bd-9e05-fb3ef63d7997" providerId="ADAL" clId="{B82C2509-F07A-414D-8DDD-F382FF298CB5}" dt="2023-06-07T05:23:24.269" v="58" actId="20577"/>
          <ac:spMkLst>
            <pc:docMk/>
            <pc:sldMk cId="3587706911" sldId="849"/>
            <ac:spMk id="14" creationId="{FF3E53D3-6030-43AC-C642-41A184BE120E}"/>
          </ac:spMkLst>
        </pc:spChg>
      </pc:sldChg>
    </pc:docChg>
  </pc:docChgLst>
  <pc:docChgLst>
    <pc:chgData name="이민재" userId="f97f16f7-28a5-49bd-9e05-fb3ef63d7997" providerId="ADAL" clId="{41706857-FCB1-4D73-AC25-0A5498829DE4}"/>
    <pc:docChg chg="undo custSel modSld">
      <pc:chgData name="이민재" userId="f97f16f7-28a5-49bd-9e05-fb3ef63d7997" providerId="ADAL" clId="{41706857-FCB1-4D73-AC25-0A5498829DE4}" dt="2023-02-16T06:53:24.600" v="1" actId="1076"/>
      <pc:docMkLst>
        <pc:docMk/>
      </pc:docMkLst>
      <pc:sldChg chg="modSp mod">
        <pc:chgData name="이민재" userId="f97f16f7-28a5-49bd-9e05-fb3ef63d7997" providerId="ADAL" clId="{41706857-FCB1-4D73-AC25-0A5498829DE4}" dt="2023-02-16T06:53:24.600" v="1" actId="1076"/>
        <pc:sldMkLst>
          <pc:docMk/>
          <pc:sldMk cId="1482395489" sldId="311"/>
        </pc:sldMkLst>
        <pc:spChg chg="mod">
          <ac:chgData name="이민재" userId="f97f16f7-28a5-49bd-9e05-fb3ef63d7997" providerId="ADAL" clId="{41706857-FCB1-4D73-AC25-0A5498829DE4}" dt="2023-02-16T06:53:24.600" v="1" actId="1076"/>
          <ac:spMkLst>
            <pc:docMk/>
            <pc:sldMk cId="1482395489" sldId="311"/>
            <ac:spMk id="2" creationId="{78C825D4-4E72-43DB-9A22-D1B102EEB36A}"/>
          </ac:spMkLst>
        </pc:spChg>
      </pc:sldChg>
    </pc:docChg>
  </pc:docChgLst>
  <pc:docChgLst>
    <pc:chgData name="이민재" userId="f97f16f7-28a5-49bd-9e05-fb3ef63d7997" providerId="ADAL" clId="{903820EB-7C01-4F3C-8567-95814E9B627F}"/>
    <pc:docChg chg="undo custSel addSld delSld modSld sldOrd delSection modSection">
      <pc:chgData name="이민재" userId="f97f16f7-28a5-49bd-9e05-fb3ef63d7997" providerId="ADAL" clId="{903820EB-7C01-4F3C-8567-95814E9B627F}" dt="2023-06-07T04:46:01.053" v="3817" actId="1035"/>
      <pc:docMkLst>
        <pc:docMk/>
      </pc:docMkLst>
      <pc:sldChg chg="modSp mod">
        <pc:chgData name="이민재" userId="f97f16f7-28a5-49bd-9e05-fb3ef63d7997" providerId="ADAL" clId="{903820EB-7C01-4F3C-8567-95814E9B627F}" dt="2023-05-30T18:18:33.798" v="20" actId="20577"/>
        <pc:sldMkLst>
          <pc:docMk/>
          <pc:sldMk cId="1482395489" sldId="311"/>
        </pc:sldMkLst>
        <pc:spChg chg="mod">
          <ac:chgData name="이민재" userId="f97f16f7-28a5-49bd-9e05-fb3ef63d7997" providerId="ADAL" clId="{903820EB-7C01-4F3C-8567-95814E9B627F}" dt="2023-05-30T18:18:33.798" v="20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903820EB-7C01-4F3C-8567-95814E9B627F}" dt="2023-05-30T18:18:19.380" v="5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903820EB-7C01-4F3C-8567-95814E9B627F}" dt="2023-05-30T20:41:32.413" v="2236"/>
        <pc:sldMkLst>
          <pc:docMk/>
          <pc:sldMk cId="849242627" sldId="797"/>
        </pc:sldMkLst>
        <pc:spChg chg="mod">
          <ac:chgData name="이민재" userId="f97f16f7-28a5-49bd-9e05-fb3ef63d7997" providerId="ADAL" clId="{903820EB-7C01-4F3C-8567-95814E9B627F}" dt="2023-05-30T20:41:32.413" v="2236"/>
          <ac:spMkLst>
            <pc:docMk/>
            <pc:sldMk cId="849242627" sldId="797"/>
            <ac:spMk id="3" creationId="{EF7B0855-1356-4CA7-A5CD-4D7CA0E4AE33}"/>
          </ac:spMkLst>
        </pc:spChg>
      </pc:sldChg>
      <pc:sldChg chg="del">
        <pc:chgData name="이민재" userId="f97f16f7-28a5-49bd-9e05-fb3ef63d7997" providerId="ADAL" clId="{903820EB-7C01-4F3C-8567-95814E9B627F}" dt="2023-05-30T18:20:53.668" v="342" actId="47"/>
        <pc:sldMkLst>
          <pc:docMk/>
          <pc:sldMk cId="3130167179" sldId="806"/>
        </pc:sldMkLst>
      </pc:sldChg>
      <pc:sldChg chg="addSp delSp modSp mod">
        <pc:chgData name="이민재" userId="f97f16f7-28a5-49bd-9e05-fb3ef63d7997" providerId="ADAL" clId="{903820EB-7C01-4F3C-8567-95814E9B627F}" dt="2023-05-30T20:32:11.044" v="1286" actId="478"/>
        <pc:sldMkLst>
          <pc:docMk/>
          <pc:sldMk cId="3256949080" sldId="808"/>
        </pc:sldMkLst>
        <pc:spChg chg="mod">
          <ac:chgData name="이민재" userId="f97f16f7-28a5-49bd-9e05-fb3ef63d7997" providerId="ADAL" clId="{903820EB-7C01-4F3C-8567-95814E9B627F}" dt="2023-05-30T20:14:32.348" v="1224" actId="20577"/>
          <ac:spMkLst>
            <pc:docMk/>
            <pc:sldMk cId="3256949080" sldId="808"/>
            <ac:spMk id="2" creationId="{B0099290-0C09-89DF-B7AF-F947A557C01E}"/>
          </ac:spMkLst>
        </pc:spChg>
        <pc:spChg chg="mod">
          <ac:chgData name="이민재" userId="f97f16f7-28a5-49bd-9e05-fb3ef63d7997" providerId="ADAL" clId="{903820EB-7C01-4F3C-8567-95814E9B627F}" dt="2023-05-30T20:14:44.390" v="1250" actId="20577"/>
          <ac:spMkLst>
            <pc:docMk/>
            <pc:sldMk cId="3256949080" sldId="808"/>
            <ac:spMk id="3" creationId="{EB646C16-64BC-4547-B885-28DEC904D1BD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8" creationId="{D8E59FB3-5D61-059A-4EE7-6BEF4BCCD93D}"/>
          </ac:spMkLst>
        </pc:spChg>
        <pc:spChg chg="add mod">
          <ac:chgData name="이민재" userId="f97f16f7-28a5-49bd-9e05-fb3ef63d7997" providerId="ADAL" clId="{903820EB-7C01-4F3C-8567-95814E9B627F}" dt="2023-05-30T20:11:42.854" v="1037" actId="164"/>
          <ac:spMkLst>
            <pc:docMk/>
            <pc:sldMk cId="3256949080" sldId="808"/>
            <ac:spMk id="16" creationId="{5EBDEC89-395D-64B9-99CA-78903B297953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17" creationId="{C4AE0C1C-F5AD-3A23-532F-829EEC01FB46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19" creationId="{63F8D28F-B71A-E15B-0595-2AC8E8A317F5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1" creationId="{150B95F2-40A5-DAE6-7469-BCCD7F31C38D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2" creationId="{251935F0-B898-3654-0B67-9DFCABD573AB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3" creationId="{9718B252-0BA4-D200-D8BA-A401466055AA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4" creationId="{4900FA32-C44F-F10A-154D-B43F3E538C84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5" creationId="{4AD8996B-A3B2-9E76-B015-93CE1F70DF37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6" creationId="{814CE4F5-D7AB-795A-EF27-42D2010E4527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1" creationId="{620B8D01-6A2A-2355-9E4A-2DD2F39CCD70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2" creationId="{6AD7B98C-EB30-C7BE-1017-3EBA7D226B0F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3" creationId="{876D4BF8-7B73-1748-52B4-77040480359B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4" creationId="{449196EA-F02D-4869-4216-756918EB4EEC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5" creationId="{980AF036-C7D4-28C7-F4B6-3003AC4C216E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6" creationId="{0DD01BA3-F584-3B4A-83B4-A698A7924109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7" creationId="{23EBE2F7-3BC3-B007-E89A-3DDA15F65FDC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8" creationId="{D6DF68DB-F841-175E-8758-EBB5A4D10E8E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9" creationId="{D0B391BB-59FA-0CC6-55DF-CA88576DAD6A}"/>
          </ac:spMkLst>
        </pc:spChg>
        <pc:spChg chg="add del mod">
          <ac:chgData name="이민재" userId="f97f16f7-28a5-49bd-9e05-fb3ef63d7997" providerId="ADAL" clId="{903820EB-7C01-4F3C-8567-95814E9B627F}" dt="2023-05-30T20:14:07.616" v="1200" actId="478"/>
          <ac:spMkLst>
            <pc:docMk/>
            <pc:sldMk cId="3256949080" sldId="808"/>
            <ac:spMk id="75" creationId="{99DD5FAB-FF0F-BCC4-2C0C-54D7AD7CEC59}"/>
          </ac:spMkLst>
        </pc:spChg>
        <pc:spChg chg="add del mod">
          <ac:chgData name="이민재" userId="f97f16f7-28a5-49bd-9e05-fb3ef63d7997" providerId="ADAL" clId="{903820EB-7C01-4F3C-8567-95814E9B627F}" dt="2023-05-30T20:14:07.963" v="1201" actId="478"/>
          <ac:spMkLst>
            <pc:docMk/>
            <pc:sldMk cId="3256949080" sldId="808"/>
            <ac:spMk id="76" creationId="{1AC3F33B-A6CC-C2A1-E9B8-B48B77A78646}"/>
          </ac:spMkLst>
        </pc:spChg>
        <pc:grpChg chg="add del mod">
          <ac:chgData name="이민재" userId="f97f16f7-28a5-49bd-9e05-fb3ef63d7997" providerId="ADAL" clId="{903820EB-7C01-4F3C-8567-95814E9B627F}" dt="2023-05-30T20:14:06.569" v="1199" actId="478"/>
          <ac:grpSpMkLst>
            <pc:docMk/>
            <pc:sldMk cId="3256949080" sldId="808"/>
            <ac:grpSpMk id="74" creationId="{78E7F098-43A3-7A4B-5A6B-A0336DCEBF1B}"/>
          </ac:grpSpMkLst>
        </pc:grpChg>
        <pc:graphicFrameChg chg="add del mod">
          <ac:chgData name="이민재" userId="f97f16f7-28a5-49bd-9e05-fb3ef63d7997" providerId="ADAL" clId="{903820EB-7C01-4F3C-8567-95814E9B627F}" dt="2023-05-30T20:32:11.044" v="1286" actId="478"/>
          <ac:graphicFrameMkLst>
            <pc:docMk/>
            <pc:sldMk cId="3256949080" sldId="808"/>
            <ac:graphicFrameMk id="77" creationId="{741210AC-3E26-9DD6-DC08-C0E4A8F625AF}"/>
          </ac:graphicFrameMkLst>
        </pc:graphicFrameChg>
        <pc:picChg chg="del">
          <ac:chgData name="이민재" userId="f97f16f7-28a5-49bd-9e05-fb3ef63d7997" providerId="ADAL" clId="{903820EB-7C01-4F3C-8567-95814E9B627F}" dt="2023-05-30T18:21:09.211" v="354" actId="478"/>
          <ac:picMkLst>
            <pc:docMk/>
            <pc:sldMk cId="3256949080" sldId="808"/>
            <ac:picMk id="6" creationId="{004EA143-6059-2886-228C-273DC425EE55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903820EB-7C01-4F3C-8567-95814E9B627F}" dt="2023-05-30T20:14:08.626" v="1202" actId="478"/>
          <ac:picMkLst>
            <pc:docMk/>
            <pc:sldMk cId="3256949080" sldId="808"/>
            <ac:picMk id="9" creationId="{29068558-9953-2BE9-1DAC-636D1F6FBAE7}"/>
          </ac:picMkLst>
        </pc:picChg>
        <pc:picChg chg="del">
          <ac:chgData name="이민재" userId="f97f16f7-28a5-49bd-9e05-fb3ef63d7997" providerId="ADAL" clId="{903820EB-7C01-4F3C-8567-95814E9B627F}" dt="2023-05-30T18:21:10.195" v="356" actId="478"/>
          <ac:picMkLst>
            <pc:docMk/>
            <pc:sldMk cId="3256949080" sldId="808"/>
            <ac:picMk id="10" creationId="{FBBD8175-D2B0-003C-7AC2-4A57D78D11D7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1" creationId="{5428F95E-BAAC-9DFB-BF70-A21B4069E74F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2" creationId="{F4E7DEAE-BC8D-0AA4-4C01-7A9CCB8D92FA}"/>
          </ac:picMkLst>
        </pc:picChg>
        <pc:picChg chg="del">
          <ac:chgData name="이민재" userId="f97f16f7-28a5-49bd-9e05-fb3ef63d7997" providerId="ADAL" clId="{903820EB-7C01-4F3C-8567-95814E9B627F}" dt="2023-05-30T18:21:09.652" v="355" actId="478"/>
          <ac:picMkLst>
            <pc:docMk/>
            <pc:sldMk cId="3256949080" sldId="808"/>
            <ac:picMk id="13" creationId="{90F6614A-6193-2FD6-876A-A788A91427A6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4" creationId="{134837FC-F214-033E-9DE8-33211451BB0B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5" creationId="{106FFA18-E81F-485D-8502-1838A772CE84}"/>
          </ac:picMkLst>
        </pc:pic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20" creationId="{5870714A-3716-07A2-F180-74905CCFE6B8}"/>
          </ac:cxnSpMkLst>
        </pc:cxnChg>
        <pc:cxnChg chg="add del mod">
          <ac:chgData name="이민재" userId="f97f16f7-28a5-49bd-9e05-fb3ef63d7997" providerId="ADAL" clId="{903820EB-7C01-4F3C-8567-95814E9B627F}" dt="2023-05-30T20:06:21.989" v="801" actId="478"/>
          <ac:cxnSpMkLst>
            <pc:docMk/>
            <pc:sldMk cId="3256949080" sldId="808"/>
            <ac:cxnSpMk id="27" creationId="{37222992-FF41-27C0-5D70-5243604D882D}"/>
          </ac:cxnSpMkLst>
        </pc:cxnChg>
        <pc:cxnChg chg="del">
          <ac:chgData name="이민재" userId="f97f16f7-28a5-49bd-9e05-fb3ef63d7997" providerId="ADAL" clId="{903820EB-7C01-4F3C-8567-95814E9B627F}" dt="2023-05-30T18:21:14.507" v="357" actId="478"/>
          <ac:cxnSpMkLst>
            <pc:docMk/>
            <pc:sldMk cId="3256949080" sldId="808"/>
            <ac:cxnSpMk id="28" creationId="{530F05CA-4CF7-68DE-9FCE-46582E53EEF9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29" creationId="{100F4849-967A-0CDB-49F1-4AD763F37AA2}"/>
          </ac:cxnSpMkLst>
        </pc:cxnChg>
        <pc:cxnChg chg="del">
          <ac:chgData name="이민재" userId="f97f16f7-28a5-49bd-9e05-fb3ef63d7997" providerId="ADAL" clId="{903820EB-7C01-4F3C-8567-95814E9B627F}" dt="2023-05-30T18:21:14.507" v="357" actId="478"/>
          <ac:cxnSpMkLst>
            <pc:docMk/>
            <pc:sldMk cId="3256949080" sldId="808"/>
            <ac:cxnSpMk id="30" creationId="{C0B40C59-E744-623A-31A9-ADC2A0AA9D8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0" creationId="{487BDD35-F352-C2DA-738F-D604D209BAD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1" creationId="{26266442-A400-ED37-FDC5-4BAC622C2D04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2" creationId="{9CADB95C-EF4E-4CAD-A5B3-A160919C24EA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4" creationId="{30F13BCE-C26B-B388-01D8-E719308F9DDD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5" creationId="{85A2487F-3406-CCEB-282C-505025EBB8A4}"/>
          </ac:cxnSpMkLst>
        </pc:cxnChg>
        <pc:cxnChg chg="add del mod">
          <ac:chgData name="이민재" userId="f97f16f7-28a5-49bd-9e05-fb3ef63d7997" providerId="ADAL" clId="{903820EB-7C01-4F3C-8567-95814E9B627F}" dt="2023-05-30T20:08:00.765" v="858" actId="21"/>
          <ac:cxnSpMkLst>
            <pc:docMk/>
            <pc:sldMk cId="3256949080" sldId="808"/>
            <ac:cxnSpMk id="46" creationId="{4FC557E7-FAAD-DEE2-1753-57E875AFDEF4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7" creationId="{6A95CBAE-F4E7-9F3F-2D0D-B1EB542EA5CC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8" creationId="{C34A47BB-D2B1-5403-BB9A-BD80D6F8FADA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9" creationId="{30BAA8C9-403B-8AED-D1D1-68591CC859F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0" creationId="{3459CBC1-8C35-D524-95BD-D1744B4B978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1" creationId="{603F6721-91C1-7ADD-4DA3-A6DB30EA1EB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2" creationId="{1588A639-6EA9-4306-C698-3B21CB9261C5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3" creationId="{7505DA4D-E760-B1AB-C5B4-63BC3A199841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6" creationId="{35219F83-CED4-0C1D-C7E3-DEF663440A85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7" creationId="{F83FFB3D-775A-DC72-453B-9B0CD7007AC1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8" creationId="{7DEDA801-FBDA-C1CB-970E-0793B1053DE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9" creationId="{5635FC0C-7EFF-4F61-A36D-4049464547A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0" creationId="{3441C7DB-7BF4-70F4-A95C-D1D66D2A93A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1" creationId="{3568CED2-FD5E-FF6B-EDFA-F12A3241107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2" creationId="{101356A4-06B7-37FF-B5BA-955B5AF7260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3" creationId="{953C004B-E334-268D-A211-27BE4508D90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4" creationId="{4F66AFEF-102F-3371-22E5-0DF2B89B52B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5" creationId="{87B8CBC2-9319-026D-798A-F78D6F18B31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6" creationId="{945C6232-5B71-A36B-C4C6-CB48C7404E9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9" creationId="{ACCB29E4-BC68-EFB5-3486-64AAAE430016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0" creationId="{5753F48D-AE3A-BA54-C0A4-D51982BB2F4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1" creationId="{F330A7F3-F838-EB02-275C-9D3B3CF181EC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2" creationId="{BBE9F338-10FF-FF21-083F-4F423E83931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3" creationId="{F98BBCEF-52B3-5C0C-AE89-490B2BA309C0}"/>
          </ac:cxnSpMkLst>
        </pc:cxnChg>
      </pc:sldChg>
      <pc:sldChg chg="del">
        <pc:chgData name="이민재" userId="f97f16f7-28a5-49bd-9e05-fb3ef63d7997" providerId="ADAL" clId="{903820EB-7C01-4F3C-8567-95814E9B627F}" dt="2023-05-30T18:20:41.133" v="327" actId="47"/>
        <pc:sldMkLst>
          <pc:docMk/>
          <pc:sldMk cId="708369977" sldId="810"/>
        </pc:sldMkLst>
      </pc:sldChg>
      <pc:sldChg chg="del">
        <pc:chgData name="이민재" userId="f97f16f7-28a5-49bd-9e05-fb3ef63d7997" providerId="ADAL" clId="{903820EB-7C01-4F3C-8567-95814E9B627F}" dt="2023-05-30T18:21:00.506" v="352" actId="47"/>
        <pc:sldMkLst>
          <pc:docMk/>
          <pc:sldMk cId="4182931263" sldId="812"/>
        </pc:sldMkLst>
      </pc:sldChg>
      <pc:sldChg chg="del">
        <pc:chgData name="이민재" userId="f97f16f7-28a5-49bd-9e05-fb3ef63d7997" providerId="ADAL" clId="{903820EB-7C01-4F3C-8567-95814E9B627F}" dt="2023-05-30T18:20:59.256" v="351" actId="47"/>
        <pc:sldMkLst>
          <pc:docMk/>
          <pc:sldMk cId="4155750371" sldId="813"/>
        </pc:sldMkLst>
      </pc:sldChg>
      <pc:sldChg chg="del">
        <pc:chgData name="이민재" userId="f97f16f7-28a5-49bd-9e05-fb3ef63d7997" providerId="ADAL" clId="{903820EB-7C01-4F3C-8567-95814E9B627F}" dt="2023-05-30T18:20:41.449" v="328" actId="47"/>
        <pc:sldMkLst>
          <pc:docMk/>
          <pc:sldMk cId="1136532772" sldId="814"/>
        </pc:sldMkLst>
      </pc:sldChg>
      <pc:sldChg chg="del">
        <pc:chgData name="이민재" userId="f97f16f7-28a5-49bd-9e05-fb3ef63d7997" providerId="ADAL" clId="{903820EB-7C01-4F3C-8567-95814E9B627F}" dt="2023-05-30T18:20:55.948" v="346" actId="47"/>
        <pc:sldMkLst>
          <pc:docMk/>
          <pc:sldMk cId="639523910" sldId="817"/>
        </pc:sldMkLst>
      </pc:sldChg>
      <pc:sldChg chg="del">
        <pc:chgData name="이민재" userId="f97f16f7-28a5-49bd-9e05-fb3ef63d7997" providerId="ADAL" clId="{903820EB-7C01-4F3C-8567-95814E9B627F}" dt="2023-05-30T18:20:56.412" v="347" actId="47"/>
        <pc:sldMkLst>
          <pc:docMk/>
          <pc:sldMk cId="2957687128" sldId="818"/>
        </pc:sldMkLst>
      </pc:sldChg>
      <pc:sldChg chg="del">
        <pc:chgData name="이민재" userId="f97f16f7-28a5-49bd-9e05-fb3ef63d7997" providerId="ADAL" clId="{903820EB-7C01-4F3C-8567-95814E9B627F}" dt="2023-05-30T18:20:56.864" v="348" actId="47"/>
        <pc:sldMkLst>
          <pc:docMk/>
          <pc:sldMk cId="3041761236" sldId="819"/>
        </pc:sldMkLst>
      </pc:sldChg>
      <pc:sldChg chg="del">
        <pc:chgData name="이민재" userId="f97f16f7-28a5-49bd-9e05-fb3ef63d7997" providerId="ADAL" clId="{903820EB-7C01-4F3C-8567-95814E9B627F}" dt="2023-05-30T18:20:55.429" v="345" actId="47"/>
        <pc:sldMkLst>
          <pc:docMk/>
          <pc:sldMk cId="1972420388" sldId="820"/>
        </pc:sldMkLst>
      </pc:sldChg>
      <pc:sldChg chg="del">
        <pc:chgData name="이민재" userId="f97f16f7-28a5-49bd-9e05-fb3ef63d7997" providerId="ADAL" clId="{903820EB-7C01-4F3C-8567-95814E9B627F}" dt="2023-05-30T18:20:58.627" v="350" actId="47"/>
        <pc:sldMkLst>
          <pc:docMk/>
          <pc:sldMk cId="1791925017" sldId="821"/>
        </pc:sldMkLst>
      </pc:sldChg>
      <pc:sldChg chg="del">
        <pc:chgData name="이민재" userId="f97f16f7-28a5-49bd-9e05-fb3ef63d7997" providerId="ADAL" clId="{903820EB-7C01-4F3C-8567-95814E9B627F}" dt="2023-05-30T18:20:57.562" v="349" actId="47"/>
        <pc:sldMkLst>
          <pc:docMk/>
          <pc:sldMk cId="2172249906" sldId="822"/>
        </pc:sldMkLst>
      </pc:sldChg>
      <pc:sldChg chg="del">
        <pc:chgData name="이민재" userId="f97f16f7-28a5-49bd-9e05-fb3ef63d7997" providerId="ADAL" clId="{903820EB-7C01-4F3C-8567-95814E9B627F}" dt="2023-05-30T18:20:54.178" v="343" actId="47"/>
        <pc:sldMkLst>
          <pc:docMk/>
          <pc:sldMk cId="2010162896" sldId="823"/>
        </pc:sldMkLst>
      </pc:sldChg>
      <pc:sldChg chg="del">
        <pc:chgData name="이민재" userId="f97f16f7-28a5-49bd-9e05-fb3ef63d7997" providerId="ADAL" clId="{903820EB-7C01-4F3C-8567-95814E9B627F}" dt="2023-05-30T18:20:54.782" v="344" actId="47"/>
        <pc:sldMkLst>
          <pc:docMk/>
          <pc:sldMk cId="1529914514" sldId="824"/>
        </pc:sldMkLst>
      </pc:sldChg>
      <pc:sldChg chg="del">
        <pc:chgData name="이민재" userId="f97f16f7-28a5-49bd-9e05-fb3ef63d7997" providerId="ADAL" clId="{903820EB-7C01-4F3C-8567-95814E9B627F}" dt="2023-05-30T18:20:41.664" v="329" actId="47"/>
        <pc:sldMkLst>
          <pc:docMk/>
          <pc:sldMk cId="1106231365" sldId="826"/>
        </pc:sldMkLst>
      </pc:sldChg>
      <pc:sldChg chg="del">
        <pc:chgData name="이민재" userId="f97f16f7-28a5-49bd-9e05-fb3ef63d7997" providerId="ADAL" clId="{903820EB-7C01-4F3C-8567-95814E9B627F}" dt="2023-05-30T18:20:39.046" v="320" actId="47"/>
        <pc:sldMkLst>
          <pc:docMk/>
          <pc:sldMk cId="3920083050" sldId="827"/>
        </pc:sldMkLst>
      </pc:sldChg>
      <pc:sldChg chg="del">
        <pc:chgData name="이민재" userId="f97f16f7-28a5-49bd-9e05-fb3ef63d7997" providerId="ADAL" clId="{903820EB-7C01-4F3C-8567-95814E9B627F}" dt="2023-05-30T18:20:37.634" v="314" actId="47"/>
        <pc:sldMkLst>
          <pc:docMk/>
          <pc:sldMk cId="448885074" sldId="829"/>
        </pc:sldMkLst>
      </pc:sldChg>
      <pc:sldChg chg="del">
        <pc:chgData name="이민재" userId="f97f16f7-28a5-49bd-9e05-fb3ef63d7997" providerId="ADAL" clId="{903820EB-7C01-4F3C-8567-95814E9B627F}" dt="2023-05-30T18:20:37.938" v="315" actId="47"/>
        <pc:sldMkLst>
          <pc:docMk/>
          <pc:sldMk cId="1183382749" sldId="830"/>
        </pc:sldMkLst>
      </pc:sldChg>
      <pc:sldChg chg="del">
        <pc:chgData name="이민재" userId="f97f16f7-28a5-49bd-9e05-fb3ef63d7997" providerId="ADAL" clId="{903820EB-7C01-4F3C-8567-95814E9B627F}" dt="2023-05-30T18:20:38.176" v="316" actId="47"/>
        <pc:sldMkLst>
          <pc:docMk/>
          <pc:sldMk cId="254360354" sldId="831"/>
        </pc:sldMkLst>
      </pc:sldChg>
      <pc:sldChg chg="del">
        <pc:chgData name="이민재" userId="f97f16f7-28a5-49bd-9e05-fb3ef63d7997" providerId="ADAL" clId="{903820EB-7C01-4F3C-8567-95814E9B627F}" dt="2023-05-30T18:20:41.916" v="330" actId="47"/>
        <pc:sldMkLst>
          <pc:docMk/>
          <pc:sldMk cId="1256367860" sldId="832"/>
        </pc:sldMkLst>
      </pc:sldChg>
      <pc:sldChg chg="del">
        <pc:chgData name="이민재" userId="f97f16f7-28a5-49bd-9e05-fb3ef63d7997" providerId="ADAL" clId="{903820EB-7C01-4F3C-8567-95814E9B627F}" dt="2023-05-30T18:20:53.067" v="341" actId="47"/>
        <pc:sldMkLst>
          <pc:docMk/>
          <pc:sldMk cId="594782595" sldId="833"/>
        </pc:sldMkLst>
      </pc:sldChg>
      <pc:sldChg chg="del">
        <pc:chgData name="이민재" userId="f97f16f7-28a5-49bd-9e05-fb3ef63d7997" providerId="ADAL" clId="{903820EB-7C01-4F3C-8567-95814E9B627F}" dt="2023-05-30T18:20:52.521" v="340" actId="47"/>
        <pc:sldMkLst>
          <pc:docMk/>
          <pc:sldMk cId="249121483" sldId="834"/>
        </pc:sldMkLst>
      </pc:sldChg>
      <pc:sldChg chg="modSp add del mod">
        <pc:chgData name="이민재" userId="f97f16f7-28a5-49bd-9e05-fb3ef63d7997" providerId="ADAL" clId="{903820EB-7C01-4F3C-8567-95814E9B627F}" dt="2023-05-30T21:08:00.154" v="2385" actId="47"/>
        <pc:sldMkLst>
          <pc:docMk/>
          <pc:sldMk cId="2461048070" sldId="835"/>
        </pc:sldMkLst>
        <pc:spChg chg="mod">
          <ac:chgData name="이민재" userId="f97f16f7-28a5-49bd-9e05-fb3ef63d7997" providerId="ADAL" clId="{903820EB-7C01-4F3C-8567-95814E9B627F}" dt="2023-05-30T20:05:11.654" v="785" actId="1076"/>
          <ac:spMkLst>
            <pc:docMk/>
            <pc:sldMk cId="2461048070" sldId="835"/>
            <ac:spMk id="108" creationId="{4C314536-CE44-E4FE-100C-25B075D57498}"/>
          </ac:spMkLst>
        </pc:spChg>
      </pc:sldChg>
      <pc:sldChg chg="del">
        <pc:chgData name="이민재" userId="f97f16f7-28a5-49bd-9e05-fb3ef63d7997" providerId="ADAL" clId="{903820EB-7C01-4F3C-8567-95814E9B627F}" dt="2023-05-30T18:20:47.953" v="335" actId="47"/>
        <pc:sldMkLst>
          <pc:docMk/>
          <pc:sldMk cId="2948444257" sldId="836"/>
        </pc:sldMkLst>
      </pc:sldChg>
      <pc:sldChg chg="del">
        <pc:chgData name="이민재" userId="f97f16f7-28a5-49bd-9e05-fb3ef63d7997" providerId="ADAL" clId="{903820EB-7C01-4F3C-8567-95814E9B627F}" dt="2023-05-30T18:20:51.393" v="338" actId="47"/>
        <pc:sldMkLst>
          <pc:docMk/>
          <pc:sldMk cId="767737328" sldId="837"/>
        </pc:sldMkLst>
      </pc:sldChg>
      <pc:sldChg chg="del">
        <pc:chgData name="이민재" userId="f97f16f7-28a5-49bd-9e05-fb3ef63d7997" providerId="ADAL" clId="{903820EB-7C01-4F3C-8567-95814E9B627F}" dt="2023-05-30T18:20:51.896" v="339" actId="47"/>
        <pc:sldMkLst>
          <pc:docMk/>
          <pc:sldMk cId="3020909841" sldId="838"/>
        </pc:sldMkLst>
      </pc:sldChg>
      <pc:sldChg chg="del">
        <pc:chgData name="이민재" userId="f97f16f7-28a5-49bd-9e05-fb3ef63d7997" providerId="ADAL" clId="{903820EB-7C01-4F3C-8567-95814E9B627F}" dt="2023-05-30T18:20:38.504" v="317" actId="47"/>
        <pc:sldMkLst>
          <pc:docMk/>
          <pc:sldMk cId="3683216325" sldId="839"/>
        </pc:sldMkLst>
      </pc:sldChg>
      <pc:sldChg chg="del">
        <pc:chgData name="이민재" userId="f97f16f7-28a5-49bd-9e05-fb3ef63d7997" providerId="ADAL" clId="{903820EB-7C01-4F3C-8567-95814E9B627F}" dt="2023-05-30T18:20:38.710" v="318" actId="47"/>
        <pc:sldMkLst>
          <pc:docMk/>
          <pc:sldMk cId="1444849962" sldId="840"/>
        </pc:sldMkLst>
      </pc:sldChg>
      <pc:sldChg chg="del">
        <pc:chgData name="이민재" userId="f97f16f7-28a5-49bd-9e05-fb3ef63d7997" providerId="ADAL" clId="{903820EB-7C01-4F3C-8567-95814E9B627F}" dt="2023-05-30T18:20:38.881" v="319" actId="47"/>
        <pc:sldMkLst>
          <pc:docMk/>
          <pc:sldMk cId="1040540799" sldId="841"/>
        </pc:sldMkLst>
      </pc:sldChg>
      <pc:sldChg chg="del">
        <pc:chgData name="이민재" userId="f97f16f7-28a5-49bd-9e05-fb3ef63d7997" providerId="ADAL" clId="{903820EB-7C01-4F3C-8567-95814E9B627F}" dt="2023-05-30T18:20:37.283" v="313" actId="47"/>
        <pc:sldMkLst>
          <pc:docMk/>
          <pc:sldMk cId="2956052816" sldId="842"/>
        </pc:sldMkLst>
      </pc:sldChg>
      <pc:sldChg chg="del">
        <pc:chgData name="이민재" userId="f97f16f7-28a5-49bd-9e05-fb3ef63d7997" providerId="ADAL" clId="{903820EB-7C01-4F3C-8567-95814E9B627F}" dt="2023-05-30T18:20:46.616" v="333" actId="47"/>
        <pc:sldMkLst>
          <pc:docMk/>
          <pc:sldMk cId="1970296768" sldId="843"/>
        </pc:sldMkLst>
      </pc:sldChg>
      <pc:sldChg chg="del">
        <pc:chgData name="이민재" userId="f97f16f7-28a5-49bd-9e05-fb3ef63d7997" providerId="ADAL" clId="{903820EB-7C01-4F3C-8567-95814E9B627F}" dt="2023-05-30T21:08:00.321" v="2386" actId="47"/>
        <pc:sldMkLst>
          <pc:docMk/>
          <pc:sldMk cId="2515837170" sldId="844"/>
        </pc:sldMkLst>
      </pc:sldChg>
      <pc:sldChg chg="addSp delSp modSp add mod">
        <pc:chgData name="이민재" userId="f97f16f7-28a5-49bd-9e05-fb3ef63d7997" providerId="ADAL" clId="{903820EB-7C01-4F3C-8567-95814E9B627F}" dt="2023-05-30T20:50:18.022" v="2384" actId="14100"/>
        <pc:sldMkLst>
          <pc:docMk/>
          <pc:sldMk cId="1133644967" sldId="845"/>
        </pc:sldMkLst>
        <pc:spChg chg="mod">
          <ac:chgData name="이민재" userId="f97f16f7-28a5-49bd-9e05-fb3ef63d7997" providerId="ADAL" clId="{903820EB-7C01-4F3C-8567-95814E9B627F}" dt="2023-05-30T20:42:26.306" v="2238"/>
          <ac:spMkLst>
            <pc:docMk/>
            <pc:sldMk cId="1133644967" sldId="845"/>
            <ac:spMk id="7" creationId="{E188C3F7-C91D-5FAF-15E8-E3AB6A2B7CCD}"/>
          </ac:spMkLst>
        </pc:spChg>
        <pc:spChg chg="add mod">
          <ac:chgData name="이민재" userId="f97f16f7-28a5-49bd-9e05-fb3ef63d7997" providerId="ADAL" clId="{903820EB-7C01-4F3C-8567-95814E9B627F}" dt="2023-05-30T20:45:41.294" v="2290" actId="1076"/>
          <ac:spMkLst>
            <pc:docMk/>
            <pc:sldMk cId="1133644967" sldId="845"/>
            <ac:spMk id="54" creationId="{814CAE6C-A2AD-1690-D1DA-934C71762CF6}"/>
          </ac:spMkLst>
        </pc:spChg>
        <pc:spChg chg="add mod">
          <ac:chgData name="이민재" userId="f97f16f7-28a5-49bd-9e05-fb3ef63d7997" providerId="ADAL" clId="{903820EB-7C01-4F3C-8567-95814E9B627F}" dt="2023-05-30T20:47:39.128" v="2291" actId="14100"/>
          <ac:spMkLst>
            <pc:docMk/>
            <pc:sldMk cId="1133644967" sldId="845"/>
            <ac:spMk id="55" creationId="{67E4B1A4-A0B5-31FA-650A-710B3F618374}"/>
          </ac:spMkLst>
        </pc:spChg>
        <pc:spChg chg="add del mod">
          <ac:chgData name="이민재" userId="f97f16f7-28a5-49bd-9e05-fb3ef63d7997" providerId="ADAL" clId="{903820EB-7C01-4F3C-8567-95814E9B627F}" dt="2023-05-30T20:44:23.459" v="2284"/>
          <ac:spMkLst>
            <pc:docMk/>
            <pc:sldMk cId="1133644967" sldId="845"/>
            <ac:spMk id="67" creationId="{BE75E49B-80D4-1830-B475-4BBD21EFF331}"/>
          </ac:spMkLst>
        </pc:spChg>
        <pc:spChg chg="add del mod">
          <ac:chgData name="이민재" userId="f97f16f7-28a5-49bd-9e05-fb3ef63d7997" providerId="ADAL" clId="{903820EB-7C01-4F3C-8567-95814E9B627F}" dt="2023-05-30T20:44:23.459" v="2284"/>
          <ac:spMkLst>
            <pc:docMk/>
            <pc:sldMk cId="1133644967" sldId="845"/>
            <ac:spMk id="68" creationId="{9DD72041-2CA0-10A2-24A6-DC8CDAA31BC0}"/>
          </ac:spMkLst>
        </pc:spChg>
        <pc:spChg chg="mod">
          <ac:chgData name="이민재" userId="f97f16f7-28a5-49bd-9e05-fb3ef63d7997" providerId="ADAL" clId="{903820EB-7C01-4F3C-8567-95814E9B627F}" dt="2023-05-30T20:42:20.579" v="2237" actId="1035"/>
          <ac:spMkLst>
            <pc:docMk/>
            <pc:sldMk cId="1133644967" sldId="845"/>
            <ac:spMk id="75" creationId="{99DD5FAB-FF0F-BCC4-2C0C-54D7AD7CEC59}"/>
          </ac:spMkLst>
        </pc:spChg>
        <pc:spChg chg="mod">
          <ac:chgData name="이민재" userId="f97f16f7-28a5-49bd-9e05-fb3ef63d7997" providerId="ADAL" clId="{903820EB-7C01-4F3C-8567-95814E9B627F}" dt="2023-05-30T20:44:34.789" v="2289" actId="692"/>
          <ac:spMkLst>
            <pc:docMk/>
            <pc:sldMk cId="1133644967" sldId="845"/>
            <ac:spMk id="77" creationId="{B547F134-2BD6-269C-71F8-E14592E24654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78" creationId="{F1B648F7-7A32-1D2B-8646-9BD398CF9781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79" creationId="{9C6C6219-04EA-8DF9-4A8A-A37DC1DB2B90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80" creationId="{E369E618-6894-ABD6-2A96-F7616FCBF5FA}"/>
          </ac:spMkLst>
        </pc:spChg>
        <pc:grpChg chg="add mod">
          <ac:chgData name="이민재" userId="f97f16f7-28a5-49bd-9e05-fb3ef63d7997" providerId="ADAL" clId="{903820EB-7C01-4F3C-8567-95814E9B627F}" dt="2023-05-30T20:45:41.294" v="2290" actId="1076"/>
          <ac:grpSpMkLst>
            <pc:docMk/>
            <pc:sldMk cId="1133644967" sldId="845"/>
            <ac:grpSpMk id="5" creationId="{AF18FED4-8497-00EC-AADD-3FFDBB03242F}"/>
          </ac:grpSpMkLst>
        </pc:grpChg>
        <pc:picChg chg="add mod">
          <ac:chgData name="이민재" userId="f97f16f7-28a5-49bd-9e05-fb3ef63d7997" providerId="ADAL" clId="{903820EB-7C01-4F3C-8567-95814E9B627F}" dt="2023-05-30T20:19:57.339" v="1266" actId="1076"/>
          <ac:picMkLst>
            <pc:docMk/>
            <pc:sldMk cId="1133644967" sldId="845"/>
            <ac:picMk id="6" creationId="{60745B00-AFB7-97A8-61B7-10F2D1B59B47}"/>
          </ac:picMkLst>
        </pc:pic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8" creationId="{EEA98AE8-60AA-E721-7381-AB0B1562320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0" creationId="{99913C66-A9AE-D5C0-96B1-FAA1EA3E4D5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1" creationId="{0F068889-1DC8-3686-F567-87BD8271FD0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2" creationId="{B8BC7C6B-509F-D082-2895-08D4E8C5D53E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3" creationId="{33F8826B-5A29-EABD-F82B-C2A6AA3B7017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4" creationId="{BE8A184B-EDCD-0FFC-954A-B7279D4F7A3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5" creationId="{12842607-7F14-9007-05F5-5486BC02BCF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7" creationId="{DD947A99-AE4F-8B98-7416-036BD4303A5D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8" creationId="{9D8369BF-6EF2-EE9E-793C-CE12B809FFE4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9" creationId="{5F4D2463-8F4C-43E6-9817-43D37E9565C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1" creationId="{9C9F704B-EB54-5FD4-5AD1-1C64FF6130D3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2" creationId="{D1DCA595-28AE-A158-58C1-5B11BFADE042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3" creationId="{19261100-51FA-3EF5-6EE3-F06708DB8064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4" creationId="{67E02DA1-83DC-FB9D-26AF-522EA7C3045E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5" creationId="{CC10392B-7710-CDAE-B2B3-82B17E3F99A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6" creationId="{DE9B2F7E-106D-8F52-9604-EF5C150FA3F6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7" creationId="{26EAC686-2D9C-5288-E2AA-40256A3EE0E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8" creationId="{49CBF501-2447-ECD1-2608-A97D66B9C53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0" creationId="{1BE20105-B967-70EB-9CAB-7A4F6F8C536A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1" creationId="{2D011F95-D7B4-5406-9E24-8F2C7556C76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2" creationId="{5F5EBE02-0A7E-36EB-733F-0EEFFBDE5A0D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3" creationId="{934B38C8-7E68-0CCB-3A3C-F2095C69929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4" creationId="{65A21581-B964-0DDE-787F-2640641842C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5" creationId="{9D51206F-0CEE-DD4A-E17E-7BAF70942697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6" creationId="{1304E520-C2D4-C4E3-68D8-2E2E866C14E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7" creationId="{334291AB-68B7-E9D8-BD52-D3CEA660237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8" creationId="{CC393A71-7F7F-0381-FC10-05D731003302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9" creationId="{6D73A465-B859-8854-B4B6-38F2761C99A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43" creationId="{33A35CD9-C3E2-04F2-F78C-A4CAD32ED85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46" creationId="{6DD839A9-27ED-18F1-C7F6-B9A12331F98A}"/>
          </ac:cxnSpMkLst>
        </pc:cxnChg>
        <pc:cxnChg chg="add mod">
          <ac:chgData name="이민재" userId="f97f16f7-28a5-49bd-9e05-fb3ef63d7997" providerId="ADAL" clId="{903820EB-7C01-4F3C-8567-95814E9B627F}" dt="2023-05-30T20:50:18.022" v="2384" actId="14100"/>
          <ac:cxnSpMkLst>
            <pc:docMk/>
            <pc:sldMk cId="1133644967" sldId="845"/>
            <ac:cxnSpMk id="82" creationId="{F5DCD00E-03CE-29A5-4AE3-86412625530C}"/>
          </ac:cxnSpMkLst>
        </pc:cxnChg>
        <pc:cxnChg chg="add mod">
          <ac:chgData name="이민재" userId="f97f16f7-28a5-49bd-9e05-fb3ef63d7997" providerId="ADAL" clId="{903820EB-7C01-4F3C-8567-95814E9B627F}" dt="2023-05-30T20:50:12.953" v="2383" actId="1037"/>
          <ac:cxnSpMkLst>
            <pc:docMk/>
            <pc:sldMk cId="1133644967" sldId="845"/>
            <ac:cxnSpMk id="85" creationId="{2601079A-F054-85BF-B919-57427929AEB8}"/>
          </ac:cxnSpMkLst>
        </pc:cxnChg>
        <pc:cxnChg chg="add mod">
          <ac:chgData name="이민재" userId="f97f16f7-28a5-49bd-9e05-fb3ef63d7997" providerId="ADAL" clId="{903820EB-7C01-4F3C-8567-95814E9B627F}" dt="2023-05-30T20:50:12.953" v="2383" actId="1037"/>
          <ac:cxnSpMkLst>
            <pc:docMk/>
            <pc:sldMk cId="1133644967" sldId="845"/>
            <ac:cxnSpMk id="88" creationId="{36C74E60-5A5E-A1EE-5CE1-076D380B9819}"/>
          </ac:cxnSpMkLst>
        </pc:cxnChg>
      </pc:sldChg>
      <pc:sldChg chg="delSp del mod">
        <pc:chgData name="이민재" userId="f97f16f7-28a5-49bd-9e05-fb3ef63d7997" providerId="ADAL" clId="{903820EB-7C01-4F3C-8567-95814E9B627F}" dt="2023-05-30T18:20:50.191" v="337" actId="47"/>
        <pc:sldMkLst>
          <pc:docMk/>
          <pc:sldMk cId="4251176526" sldId="845"/>
        </pc:sldMkLst>
        <pc:spChg chg="del">
          <ac:chgData name="이민재" userId="f97f16f7-28a5-49bd-9e05-fb3ef63d7997" providerId="ADAL" clId="{903820EB-7C01-4F3C-8567-95814E9B627F}" dt="2023-05-30T18:20:49.067" v="336" actId="478"/>
          <ac:spMkLst>
            <pc:docMk/>
            <pc:sldMk cId="4251176526" sldId="845"/>
            <ac:spMk id="2" creationId="{D7C9AB38-4A31-39EF-F36A-D83883C6A349}"/>
          </ac:spMkLst>
        </pc:spChg>
      </pc:sldChg>
      <pc:sldChg chg="del">
        <pc:chgData name="이민재" userId="f97f16f7-28a5-49bd-9e05-fb3ef63d7997" providerId="ADAL" clId="{903820EB-7C01-4F3C-8567-95814E9B627F}" dt="2023-05-30T18:20:47.172" v="334" actId="47"/>
        <pc:sldMkLst>
          <pc:docMk/>
          <pc:sldMk cId="2658732663" sldId="846"/>
        </pc:sldMkLst>
      </pc:sldChg>
      <pc:sldChg chg="modSp add mod">
        <pc:chgData name="이민재" userId="f97f16f7-28a5-49bd-9e05-fb3ef63d7997" providerId="ADAL" clId="{903820EB-7C01-4F3C-8567-95814E9B627F}" dt="2023-05-30T20:39:04.958" v="1900" actId="1076"/>
        <pc:sldMkLst>
          <pc:docMk/>
          <pc:sldMk cId="2844453221" sldId="846"/>
        </pc:sldMkLst>
        <pc:spChg chg="mod">
          <ac:chgData name="이민재" userId="f97f16f7-28a5-49bd-9e05-fb3ef63d7997" providerId="ADAL" clId="{903820EB-7C01-4F3C-8567-95814E9B627F}" dt="2023-05-30T20:38:59.274" v="1899" actId="20577"/>
          <ac:spMkLst>
            <pc:docMk/>
            <pc:sldMk cId="2844453221" sldId="846"/>
            <ac:spMk id="3" creationId="{EB646C16-64BC-4547-B885-28DEC904D1BD}"/>
          </ac:spMkLst>
        </pc:spChg>
        <pc:graphicFrameChg chg="mod">
          <ac:chgData name="이민재" userId="f97f16f7-28a5-49bd-9e05-fb3ef63d7997" providerId="ADAL" clId="{903820EB-7C01-4F3C-8567-95814E9B627F}" dt="2023-05-30T20:39:04.958" v="1900" actId="1076"/>
          <ac:graphicFrameMkLst>
            <pc:docMk/>
            <pc:sldMk cId="2844453221" sldId="846"/>
            <ac:graphicFrameMk id="77" creationId="{741210AC-3E26-9DD6-DC08-C0E4A8F625AF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39.769" v="322" actId="47"/>
        <pc:sldMkLst>
          <pc:docMk/>
          <pc:sldMk cId="2073119842" sldId="847"/>
        </pc:sldMkLst>
      </pc:sldChg>
      <pc:sldChg chg="del">
        <pc:chgData name="이민재" userId="f97f16f7-28a5-49bd-9e05-fb3ef63d7997" providerId="ADAL" clId="{903820EB-7C01-4F3C-8567-95814E9B627F}" dt="2023-05-30T18:20:39.224" v="321" actId="47"/>
        <pc:sldMkLst>
          <pc:docMk/>
          <pc:sldMk cId="948084585" sldId="848"/>
        </pc:sldMkLst>
      </pc:sldChg>
      <pc:sldChg chg="del">
        <pc:chgData name="이민재" userId="f97f16f7-28a5-49bd-9e05-fb3ef63d7997" providerId="ADAL" clId="{903820EB-7C01-4F3C-8567-95814E9B627F}" dt="2023-05-30T18:20:40.846" v="326" actId="47"/>
        <pc:sldMkLst>
          <pc:docMk/>
          <pc:sldMk cId="457443095" sldId="849"/>
        </pc:sldMkLst>
      </pc:sldChg>
      <pc:sldChg chg="addSp delSp modSp new mod ord">
        <pc:chgData name="이민재" userId="f97f16f7-28a5-49bd-9e05-fb3ef63d7997" providerId="ADAL" clId="{903820EB-7C01-4F3C-8567-95814E9B627F}" dt="2023-06-07T04:46:01.053" v="3817" actId="1035"/>
        <pc:sldMkLst>
          <pc:docMk/>
          <pc:sldMk cId="3587706911" sldId="849"/>
        </pc:sldMkLst>
        <pc:spChg chg="mod">
          <ac:chgData name="이민재" userId="f97f16f7-28a5-49bd-9e05-fb3ef63d7997" providerId="ADAL" clId="{903820EB-7C01-4F3C-8567-95814E9B627F}" dt="2023-06-06T11:11:04.336" v="2420" actId="20577"/>
          <ac:spMkLst>
            <pc:docMk/>
            <pc:sldMk cId="3587706911" sldId="849"/>
            <ac:spMk id="2" creationId="{90A46E60-1F82-FE81-3385-75427694A6A0}"/>
          </ac:spMkLst>
        </pc:spChg>
        <pc:spChg chg="mod">
          <ac:chgData name="이민재" userId="f97f16f7-28a5-49bd-9e05-fb3ef63d7997" providerId="ADAL" clId="{903820EB-7C01-4F3C-8567-95814E9B627F}" dt="2023-06-07T04:26:24.304" v="3166" actId="20577"/>
          <ac:spMkLst>
            <pc:docMk/>
            <pc:sldMk cId="3587706911" sldId="849"/>
            <ac:spMk id="3" creationId="{8992F0F5-711B-DCB8-68C1-4DB9EE1EAABC}"/>
          </ac:spMkLst>
        </pc:spChg>
        <pc:spChg chg="add mod">
          <ac:chgData name="이민재" userId="f97f16f7-28a5-49bd-9e05-fb3ef63d7997" providerId="ADAL" clId="{903820EB-7C01-4F3C-8567-95814E9B627F}" dt="2023-06-07T04:46:01.053" v="3817" actId="1035"/>
          <ac:spMkLst>
            <pc:docMk/>
            <pc:sldMk cId="3587706911" sldId="849"/>
            <ac:spMk id="6" creationId="{597BAB0F-ECB4-D87C-D14B-928F0AFCC4E5}"/>
          </ac:spMkLst>
        </pc:spChg>
        <pc:spChg chg="add del mod">
          <ac:chgData name="이민재" userId="f97f16f7-28a5-49bd-9e05-fb3ef63d7997" providerId="ADAL" clId="{903820EB-7C01-4F3C-8567-95814E9B627F}" dt="2023-06-07T04:45:21.189" v="3807" actId="22"/>
          <ac:spMkLst>
            <pc:docMk/>
            <pc:sldMk cId="3587706911" sldId="849"/>
            <ac:spMk id="8" creationId="{9EE33A4D-F14B-81C1-9A1F-62581648B923}"/>
          </ac:spMkLst>
        </pc:spChg>
        <pc:graphicFrameChg chg="add mod modGraphic">
          <ac:chgData name="이민재" userId="f97f16f7-28a5-49bd-9e05-fb3ef63d7997" providerId="ADAL" clId="{903820EB-7C01-4F3C-8567-95814E9B627F}" dt="2023-06-07T04:46:01.053" v="3817" actId="1035"/>
          <ac:graphicFrameMkLst>
            <pc:docMk/>
            <pc:sldMk cId="3587706911" sldId="849"/>
            <ac:graphicFrameMk id="5" creationId="{A8A95690-4233-7D6E-188D-3D6815D6BB37}"/>
          </ac:graphicFrameMkLst>
        </pc:graphicFrameChg>
      </pc:sldChg>
      <pc:sldChg chg="delSp modSp add mod ord">
        <pc:chgData name="이민재" userId="f97f16f7-28a5-49bd-9e05-fb3ef63d7997" providerId="ADAL" clId="{903820EB-7C01-4F3C-8567-95814E9B627F}" dt="2023-06-07T04:11:15.453" v="2866"/>
        <pc:sldMkLst>
          <pc:docMk/>
          <pc:sldMk cId="3032007943" sldId="850"/>
        </pc:sldMkLst>
        <pc:spChg chg="mod">
          <ac:chgData name="이민재" userId="f97f16f7-28a5-49bd-9e05-fb3ef63d7997" providerId="ADAL" clId="{903820EB-7C01-4F3C-8567-95814E9B627F}" dt="2023-06-07T03:28:51.408" v="2504" actId="20577"/>
          <ac:spMkLst>
            <pc:docMk/>
            <pc:sldMk cId="3032007943" sldId="850"/>
            <ac:spMk id="2" creationId="{B0099290-0C09-89DF-B7AF-F947A557C01E}"/>
          </ac:spMkLst>
        </pc:spChg>
        <pc:graphicFrameChg chg="del">
          <ac:chgData name="이민재" userId="f97f16f7-28a5-49bd-9e05-fb3ef63d7997" providerId="ADAL" clId="{903820EB-7C01-4F3C-8567-95814E9B627F}" dt="2023-06-07T03:29:04.633" v="2505" actId="478"/>
          <ac:graphicFrameMkLst>
            <pc:docMk/>
            <pc:sldMk cId="3032007943" sldId="850"/>
            <ac:graphicFrameMk id="5" creationId="{C11937CB-2DC4-D962-BB14-3A01966E338E}"/>
          </ac:graphicFrameMkLst>
        </pc:graphicFrameChg>
        <pc:graphicFrameChg chg="del">
          <ac:chgData name="이민재" userId="f97f16f7-28a5-49bd-9e05-fb3ef63d7997" providerId="ADAL" clId="{903820EB-7C01-4F3C-8567-95814E9B627F}" dt="2023-06-07T03:29:06.318" v="2506" actId="478"/>
          <ac:graphicFrameMkLst>
            <pc:docMk/>
            <pc:sldMk cId="3032007943" sldId="850"/>
            <ac:graphicFrameMk id="77" creationId="{741210AC-3E26-9DD6-DC08-C0E4A8F625AF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40.033" v="323" actId="47"/>
        <pc:sldMkLst>
          <pc:docMk/>
          <pc:sldMk cId="3804091095" sldId="850"/>
        </pc:sldMkLst>
      </pc:sldChg>
      <pc:sldChg chg="delSp modSp add mod">
        <pc:chgData name="이민재" userId="f97f16f7-28a5-49bd-9e05-fb3ef63d7997" providerId="ADAL" clId="{903820EB-7C01-4F3C-8567-95814E9B627F}" dt="2023-06-07T04:36:28.342" v="3802"/>
        <pc:sldMkLst>
          <pc:docMk/>
          <pc:sldMk cId="1880433711" sldId="851"/>
        </pc:sldMkLst>
        <pc:spChg chg="mod">
          <ac:chgData name="이민재" userId="f97f16f7-28a5-49bd-9e05-fb3ef63d7997" providerId="ADAL" clId="{903820EB-7C01-4F3C-8567-95814E9B627F}" dt="2023-06-07T04:36:28.342" v="3802"/>
          <ac:spMkLst>
            <pc:docMk/>
            <pc:sldMk cId="1880433711" sldId="851"/>
            <ac:spMk id="3" creationId="{8992F0F5-711B-DCB8-68C1-4DB9EE1EAABC}"/>
          </ac:spMkLst>
        </pc:spChg>
        <pc:graphicFrameChg chg="del">
          <ac:chgData name="이민재" userId="f97f16f7-28a5-49bd-9e05-fb3ef63d7997" providerId="ADAL" clId="{903820EB-7C01-4F3C-8567-95814E9B627F}" dt="2023-06-07T04:30:18.586" v="3213" actId="478"/>
          <ac:graphicFrameMkLst>
            <pc:docMk/>
            <pc:sldMk cId="1880433711" sldId="851"/>
            <ac:graphicFrameMk id="5" creationId="{A8A95690-4233-7D6E-188D-3D6815D6BB37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40.545" v="325" actId="47"/>
        <pc:sldMkLst>
          <pc:docMk/>
          <pc:sldMk cId="2129223394" sldId="851"/>
        </pc:sldMkLst>
      </pc:sldChg>
      <pc:sldChg chg="del">
        <pc:chgData name="이민재" userId="f97f16f7-28a5-49bd-9e05-fb3ef63d7997" providerId="ADAL" clId="{903820EB-7C01-4F3C-8567-95814E9B627F}" dt="2023-05-30T18:20:40.259" v="324" actId="47"/>
        <pc:sldMkLst>
          <pc:docMk/>
          <pc:sldMk cId="2963192683" sldId="852"/>
        </pc:sldMkLst>
      </pc:sldChg>
    </pc:docChg>
  </pc:docChgLst>
  <pc:docChgLst>
    <pc:chgData name="이민재" userId="f97f16f7-28a5-49bd-9e05-fb3ef63d7997" providerId="ADAL" clId="{653747AB-B972-477B-971B-72476AC003E2}"/>
    <pc:docChg chg="undo redo custSel addSld delSld modSld sldOrd modMainMaster modSection">
      <pc:chgData name="이민재" userId="f97f16f7-28a5-49bd-9e05-fb3ef63d7997" providerId="ADAL" clId="{653747AB-B972-477B-971B-72476AC003E2}" dt="2023-02-16T08:10:40.213" v="21523" actId="14734"/>
      <pc:docMkLst>
        <pc:docMk/>
      </pc:docMkLst>
      <pc:sldChg chg="modSp mod">
        <pc:chgData name="이민재" userId="f97f16f7-28a5-49bd-9e05-fb3ef63d7997" providerId="ADAL" clId="{653747AB-B972-477B-971B-72476AC003E2}" dt="2023-02-16T01:53:19.532" v="17969" actId="20577"/>
        <pc:sldMkLst>
          <pc:docMk/>
          <pc:sldMk cId="1482395489" sldId="311"/>
        </pc:sldMkLst>
        <pc:spChg chg="mod">
          <ac:chgData name="이민재" userId="f97f16f7-28a5-49bd-9e05-fb3ef63d7997" providerId="ADAL" clId="{653747AB-B972-477B-971B-72476AC003E2}" dt="2023-02-16T01:53:11.914" v="17951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653747AB-B972-477B-971B-72476AC003E2}" dt="2023-02-16T01:53:19.532" v="17969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653747AB-B972-477B-971B-72476AC003E2}" dt="2023-02-16T00:47:01.753" v="15044"/>
        <pc:sldMkLst>
          <pc:docMk/>
          <pc:sldMk cId="1657473158" sldId="751"/>
        </pc:sldMkLst>
        <pc:spChg chg="mod">
          <ac:chgData name="이민재" userId="f97f16f7-28a5-49bd-9e05-fb3ef63d7997" providerId="ADAL" clId="{653747AB-B972-477B-971B-72476AC003E2}" dt="2023-02-16T00:47:01.753" v="15044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del mod ord">
        <pc:chgData name="이민재" userId="f97f16f7-28a5-49bd-9e05-fb3ef63d7997" providerId="ADAL" clId="{653747AB-B972-477B-971B-72476AC003E2}" dt="2023-02-15T12:28:52.080" v="6456" actId="47"/>
        <pc:sldMkLst>
          <pc:docMk/>
          <pc:sldMk cId="863774203" sldId="756"/>
        </pc:sldMkLst>
        <pc:spChg chg="del">
          <ac:chgData name="이민재" userId="f97f16f7-28a5-49bd-9e05-fb3ef63d7997" providerId="ADAL" clId="{653747AB-B972-477B-971B-72476AC003E2}" dt="2023-02-15T12:19:48.128" v="6100" actId="478"/>
          <ac:spMkLst>
            <pc:docMk/>
            <pc:sldMk cId="863774203" sldId="756"/>
            <ac:spMk id="3" creationId="{1BCB2C3C-E5B8-EC64-F0E8-B9CEBEE7B6A5}"/>
          </ac:spMkLst>
        </pc:spChg>
        <pc:spChg chg="add del mod">
          <ac:chgData name="이민재" userId="f97f16f7-28a5-49bd-9e05-fb3ef63d7997" providerId="ADAL" clId="{653747AB-B972-477B-971B-72476AC003E2}" dt="2023-02-15T12:19:36.883" v="6097" actId="478"/>
          <ac:spMkLst>
            <pc:docMk/>
            <pc:sldMk cId="863774203" sldId="756"/>
            <ac:spMk id="8" creationId="{0878264C-23BC-682A-711C-840319550B19}"/>
          </ac:spMkLst>
        </pc:spChg>
        <pc:spChg chg="del mod">
          <ac:chgData name="이민재" userId="f97f16f7-28a5-49bd-9e05-fb3ef63d7997" providerId="ADAL" clId="{653747AB-B972-477B-971B-72476AC003E2}" dt="2023-02-15T12:19:44.419" v="6099" actId="478"/>
          <ac:spMkLst>
            <pc:docMk/>
            <pc:sldMk cId="863774203" sldId="756"/>
            <ac:spMk id="11" creationId="{81FCA8E5-E340-8878-360F-F3B5BD2631D7}"/>
          </ac:spMkLst>
        </pc:spChg>
        <pc:spChg chg="add del mod">
          <ac:chgData name="이민재" userId="f97f16f7-28a5-49bd-9e05-fb3ef63d7997" providerId="ADAL" clId="{653747AB-B972-477B-971B-72476AC003E2}" dt="2023-02-15T12:19:49.996" v="6101" actId="478"/>
          <ac:spMkLst>
            <pc:docMk/>
            <pc:sldMk cId="863774203" sldId="756"/>
            <ac:spMk id="14" creationId="{765E76A3-8994-2C36-28C6-4D2AFB93C64D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56" creationId="{EE306C8F-632B-C851-F881-D022F17E5340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59" creationId="{B3E19516-65E6-D8EE-C431-7633E3E816D5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0" creationId="{4154902F-5FA1-78EE-6F44-F94EF3F7B7D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1" creationId="{D5B515B4-4DCA-E837-6BEC-53949EDB3FF4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2" creationId="{0A46BB1D-5D92-65A8-8934-DFB26250A030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3" creationId="{75B673C8-7A7C-8BBB-A273-EE04C1DC7883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4" creationId="{B8D4B1FD-CDA6-226C-1B90-4DFDEEF2EFF5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5" creationId="{089BD885-41AC-D17E-F611-B27260B6939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6" creationId="{DBD444EA-7887-CFD5-9C92-B6A9BAD2C7F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7" creationId="{C24FF621-5177-99EB-25DF-21B28908D52F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8" creationId="{A21A050B-F722-27AF-E42A-29E36F94F7A1}"/>
          </ac:spMkLst>
        </pc:spChg>
        <pc:grpChg chg="add del mod">
          <ac:chgData name="이민재" userId="f97f16f7-28a5-49bd-9e05-fb3ef63d7997" providerId="ADAL" clId="{653747AB-B972-477B-971B-72476AC003E2}" dt="2023-02-15T12:19:35.816" v="6096" actId="478"/>
          <ac:grpSpMkLst>
            <pc:docMk/>
            <pc:sldMk cId="863774203" sldId="756"/>
            <ac:grpSpMk id="5" creationId="{D78FB40A-D2CA-3787-D99C-BB95A45A3DAE}"/>
          </ac:grpSpMkLst>
        </pc:grp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2" creationId="{BB2EA151-3CC2-2539-FFE8-E2BE5E4686B5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9" creationId="{C3E30C1C-CF83-0B18-3A67-5B94DEDE2F70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10" creationId="{D536CC6E-98C8-5385-5A9A-A09E51DD093F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12" creationId="{45FF4D1C-56CC-046F-D231-3C2C025AAA1C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5" creationId="{7388A403-D634-713B-2F85-673528158496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6" creationId="{6CB3A6DF-82B7-35D5-ED75-3A4EF2A13FE8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7" creationId="{86F387B0-7B8D-C554-BAC1-DD441FC7123A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0" creationId="{5EC85986-8CA3-D612-3435-253D0B0100E2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1" creationId="{B0D87111-3E14-3693-7053-7C1F7EDED536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2" creationId="{E0ADE936-CAB5-9DAC-49F0-8F3E590F6EF2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3" creationId="{EE059F20-45CD-562B-BD4D-C1F591D47A01}"/>
          </ac:graphicFrameMkLst>
        </pc:graphicFrameChg>
        <pc:picChg chg="mod">
          <ac:chgData name="이민재" userId="f97f16f7-28a5-49bd-9e05-fb3ef63d7997" providerId="ADAL" clId="{653747AB-B972-477B-971B-72476AC003E2}" dt="2023-02-13T06:03:52.239" v="767"/>
          <ac:picMkLst>
            <pc:docMk/>
            <pc:sldMk cId="863774203" sldId="756"/>
            <ac:picMk id="6" creationId="{CC738056-FD59-1996-1A05-8A6AA43C4B7B}"/>
          </ac:picMkLst>
        </pc:picChg>
        <pc:picChg chg="mod">
          <ac:chgData name="이민재" userId="f97f16f7-28a5-49bd-9e05-fb3ef63d7997" providerId="ADAL" clId="{653747AB-B972-477B-971B-72476AC003E2}" dt="2023-02-13T06:03:52.239" v="767"/>
          <ac:picMkLst>
            <pc:docMk/>
            <pc:sldMk cId="863774203" sldId="756"/>
            <ac:picMk id="7" creationId="{1AC2F967-59C5-69CD-7C3E-16AD6C2A34FF}"/>
          </ac:picMkLst>
        </pc:picChg>
      </pc:sldChg>
      <pc:sldChg chg="modSp mod ord">
        <pc:chgData name="이민재" userId="f97f16f7-28a5-49bd-9e05-fb3ef63d7997" providerId="ADAL" clId="{653747AB-B972-477B-971B-72476AC003E2}" dt="2023-02-15T12:35:12.576" v="6649"/>
        <pc:sldMkLst>
          <pc:docMk/>
          <pc:sldMk cId="3491915091" sldId="760"/>
        </pc:sldMkLst>
        <pc:spChg chg="mod">
          <ac:chgData name="이민재" userId="f97f16f7-28a5-49bd-9e05-fb3ef63d7997" providerId="ADAL" clId="{653747AB-B972-477B-971B-72476AC003E2}" dt="2023-02-15T05:50:25.802" v="5209"/>
          <ac:spMkLst>
            <pc:docMk/>
            <pc:sldMk cId="3491915091" sldId="760"/>
            <ac:spMk id="5" creationId="{532E1452-4970-CD21-C56C-0C3FF2EE9BB9}"/>
          </ac:spMkLst>
        </pc:spChg>
        <pc:picChg chg="mod">
          <ac:chgData name="이민재" userId="f97f16f7-28a5-49bd-9e05-fb3ef63d7997" providerId="ADAL" clId="{653747AB-B972-477B-971B-72476AC003E2}" dt="2023-02-14T09:27:36.079" v="3431" actId="1076"/>
          <ac:picMkLst>
            <pc:docMk/>
            <pc:sldMk cId="3491915091" sldId="760"/>
            <ac:picMk id="13" creationId="{450B5344-E2F3-F976-E094-427CE55422DE}"/>
          </ac:picMkLst>
        </pc:picChg>
      </pc:sldChg>
      <pc:sldChg chg="delSp modSp del mod">
        <pc:chgData name="이민재" userId="f97f16f7-28a5-49bd-9e05-fb3ef63d7997" providerId="ADAL" clId="{653747AB-B972-477B-971B-72476AC003E2}" dt="2023-02-15T12:15:35.660" v="5524" actId="47"/>
        <pc:sldMkLst>
          <pc:docMk/>
          <pc:sldMk cId="1701832253" sldId="762"/>
        </pc:sldMkLst>
        <pc:spChg chg="mod">
          <ac:chgData name="이민재" userId="f97f16f7-28a5-49bd-9e05-fb3ef63d7997" providerId="ADAL" clId="{653747AB-B972-477B-971B-72476AC003E2}" dt="2023-02-15T12:15:26.437" v="5512" actId="27636"/>
          <ac:spMkLst>
            <pc:docMk/>
            <pc:sldMk cId="1701832253" sldId="762"/>
            <ac:spMk id="5" creationId="{532E1452-4970-CD21-C56C-0C3FF2EE9BB9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14" creationId="{41550863-4F73-41F1-C72A-0D5EC310C650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16" creationId="{4B8297E5-D57F-B04E-37BF-9E6C4CDF0F4E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0" creationId="{F0A3BFA5-9265-170E-86AB-ED2D2C525D3B}"/>
          </ac:spMkLst>
        </pc:spChg>
        <pc:spChg chg="del mod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2" creationId="{9D53A75B-6802-6ABA-A14B-B7ADB6464AA5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3" creationId="{AFE95C54-A8AF-B8AA-F489-684E0C473605}"/>
          </ac:spMkLst>
        </pc:spChg>
        <pc:grpChg chg="del">
          <ac:chgData name="이민재" userId="f97f16f7-28a5-49bd-9e05-fb3ef63d7997" providerId="ADAL" clId="{653747AB-B972-477B-971B-72476AC003E2}" dt="2023-02-15T12:14:55.784" v="5496" actId="478"/>
          <ac:grpSpMkLst>
            <pc:docMk/>
            <pc:sldMk cId="1701832253" sldId="762"/>
            <ac:grpSpMk id="51" creationId="{416CD160-DF53-E483-C3EB-D9F75EB845F2}"/>
          </ac:grpSpMkLst>
        </pc:grpChg>
        <pc:picChg chg="del mod">
          <ac:chgData name="이민재" userId="f97f16f7-28a5-49bd-9e05-fb3ef63d7997" providerId="ADAL" clId="{653747AB-B972-477B-971B-72476AC003E2}" dt="2023-02-15T12:15:17.035" v="5508" actId="21"/>
          <ac:picMkLst>
            <pc:docMk/>
            <pc:sldMk cId="1701832253" sldId="762"/>
            <ac:picMk id="6" creationId="{864382A5-96F1-0080-35CA-262E382FC14C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8" creationId="{9F1F8E8E-87CB-0B4A-7FFE-33EF7A9C5F84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1" creationId="{00376D0B-4B46-6A2E-5E7E-756CA1D7A6F9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3" creationId="{B24F5F0F-501F-D9B8-2792-2CEEEABBD344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9" creationId="{1F229CF4-A0EE-515A-2C4B-7D6E9D9D9BC5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49" creationId="{C8BEFEFA-627F-A682-BD60-AA2E08A63D18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2" creationId="{9C1C6B3B-8690-4676-87F7-7C59FAB5F976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3" creationId="{5D0CA3E5-B59A-5487-6CEA-8660392B051B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4" creationId="{4116E246-07F8-69D5-D491-ED805001B899}"/>
          </ac:picMkLst>
        </pc:pic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57" creationId="{A78ABBC3-F65B-F10C-7D1C-CB52E63E701A}"/>
          </ac:cxnSpMkLst>
        </pc:cxnChg>
      </pc:sldChg>
      <pc:sldChg chg="addSp delSp modSp mod">
        <pc:chgData name="이민재" userId="f97f16f7-28a5-49bd-9e05-fb3ef63d7997" providerId="ADAL" clId="{653747AB-B972-477B-971B-72476AC003E2}" dt="2023-02-16T02:38:43.173" v="20182" actId="1035"/>
        <pc:sldMkLst>
          <pc:docMk/>
          <pc:sldMk cId="1494083304" sldId="763"/>
        </pc:sldMkLst>
        <pc:spChg chg="mod">
          <ac:chgData name="이민재" userId="f97f16f7-28a5-49bd-9e05-fb3ef63d7997" providerId="ADAL" clId="{653747AB-B972-477B-971B-72476AC003E2}" dt="2023-02-14T09:33:53.727" v="3514" actId="20577"/>
          <ac:spMkLst>
            <pc:docMk/>
            <pc:sldMk cId="1494083304" sldId="763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1:41:02.633" v="17413" actId="20577"/>
          <ac:spMkLst>
            <pc:docMk/>
            <pc:sldMk cId="1494083304" sldId="763"/>
            <ac:spMk id="3" creationId="{835A6E05-8D7F-49D0-B580-39C0CD091E83}"/>
          </ac:spMkLst>
        </pc:spChg>
        <pc:spChg chg="de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4" creationId="{9F085FEF-8E6C-49C3-87E5-138AF3C8A184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" creationId="{9FDE0127-F80A-B145-128A-FFA5A1DD7CAF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7" creationId="{DDE8EE99-9F30-FE8E-C503-BBD9EA15AD40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8" creationId="{5F62B87B-D84B-25BB-290B-9F7C4A59CF14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9" creationId="{E861631B-053C-5118-8536-67E0C76AA6D4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0" creationId="{1E3D8921-DB28-877B-ADF4-F5F877C319D3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1" creationId="{8E80780D-9289-91E1-EC74-C9DC7DE40E73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2" creationId="{F4FBFCDF-0ED4-D00F-9DBC-58AF6853D5D7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2" creationId="{F888B77C-2E62-CD9C-F145-3FC25AD0B70A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3" creationId="{14DAA797-1560-2A76-09C7-8A0BCC153D8B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3" creationId="{D1A844ED-BBA0-5C9B-4E5C-AE5B530B6C6E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4" creationId="{61CBEAD3-0FCD-1537-6211-E92BB9F0E88D}"/>
          </ac:spMkLst>
        </pc:spChg>
        <pc:spChg chg="add del mod">
          <ac:chgData name="이민재" userId="f97f16f7-28a5-49bd-9e05-fb3ef63d7997" providerId="ADAL" clId="{653747AB-B972-477B-971B-72476AC003E2}" dt="2023-02-14T11:45:56.218" v="3628" actId="21"/>
          <ac:spMkLst>
            <pc:docMk/>
            <pc:sldMk cId="1494083304" sldId="763"/>
            <ac:spMk id="14" creationId="{EE370484-1014-7C07-0A3E-C01FBFB5EF29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5" creationId="{475D782D-EFBA-3CDB-0CCE-DBCBF74A1F63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5" creationId="{F5E1DC3F-49A7-0F72-422D-92A33934DE82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6" creationId="{8B12E222-BF0C-826F-1198-A3AE39458683}"/>
          </ac:spMkLst>
        </pc:spChg>
        <pc:spChg chg="mod">
          <ac:chgData name="이민재" userId="f97f16f7-28a5-49bd-9e05-fb3ef63d7997" providerId="ADAL" clId="{653747AB-B972-477B-971B-72476AC003E2}" dt="2023-02-16T00:13:16.288" v="12579"/>
          <ac:spMkLst>
            <pc:docMk/>
            <pc:sldMk cId="1494083304" sldId="763"/>
            <ac:spMk id="18" creationId="{4D7F58F5-75E1-FE62-2676-0DBD310D75B2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9" creationId="{3A789718-EB2D-9736-A491-A5112444F52B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19" creationId="{DC785B81-5887-3CDC-1C2F-107317B36D77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20" creationId="{8C18AEE2-F208-0B3C-D985-654E8319C35A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0" creationId="{BC6D8CEC-9870-112E-066C-427B25A25C38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1" creationId="{822BC00D-04F9-A817-901A-D25D3FF71CC0}"/>
          </ac:spMkLst>
        </pc:spChg>
        <pc:spChg chg="add mod">
          <ac:chgData name="이민재" userId="f97f16f7-28a5-49bd-9e05-fb3ef63d7997" providerId="ADAL" clId="{653747AB-B972-477B-971B-72476AC003E2}" dt="2023-02-16T00:33:43.543" v="13861" actId="571"/>
          <ac:spMkLst>
            <pc:docMk/>
            <pc:sldMk cId="1494083304" sldId="763"/>
            <ac:spMk id="21" creationId="{D14CAD55-0BBF-82F0-232B-E1FAD365D89A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2" creationId="{7C620D97-80D0-D8D1-BAE0-C32831EFCE48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3" creationId="{5AD98652-DCF5-1768-3E5D-1D59CF989AA9}"/>
          </ac:spMkLst>
        </pc:spChg>
        <pc:spChg chg="add mod">
          <ac:chgData name="이민재" userId="f97f16f7-28a5-49bd-9e05-fb3ef63d7997" providerId="ADAL" clId="{653747AB-B972-477B-971B-72476AC003E2}" dt="2023-02-16T01:15:14.117" v="16470"/>
          <ac:spMkLst>
            <pc:docMk/>
            <pc:sldMk cId="1494083304" sldId="763"/>
            <ac:spMk id="24" creationId="{4B4DF3BC-1044-9FCA-5315-ACBB213A33A9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6" creationId="{69074E78-B397-D99B-6352-4AD13BAA7D77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7" creationId="{B8813467-A862-E721-662D-33392382FB31}"/>
          </ac:spMkLst>
        </pc:spChg>
        <pc:spChg chg="mod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27" creationId="{D6AF899B-4FEC-FCD4-4BE4-160CE8F2CD5B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28" creationId="{70F02578-E74E-1EB2-4F0E-0F7AFFB640FA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8" creationId="{FE200475-0CD4-A5C3-162E-D7CB91792E98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29" creationId="{75C8ACFE-FA03-D941-9076-53CB8AF27289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0" creationId="{236D0CCF-F3AA-317B-BF3A-B9C45DE613D8}"/>
          </ac:spMkLst>
        </pc:spChg>
        <pc:spChg chg="add mod">
          <ac:chgData name="이민재" userId="f97f16f7-28a5-49bd-9e05-fb3ef63d7997" providerId="ADAL" clId="{653747AB-B972-477B-971B-72476AC003E2}" dt="2023-02-14T14:31:31.140" v="4642" actId="165"/>
          <ac:spMkLst>
            <pc:docMk/>
            <pc:sldMk cId="1494083304" sldId="763"/>
            <ac:spMk id="31" creationId="{33B25710-B4D4-EC76-EE4A-21BD254FDE07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1" creationId="{5BCA32C6-65E8-EFD0-E221-3E8218CF2E6B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2" creationId="{6F82C2D1-8BB4-0336-FF22-0C15CBC2F577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3" creationId="{0AEA2D27-A6FE-5E35-0978-08CF31377645}"/>
          </ac:spMkLst>
        </pc:spChg>
        <pc:spChg chg="add mod topLvl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34" creationId="{4F428DCE-7C5D-5A6D-F07B-5DFB86244A7C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5" creationId="{E8E16185-35DB-2D87-AE66-BFBB77C6C045}"/>
          </ac:spMkLst>
        </pc:spChg>
        <pc:spChg chg="add del mod">
          <ac:chgData name="이민재" userId="f97f16f7-28a5-49bd-9e05-fb3ef63d7997" providerId="ADAL" clId="{653747AB-B972-477B-971B-72476AC003E2}" dt="2023-02-16T01:25:25.974" v="16737" actId="478"/>
          <ac:spMkLst>
            <pc:docMk/>
            <pc:sldMk cId="1494083304" sldId="763"/>
            <ac:spMk id="36" creationId="{30B73989-BD65-4379-2896-472A53848CD4}"/>
          </ac:spMkLst>
        </pc:spChg>
        <pc:spChg chg="mod">
          <ac:chgData name="이민재" userId="f97f16f7-28a5-49bd-9e05-fb3ef63d7997" providerId="ADAL" clId="{653747AB-B972-477B-971B-72476AC003E2}" dt="2023-02-14T11:49:48.896" v="3702"/>
          <ac:spMkLst>
            <pc:docMk/>
            <pc:sldMk cId="1494083304" sldId="763"/>
            <ac:spMk id="36" creationId="{661DBF04-BB26-7686-8688-2C38287F6B67}"/>
          </ac:spMkLst>
        </pc:spChg>
        <pc:spChg chg="add del mod">
          <ac:chgData name="이민재" userId="f97f16f7-28a5-49bd-9e05-fb3ef63d7997" providerId="ADAL" clId="{653747AB-B972-477B-971B-72476AC003E2}" dt="2023-02-16T01:25:43.201" v="16747" actId="478"/>
          <ac:spMkLst>
            <pc:docMk/>
            <pc:sldMk cId="1494083304" sldId="763"/>
            <ac:spMk id="37" creationId="{EC9C4374-554D-0384-3BD6-17D5B87F9B81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38" creationId="{846A6033-E9FC-D363-01DB-D69A9B81F240}"/>
          </ac:spMkLst>
        </pc:spChg>
        <pc:spChg chg="add del mod">
          <ac:chgData name="이민재" userId="f97f16f7-28a5-49bd-9e05-fb3ef63d7997" providerId="ADAL" clId="{653747AB-B972-477B-971B-72476AC003E2}" dt="2023-02-16T01:25:42.353" v="16746" actId="478"/>
          <ac:spMkLst>
            <pc:docMk/>
            <pc:sldMk cId="1494083304" sldId="763"/>
            <ac:spMk id="38" creationId="{8FC7283F-9887-F17D-613D-F55BEC3BCD1D}"/>
          </ac:spMkLst>
        </pc:spChg>
        <pc:spChg chg="add del mod">
          <ac:chgData name="이민재" userId="f97f16f7-28a5-49bd-9e05-fb3ef63d7997" providerId="ADAL" clId="{653747AB-B972-477B-971B-72476AC003E2}" dt="2023-02-16T01:25:39.424" v="16743" actId="478"/>
          <ac:spMkLst>
            <pc:docMk/>
            <pc:sldMk cId="1494083304" sldId="763"/>
            <ac:spMk id="39" creationId="{AAD5F85A-12A9-40CC-B500-08A292AB2F43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39" creationId="{C823EF7E-8F87-B0BC-F555-C9DDDB60B0EE}"/>
          </ac:spMkLst>
        </pc:spChg>
        <pc:spChg chg="add del mod">
          <ac:chgData name="이민재" userId="f97f16f7-28a5-49bd-9e05-fb3ef63d7997" providerId="ADAL" clId="{653747AB-B972-477B-971B-72476AC003E2}" dt="2023-02-16T01:25:40.880" v="16745" actId="478"/>
          <ac:spMkLst>
            <pc:docMk/>
            <pc:sldMk cId="1494083304" sldId="763"/>
            <ac:spMk id="40" creationId="{7A3FFEC4-428F-145D-B0F7-F8CE6E181312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0" creationId="{CD7A90D9-8460-B080-33E8-64EF7B7F5E1F}"/>
          </ac:spMkLst>
        </pc:spChg>
        <pc:spChg chg="add del mod">
          <ac:chgData name="이민재" userId="f97f16f7-28a5-49bd-9e05-fb3ef63d7997" providerId="ADAL" clId="{653747AB-B972-477B-971B-72476AC003E2}" dt="2023-02-16T01:25:24.606" v="16736" actId="478"/>
          <ac:spMkLst>
            <pc:docMk/>
            <pc:sldMk cId="1494083304" sldId="763"/>
            <ac:spMk id="41" creationId="{29771E0D-47C1-0335-489A-8A2625C2366D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1" creationId="{C9526F48-6E3E-04B8-6866-674A6DD597F3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2" creationId="{96167AA8-3BAB-CB7F-7980-F83277357887}"/>
          </ac:spMkLst>
        </pc:spChg>
        <pc:spChg chg="mod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44" creationId="{C5BB89D7-3E97-2A61-AA39-E624D07629A8}"/>
          </ac:spMkLst>
        </pc:spChg>
        <pc:spChg chg="add del mod">
          <ac:chgData name="이민재" userId="f97f16f7-28a5-49bd-9e05-fb3ef63d7997" providerId="ADAL" clId="{653747AB-B972-477B-971B-72476AC003E2}" dt="2023-02-16T01:25:26.983" v="16738" actId="478"/>
          <ac:spMkLst>
            <pc:docMk/>
            <pc:sldMk cId="1494083304" sldId="763"/>
            <ac:spMk id="45" creationId="{E04DCF4C-0CD8-81A7-2CFE-EBDC22B94B49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6" creationId="{71F21E82-667A-DDAE-4097-6AD5F93C6487}"/>
          </ac:spMkLst>
        </pc:spChg>
        <pc:spChg chg="add mod topLvl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46" creationId="{ED2BDFFE-755F-3AFF-57F5-C52A23341BC8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7" creationId="{AF8438CC-6484-73AA-9938-E82EDC47A4CA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8" creationId="{9B2D8C36-E7FF-586F-AB51-2A6414E67BEB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49" creationId="{10D005B3-B1AF-562D-93D3-A72E6DC22A12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50" creationId="{8B24B71F-C011-D9EE-79DC-E3501C37186F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51" creationId="{A8086EF9-8152-4B4B-6655-69BE7B507FBD}"/>
          </ac:spMkLst>
        </pc:spChg>
        <pc:spChg chg="mod">
          <ac:chgData name="이민재" userId="f97f16f7-28a5-49bd-9e05-fb3ef63d7997" providerId="ADAL" clId="{653747AB-B972-477B-971B-72476AC003E2}" dt="2023-02-14T14:31:33.785" v="4643" actId="165"/>
          <ac:spMkLst>
            <pc:docMk/>
            <pc:sldMk cId="1494083304" sldId="763"/>
            <ac:spMk id="55" creationId="{9111B662-65F3-761C-992D-699402F7581E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6" creationId="{376CBF6E-2327-5416-9048-802208AE0754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7" creationId="{02B05D68-AE04-8E7D-E6E3-F3E30C3C5322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8" creationId="{49A00790-4D93-55F5-084C-A1D93B2B387C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9" creationId="{3F7D852A-7BA1-47A0-D6FB-1195130AB213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60" creationId="{BF0E3785-3BBC-9FFA-DD22-4533B658BDE7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61" creationId="{82B450A6-E458-EF13-2FAB-BD5A80A024BA}"/>
          </ac:spMkLst>
        </pc:spChg>
        <pc:spChg chg="add mod">
          <ac:chgData name="이민재" userId="f97f16f7-28a5-49bd-9e05-fb3ef63d7997" providerId="ADAL" clId="{653747AB-B972-477B-971B-72476AC003E2}" dt="2023-02-16T01:31:22.654" v="16963" actId="571"/>
          <ac:spMkLst>
            <pc:docMk/>
            <pc:sldMk cId="1494083304" sldId="763"/>
            <ac:spMk id="62" creationId="{C41ABCD8-D2B0-F88C-2EF8-06244007F281}"/>
          </ac:spMkLst>
        </pc:spChg>
        <pc:spChg chg="add mod">
          <ac:chgData name="이민재" userId="f97f16f7-28a5-49bd-9e05-fb3ef63d7997" providerId="ADAL" clId="{653747AB-B972-477B-971B-72476AC003E2}" dt="2023-02-16T01:31:22.654" v="16963" actId="571"/>
          <ac:spMkLst>
            <pc:docMk/>
            <pc:sldMk cId="1494083304" sldId="763"/>
            <ac:spMk id="63" creationId="{46BC016E-D099-5211-1897-9274863CA7A9}"/>
          </ac:spMkLst>
        </pc:spChg>
        <pc:spChg chg="mod">
          <ac:chgData name="이민재" userId="f97f16f7-28a5-49bd-9e05-fb3ef63d7997" providerId="ADAL" clId="{653747AB-B972-477B-971B-72476AC003E2}" dt="2023-02-16T00:09:40.411" v="12564" actId="20577"/>
          <ac:spMkLst>
            <pc:docMk/>
            <pc:sldMk cId="1494083304" sldId="763"/>
            <ac:spMk id="68" creationId="{75396112-5311-6C26-37E1-3C58E3C35C40}"/>
          </ac:spMkLst>
        </pc:spChg>
        <pc:spChg chg="add del mod">
          <ac:chgData name="이민재" userId="f97f16f7-28a5-49bd-9e05-fb3ef63d7997" providerId="ADAL" clId="{653747AB-B972-477B-971B-72476AC003E2}" dt="2023-02-15T23:14:38.063" v="12014" actId="478"/>
          <ac:spMkLst>
            <pc:docMk/>
            <pc:sldMk cId="1494083304" sldId="763"/>
            <ac:spMk id="69" creationId="{DFD4F30D-4C6C-B11D-5BE7-F73F6FFF1903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0" creationId="{70274487-B4F6-028F-5B37-9F1420C51F0A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1" creationId="{63279688-81C7-32CA-F02D-4A4BCDF099B6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2" creationId="{8D894E17-7B0F-7DBE-92A2-1861CD9FF5F3}"/>
          </ac:spMkLst>
        </pc:spChg>
        <pc:spChg chg="add del mod">
          <ac:chgData name="이민재" userId="f97f16f7-28a5-49bd-9e05-fb3ef63d7997" providerId="ADAL" clId="{653747AB-B972-477B-971B-72476AC003E2}" dt="2023-02-14T14:35:51.297" v="4913" actId="478"/>
          <ac:spMkLst>
            <pc:docMk/>
            <pc:sldMk cId="1494083304" sldId="763"/>
            <ac:spMk id="73" creationId="{23FA9408-0E63-64E6-5772-3494CF5C74F7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4" creationId="{365FA556-0C2D-4976-40BD-E8BE68BF14B7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7" creationId="{CF4B644A-1F4E-2CDE-4F6F-701A5BC103DF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8" creationId="{1353FD4A-1749-2AE7-CC63-9017D9803D18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9" creationId="{DD36936F-E227-88D8-D710-F8339AB6772A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80" creationId="{44A0DB73-CBD8-2169-6723-4538A7BDB621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81" creationId="{789605B8-6BDC-FD32-8B34-F75D1E73000C}"/>
          </ac:spMkLst>
        </pc:spChg>
        <pc:spChg chg="mod">
          <ac:chgData name="이민재" userId="f97f16f7-28a5-49bd-9e05-fb3ef63d7997" providerId="ADAL" clId="{653747AB-B972-477B-971B-72476AC003E2}" dt="2023-02-14T14:33:06.630" v="4705"/>
          <ac:spMkLst>
            <pc:docMk/>
            <pc:sldMk cId="1494083304" sldId="763"/>
            <ac:spMk id="84" creationId="{203444E9-C9CA-99A8-4BD4-434957D26678}"/>
          </ac:spMkLst>
        </pc:spChg>
        <pc:spChg chg="mod">
          <ac:chgData name="이민재" userId="f97f16f7-28a5-49bd-9e05-fb3ef63d7997" providerId="ADAL" clId="{653747AB-B972-477B-971B-72476AC003E2}" dt="2023-02-16T00:09:38.739" v="12561" actId="20577"/>
          <ac:spMkLst>
            <pc:docMk/>
            <pc:sldMk cId="1494083304" sldId="763"/>
            <ac:spMk id="88" creationId="{65F68A00-2295-18A2-56CD-33A71D6B5CA1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90" creationId="{7EE088AC-7ED9-D62B-0412-443D81C8E9A1}"/>
          </ac:spMkLst>
        </pc:spChg>
        <pc:spChg chg="add del mod">
          <ac:chgData name="이민재" userId="f97f16f7-28a5-49bd-9e05-fb3ef63d7997" providerId="ADAL" clId="{653747AB-B972-477B-971B-72476AC003E2}" dt="2023-02-14T14:35:52.625" v="4914" actId="478"/>
          <ac:spMkLst>
            <pc:docMk/>
            <pc:sldMk cId="1494083304" sldId="763"/>
            <ac:spMk id="91" creationId="{C603EFA7-621D-B5FD-C0B6-80CBDE439653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2" creationId="{9D8275EA-2543-5AB3-DAA7-6951FABC17A1}"/>
          </ac:spMkLst>
        </pc:spChg>
        <pc:spChg chg="add del mod">
          <ac:chgData name="이민재" userId="f97f16f7-28a5-49bd-9e05-fb3ef63d7997" providerId="ADAL" clId="{653747AB-B972-477B-971B-72476AC003E2}" dt="2023-02-14T14:37:55.330" v="4953" actId="478"/>
          <ac:spMkLst>
            <pc:docMk/>
            <pc:sldMk cId="1494083304" sldId="763"/>
            <ac:spMk id="93" creationId="{74C31F1D-2B14-B62E-9BE2-4B7F92C26AF6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4" creationId="{F2ED07ED-D273-792D-BD17-2D5A01795269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5" creationId="{670A5CAB-9698-3E9B-BED7-BF2CE29B0CB2}"/>
          </ac:spMkLst>
        </pc:spChg>
        <pc:spChg chg="add del mod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98" creationId="{1A2890B6-F6D2-962A-74BE-26349991EE1C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9" creationId="{4E132A29-F8FE-9D88-D401-55742D9FAA0C}"/>
          </ac:spMkLst>
        </pc:spChg>
        <pc:spChg chg="add mod">
          <ac:chgData name="이민재" userId="f97f16f7-28a5-49bd-9e05-fb3ef63d7997" providerId="ADAL" clId="{653747AB-B972-477B-971B-72476AC003E2}" dt="2023-02-16T02:37:48.513" v="20069" actId="1076"/>
          <ac:spMkLst>
            <pc:docMk/>
            <pc:sldMk cId="1494083304" sldId="763"/>
            <ac:spMk id="104" creationId="{4A7D9337-8DED-7824-492C-4DB7AAA8676A}"/>
          </ac:spMkLst>
        </pc:spChg>
        <pc:spChg chg="add mod">
          <ac:chgData name="이민재" userId="f97f16f7-28a5-49bd-9e05-fb3ef63d7997" providerId="ADAL" clId="{653747AB-B972-477B-971B-72476AC003E2}" dt="2023-02-16T02:37:52.919" v="20070" actId="571"/>
          <ac:spMkLst>
            <pc:docMk/>
            <pc:sldMk cId="1494083304" sldId="763"/>
            <ac:spMk id="105" creationId="{E71FC771-E912-5A46-91B8-D73A4AFFC286}"/>
          </ac:spMkLst>
        </pc:spChg>
        <pc:spChg chg="add mod">
          <ac:chgData name="이민재" userId="f97f16f7-28a5-49bd-9e05-fb3ef63d7997" providerId="ADAL" clId="{653747AB-B972-477B-971B-72476AC003E2}" dt="2023-02-16T02:38:43.173" v="20182" actId="1035"/>
          <ac:spMkLst>
            <pc:docMk/>
            <pc:sldMk cId="1494083304" sldId="763"/>
            <ac:spMk id="106" creationId="{FFCAC1C9-92B1-6B9F-30BB-97996134FD3A}"/>
          </ac:spMkLst>
        </pc:spChg>
        <pc:spChg chg="add mod">
          <ac:chgData name="이민재" userId="f97f16f7-28a5-49bd-9e05-fb3ef63d7997" providerId="ADAL" clId="{653747AB-B972-477B-971B-72476AC003E2}" dt="2023-02-16T02:38:35.484" v="20151" actId="1036"/>
          <ac:spMkLst>
            <pc:docMk/>
            <pc:sldMk cId="1494083304" sldId="763"/>
            <ac:spMk id="107" creationId="{64D5D716-10B2-D649-50A4-F48DCA3AFBA9}"/>
          </ac:spMkLst>
        </pc:spChg>
        <pc:grpChg chg="add del mod">
          <ac:chgData name="이민재" userId="f97f16f7-28a5-49bd-9e05-fb3ef63d7997" providerId="ADAL" clId="{653747AB-B972-477B-971B-72476AC003E2}" dt="2023-02-16T01:15:13.755" v="16469" actId="21"/>
          <ac:grpSpMkLst>
            <pc:docMk/>
            <pc:sldMk cId="1494083304" sldId="763"/>
            <ac:grpSpMk id="16" creationId="{36AF0E8A-E49C-3AA1-10D4-B098C435F502}"/>
          </ac:grpSpMkLst>
        </pc:grpChg>
        <pc:grpChg chg="add mod topLvl">
          <ac:chgData name="이민재" userId="f97f16f7-28a5-49bd-9e05-fb3ef63d7997" providerId="ADAL" clId="{653747AB-B972-477B-971B-72476AC003E2}" dt="2023-02-16T02:34:49.021" v="19866" actId="571"/>
          <ac:grpSpMkLst>
            <pc:docMk/>
            <pc:sldMk cId="1494083304" sldId="763"/>
            <ac:grpSpMk id="25" creationId="{55E3BCA0-4522-789C-C056-B6791F4F5802}"/>
          </ac:grpSpMkLst>
        </pc:grpChg>
        <pc:grpChg chg="add del mod topLvl">
          <ac:chgData name="이민재" userId="f97f16f7-28a5-49bd-9e05-fb3ef63d7997" providerId="ADAL" clId="{653747AB-B972-477B-971B-72476AC003E2}" dt="2023-02-14T14:33:06.354" v="4704" actId="21"/>
          <ac:grpSpMkLst>
            <pc:docMk/>
            <pc:sldMk cId="1494083304" sldId="763"/>
            <ac:grpSpMk id="32" creationId="{168ED4A7-949D-D93A-CE39-D229145C0587}"/>
          </ac:grpSpMkLst>
        </pc:grpChg>
        <pc:grpChg chg="add del mod">
          <ac:chgData name="이민재" userId="f97f16f7-28a5-49bd-9e05-fb3ef63d7997" providerId="ADAL" clId="{653747AB-B972-477B-971B-72476AC003E2}" dt="2023-02-14T11:53:19.450" v="3779" actId="21"/>
          <ac:grpSpMkLst>
            <pc:docMk/>
            <pc:sldMk cId="1494083304" sldId="763"/>
            <ac:grpSpMk id="33" creationId="{F9740D1A-D873-43AD-FE4D-94078888B097}"/>
          </ac:grpSpMkLst>
        </pc:grpChg>
        <pc:grpChg chg="add del mod topLvl">
          <ac:chgData name="이민재" userId="f97f16f7-28a5-49bd-9e05-fb3ef63d7997" providerId="ADAL" clId="{653747AB-B972-477B-971B-72476AC003E2}" dt="2023-02-16T02:34:49.021" v="19866" actId="571"/>
          <ac:grpSpMkLst>
            <pc:docMk/>
            <pc:sldMk cId="1494083304" sldId="763"/>
            <ac:grpSpMk id="42" creationId="{A6D9964E-F8BA-10C4-BF8F-E1E250CC5F61}"/>
          </ac:grpSpMkLst>
        </pc:grpChg>
        <pc:grpChg chg="add del mod topLvl">
          <ac:chgData name="이민재" userId="f97f16f7-28a5-49bd-9e05-fb3ef63d7997" providerId="ADAL" clId="{653747AB-B972-477B-971B-72476AC003E2}" dt="2023-02-14T14:31:47.247" v="4647" actId="21"/>
          <ac:grpSpMkLst>
            <pc:docMk/>
            <pc:sldMk cId="1494083304" sldId="763"/>
            <ac:grpSpMk id="45" creationId="{1E979A83-F563-717B-C8A6-EF533286E275}"/>
          </ac:grpSpMkLst>
        </pc:grpChg>
        <pc:grpChg chg="add del">
          <ac:chgData name="이민재" userId="f97f16f7-28a5-49bd-9e05-fb3ef63d7997" providerId="ADAL" clId="{653747AB-B972-477B-971B-72476AC003E2}" dt="2023-02-14T10:03:28.669" v="3529" actId="165"/>
          <ac:grpSpMkLst>
            <pc:docMk/>
            <pc:sldMk cId="1494083304" sldId="763"/>
            <ac:grpSpMk id="52" creationId="{F82D6635-3673-1E5C-349C-15D1E6D0BC07}"/>
          </ac:grpSpMkLst>
        </pc:grpChg>
        <pc:grpChg chg="add del">
          <ac:chgData name="이민재" userId="f97f16f7-28a5-49bd-9e05-fb3ef63d7997" providerId="ADAL" clId="{653747AB-B972-477B-971B-72476AC003E2}" dt="2023-02-14T11:30:52.668" v="3552" actId="165"/>
          <ac:grpSpMkLst>
            <pc:docMk/>
            <pc:sldMk cId="1494083304" sldId="763"/>
            <ac:grpSpMk id="53" creationId="{4A7D7730-DC16-F3A1-EB24-C9F1917C60F2}"/>
          </ac:grpSpMkLst>
        </pc:grpChg>
        <pc:grpChg chg="add del mod">
          <ac:chgData name="이민재" userId="f97f16f7-28a5-49bd-9e05-fb3ef63d7997" providerId="ADAL" clId="{653747AB-B972-477B-971B-72476AC003E2}" dt="2023-02-14T14:31:31.140" v="4642" actId="165"/>
          <ac:grpSpMkLst>
            <pc:docMk/>
            <pc:sldMk cId="1494083304" sldId="763"/>
            <ac:grpSpMk id="62" creationId="{B6412DAE-76DE-451F-46A7-D1A823D9820C}"/>
          </ac:grpSpMkLst>
        </pc:grpChg>
        <pc:grpChg chg="add del mod">
          <ac:chgData name="이민재" userId="f97f16f7-28a5-49bd-9e05-fb3ef63d7997" providerId="ADAL" clId="{653747AB-B972-477B-971B-72476AC003E2}" dt="2023-02-14T14:31:33.785" v="4643" actId="165"/>
          <ac:grpSpMkLst>
            <pc:docMk/>
            <pc:sldMk cId="1494083304" sldId="763"/>
            <ac:grpSpMk id="63" creationId="{5FDEA0BD-0FC5-2E42-15BF-34D0F573E270}"/>
          </ac:grpSpMkLst>
        </pc:grpChg>
        <pc:grpChg chg="add del mod">
          <ac:chgData name="이민재" userId="f97f16f7-28a5-49bd-9e05-fb3ef63d7997" providerId="ADAL" clId="{653747AB-B972-477B-971B-72476AC003E2}" dt="2023-02-16T01:38:42.609" v="17342" actId="165"/>
          <ac:grpSpMkLst>
            <pc:docMk/>
            <pc:sldMk cId="1494083304" sldId="763"/>
            <ac:grpSpMk id="64" creationId="{35845C3A-3F8E-32FB-E637-800527ECB1A1}"/>
          </ac:grpSpMkLst>
        </pc:grpChg>
        <pc:grpChg chg="add del mod topLvl">
          <ac:chgData name="이민재" userId="f97f16f7-28a5-49bd-9e05-fb3ef63d7997" providerId="ADAL" clId="{653747AB-B972-477B-971B-72476AC003E2}" dt="2023-02-16T01:15:13.755" v="16469" actId="21"/>
          <ac:grpSpMkLst>
            <pc:docMk/>
            <pc:sldMk cId="1494083304" sldId="763"/>
            <ac:grpSpMk id="66" creationId="{880174F0-F49B-7706-7AFC-010963825EA9}"/>
          </ac:grpSpMkLst>
        </pc:grpChg>
        <pc:grpChg chg="add mod">
          <ac:chgData name="이민재" userId="f97f16f7-28a5-49bd-9e05-fb3ef63d7997" providerId="ADAL" clId="{653747AB-B972-477B-971B-72476AC003E2}" dt="2023-02-16T02:37:43.193" v="20068" actId="1076"/>
          <ac:grpSpMkLst>
            <pc:docMk/>
            <pc:sldMk cId="1494083304" sldId="763"/>
            <ac:grpSpMk id="73" creationId="{C9C11962-F592-7CD1-16CD-EE737726F4D4}"/>
          </ac:grpSpMkLst>
        </pc:grpChg>
        <pc:grpChg chg="add mod">
          <ac:chgData name="이민재" userId="f97f16f7-28a5-49bd-9e05-fb3ef63d7997" providerId="ADAL" clId="{653747AB-B972-477B-971B-72476AC003E2}" dt="2023-02-16T01:40:16.573" v="17382" actId="1076"/>
          <ac:grpSpMkLst>
            <pc:docMk/>
            <pc:sldMk cId="1494083304" sldId="763"/>
            <ac:grpSpMk id="75" creationId="{1B2D1E5E-F9F8-1FC8-88C4-7B8D4B85AEAF}"/>
          </ac:grpSpMkLst>
        </pc:grpChg>
        <pc:grpChg chg="add del mod">
          <ac:chgData name="이민재" userId="f97f16f7-28a5-49bd-9e05-fb3ef63d7997" providerId="ADAL" clId="{653747AB-B972-477B-971B-72476AC003E2}" dt="2023-02-14T14:33:36.040" v="4728" actId="478"/>
          <ac:grpSpMkLst>
            <pc:docMk/>
            <pc:sldMk cId="1494083304" sldId="763"/>
            <ac:grpSpMk id="82" creationId="{D4A3B4AB-B176-9C71-2C6C-3E64FE36455E}"/>
          </ac:grpSpMkLst>
        </pc:grpChg>
        <pc:grpChg chg="add del mod topLvl">
          <ac:chgData name="이민재" userId="f97f16f7-28a5-49bd-9e05-fb3ef63d7997" providerId="ADAL" clId="{653747AB-B972-477B-971B-72476AC003E2}" dt="2023-02-16T00:13:16.041" v="12578" actId="21"/>
          <ac:grpSpMkLst>
            <pc:docMk/>
            <pc:sldMk cId="1494083304" sldId="763"/>
            <ac:grpSpMk id="86" creationId="{D33C6A10-7F7D-2C1B-2B01-8D4A6831A273}"/>
          </ac:grpSpMkLst>
        </pc:grpChg>
        <pc:grpChg chg="add del mod">
          <ac:chgData name="이민재" userId="f97f16f7-28a5-49bd-9e05-fb3ef63d7997" providerId="ADAL" clId="{653747AB-B972-477B-971B-72476AC003E2}" dt="2023-02-15T23:14:59.204" v="12094" actId="165"/>
          <ac:grpSpMkLst>
            <pc:docMk/>
            <pc:sldMk cId="1494083304" sldId="763"/>
            <ac:grpSpMk id="96" creationId="{2DA844E0-253D-257A-B35D-DCE63223B63C}"/>
          </ac:grpSpMkLst>
        </pc:grpChg>
        <pc:grpChg chg="add del mod">
          <ac:chgData name="이민재" userId="f97f16f7-28a5-49bd-9e05-fb3ef63d7997" providerId="ADAL" clId="{653747AB-B972-477B-971B-72476AC003E2}" dt="2023-02-15T23:14:54.665" v="12093" actId="165"/>
          <ac:grpSpMkLst>
            <pc:docMk/>
            <pc:sldMk cId="1494083304" sldId="763"/>
            <ac:grpSpMk id="97" creationId="{31154632-A063-20B8-B909-5CE2A5A2B91F}"/>
          </ac:grpSpMkLst>
        </pc:grpChg>
        <pc:picChg chg="add del mod">
          <ac:chgData name="이민재" userId="f97f16f7-28a5-49bd-9e05-fb3ef63d7997" providerId="ADAL" clId="{653747AB-B972-477B-971B-72476AC003E2}" dt="2023-02-15T05:51:31.916" v="5219" actId="478"/>
          <ac:picMkLst>
            <pc:docMk/>
            <pc:sldMk cId="1494083304" sldId="763"/>
            <ac:picMk id="6" creationId="{B639F309-0927-3E7A-8F92-9E07B074F148}"/>
          </ac:picMkLst>
        </pc:picChg>
        <pc:picChg chg="add del mod">
          <ac:chgData name="이민재" userId="f97f16f7-28a5-49bd-9e05-fb3ef63d7997" providerId="ADAL" clId="{653747AB-B972-477B-971B-72476AC003E2}" dt="2023-02-14T11:29:59.098" v="3546" actId="478"/>
          <ac:picMkLst>
            <pc:docMk/>
            <pc:sldMk cId="1494083304" sldId="763"/>
            <ac:picMk id="6" creationId="{E0DD5B2B-C7B9-C22D-4525-9A7739C04A4B}"/>
          </ac:picMkLst>
        </pc:picChg>
        <pc:picChg chg="add mod topLvl">
          <ac:chgData name="이민재" userId="f97f16f7-28a5-49bd-9e05-fb3ef63d7997" providerId="ADAL" clId="{653747AB-B972-477B-971B-72476AC003E2}" dt="2023-02-16T02:34:49.021" v="19866" actId="571"/>
          <ac:picMkLst>
            <pc:docMk/>
            <pc:sldMk cId="1494083304" sldId="763"/>
            <ac:picMk id="9" creationId="{39CE5B5A-3F6E-935D-14D2-BFAFD28951B8}"/>
          </ac:picMkLst>
        </pc:picChg>
        <pc:picChg chg="add del mod">
          <ac:chgData name="이민재" userId="f97f16f7-28a5-49bd-9e05-fb3ef63d7997" providerId="ADAL" clId="{653747AB-B972-477B-971B-72476AC003E2}" dt="2023-02-14T11:45:50.869" v="3623" actId="478"/>
          <ac:picMkLst>
            <pc:docMk/>
            <pc:sldMk cId="1494083304" sldId="763"/>
            <ac:picMk id="11" creationId="{CF82D39C-2CF6-2571-07AF-177909CBFCF2}"/>
          </ac:picMkLst>
        </pc:picChg>
        <pc:picChg chg="add del mod topLvl">
          <ac:chgData name="이민재" userId="f97f16f7-28a5-49bd-9e05-fb3ef63d7997" providerId="ADAL" clId="{653747AB-B972-477B-971B-72476AC003E2}" dt="2023-02-14T14:33:01.299" v="4702" actId="478"/>
          <ac:picMkLst>
            <pc:docMk/>
            <pc:sldMk cId="1494083304" sldId="763"/>
            <ac:picMk id="18" creationId="{26C6C855-C522-F283-18AB-B31336F92ADE}"/>
          </ac:picMkLst>
        </pc:picChg>
        <pc:picChg chg="add mod topLvl">
          <ac:chgData name="이민재" userId="f97f16f7-28a5-49bd-9e05-fb3ef63d7997" providerId="ADAL" clId="{653747AB-B972-477B-971B-72476AC003E2}" dt="2023-02-16T02:34:49.021" v="19866" actId="571"/>
          <ac:picMkLst>
            <pc:docMk/>
            <pc:sldMk cId="1494083304" sldId="763"/>
            <ac:picMk id="23" creationId="{17CBF2C7-5990-412E-24B3-B4ABCAC94ABC}"/>
          </ac:picMkLst>
        </pc:picChg>
        <pc:picChg chg="add del mod">
          <ac:chgData name="이민재" userId="f97f16f7-28a5-49bd-9e05-fb3ef63d7997" providerId="ADAL" clId="{653747AB-B972-477B-971B-72476AC003E2}" dt="2023-02-14T11:53:15.238" v="3778" actId="478"/>
          <ac:picMkLst>
            <pc:docMk/>
            <pc:sldMk cId="1494083304" sldId="763"/>
            <ac:picMk id="25" creationId="{12841A61-80F4-CBAD-986E-AEDDC5B7B58D}"/>
          </ac:picMkLst>
        </pc:picChg>
        <pc:picChg chg="del mod topLvl">
          <ac:chgData name="이민재" userId="f97f16f7-28a5-49bd-9e05-fb3ef63d7997" providerId="ADAL" clId="{653747AB-B972-477B-971B-72476AC003E2}" dt="2023-02-14T10:03:29.986" v="3530" actId="478"/>
          <ac:picMkLst>
            <pc:docMk/>
            <pc:sldMk cId="1494083304" sldId="763"/>
            <ac:picMk id="35" creationId="{7C82E379-9D75-DEF0-4105-59BE6F48D64C}"/>
          </ac:picMkLst>
        </pc:picChg>
        <pc:picChg chg="del">
          <ac:chgData name="이민재" userId="f97f16f7-28a5-49bd-9e05-fb3ef63d7997" providerId="ADAL" clId="{653747AB-B972-477B-971B-72476AC003E2}" dt="2023-02-14T11:30:48.381" v="3551" actId="478"/>
          <ac:picMkLst>
            <pc:docMk/>
            <pc:sldMk cId="1494083304" sldId="763"/>
            <ac:picMk id="37" creationId="{59181675-F328-69F2-97D7-69A7100CEAB3}"/>
          </ac:picMkLst>
        </pc:picChg>
        <pc:picChg chg="add del mod topLvl">
          <ac:chgData name="이민재" userId="f97f16f7-28a5-49bd-9e05-fb3ef63d7997" providerId="ADAL" clId="{653747AB-B972-477B-971B-72476AC003E2}" dt="2023-02-14T14:31:42.265" v="4645" actId="478"/>
          <ac:picMkLst>
            <pc:docMk/>
            <pc:sldMk cId="1494083304" sldId="763"/>
            <ac:picMk id="44" creationId="{4FD751A1-BF29-1E17-CF06-4E144563E124}"/>
          </ac:picMkLst>
        </pc:picChg>
        <pc:picChg chg="add del mod topLvl">
          <ac:chgData name="이민재" userId="f97f16f7-28a5-49bd-9e05-fb3ef63d7997" providerId="ADAL" clId="{653747AB-B972-477B-971B-72476AC003E2}" dt="2023-02-16T00:09:35.480" v="12558" actId="478"/>
          <ac:picMkLst>
            <pc:docMk/>
            <pc:sldMk cId="1494083304" sldId="763"/>
            <ac:picMk id="65" creationId="{3CB9129F-5862-8F6F-420B-6B884AED99A9}"/>
          </ac:picMkLst>
        </pc:picChg>
        <pc:picChg chg="add del mod topLvl">
          <ac:chgData name="이민재" userId="f97f16f7-28a5-49bd-9e05-fb3ef63d7997" providerId="ADAL" clId="{653747AB-B972-477B-971B-72476AC003E2}" dt="2023-02-16T00:09:34.954" v="12557" actId="478"/>
          <ac:picMkLst>
            <pc:docMk/>
            <pc:sldMk cId="1494083304" sldId="763"/>
            <ac:picMk id="76" creationId="{AA6B7C5A-6F0D-F85F-42EF-C548F594F50A}"/>
          </ac:picMkLst>
        </pc:picChg>
        <pc:cxnChg chg="mod">
          <ac:chgData name="이민재" userId="f97f16f7-28a5-49bd-9e05-fb3ef63d7997" providerId="ADAL" clId="{653747AB-B972-477B-971B-72476AC003E2}" dt="2023-02-16T00:13:16.288" v="12579"/>
          <ac:cxnSpMkLst>
            <pc:docMk/>
            <pc:sldMk cId="1494083304" sldId="763"/>
            <ac:cxnSpMk id="17" creationId="{CA27A609-96B6-C531-30FB-B78D8EC6AD2B}"/>
          </ac:cxnSpMkLst>
        </pc:cxnChg>
        <pc:cxnChg chg="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26" creationId="{247DA0FE-A17D-02C8-C03F-7F7053C66216}"/>
          </ac:cxnSpMkLst>
        </pc:cxnChg>
        <pc:cxnChg chg="add mod">
          <ac:chgData name="이민재" userId="f97f16f7-28a5-49bd-9e05-fb3ef63d7997" providerId="ADAL" clId="{653747AB-B972-477B-971B-72476AC003E2}" dt="2023-02-14T14:31:31.140" v="4642" actId="165"/>
          <ac:cxnSpMkLst>
            <pc:docMk/>
            <pc:sldMk cId="1494083304" sldId="763"/>
            <ac:cxnSpMk id="30" creationId="{716F2D9C-659F-4521-AC2E-465524468742}"/>
          </ac:cxnSpMkLst>
        </pc:cxnChg>
        <pc:cxnChg chg="mod">
          <ac:chgData name="이민재" userId="f97f16f7-28a5-49bd-9e05-fb3ef63d7997" providerId="ADAL" clId="{653747AB-B972-477B-971B-72476AC003E2}" dt="2023-02-14T11:49:48.896" v="3702"/>
          <ac:cxnSpMkLst>
            <pc:docMk/>
            <pc:sldMk cId="1494083304" sldId="763"/>
            <ac:cxnSpMk id="34" creationId="{05833173-1625-A496-0673-46D1DD77D0B6}"/>
          </ac:cxnSpMkLst>
        </pc:cxnChg>
        <pc:cxnChg chg="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43" creationId="{DCE1C7E3-D72B-4DC2-0291-DFECF1EB3C82}"/>
          </ac:cxnSpMkLst>
        </pc:cxnChg>
        <pc:cxnChg chg="add del mod">
          <ac:chgData name="이민재" userId="f97f16f7-28a5-49bd-9e05-fb3ef63d7997" providerId="ADAL" clId="{653747AB-B972-477B-971B-72476AC003E2}" dt="2023-02-16T01:25:39.424" v="16743" actId="478"/>
          <ac:cxnSpMkLst>
            <pc:docMk/>
            <pc:sldMk cId="1494083304" sldId="763"/>
            <ac:cxnSpMk id="50" creationId="{83629A41-A458-D167-C6E6-13C0938A980A}"/>
          </ac:cxnSpMkLst>
        </pc:cxnChg>
        <pc:cxnChg chg="mod">
          <ac:chgData name="이민재" userId="f97f16f7-28a5-49bd-9e05-fb3ef63d7997" providerId="ADAL" clId="{653747AB-B972-477B-971B-72476AC003E2}" dt="2023-02-14T14:31:33.785" v="4643" actId="165"/>
          <ac:cxnSpMkLst>
            <pc:docMk/>
            <pc:sldMk cId="1494083304" sldId="763"/>
            <ac:cxnSpMk id="54" creationId="{F9F3317D-658E-C98F-A141-F6D452B4C00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5" creationId="{EC71225F-DD46-1E11-5748-03FAC4F90E68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6" creationId="{664AD58C-C573-4C48-573B-81A1B3AD05B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7" creationId="{39EF1357-3836-0624-07CE-9484825D8674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8" creationId="{C3904CE6-B268-46C1-E6E6-05C24ED40A8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9" creationId="{8F5A01C2-2EFE-CC0B-6D37-EFF08A175A4B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60" creationId="{11AF9137-C29F-2A04-03BC-0E6999991C32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61" creationId="{03EDE898-C551-900D-6BC5-82FA95062B30}"/>
          </ac:cxnSpMkLst>
        </pc:cxnChg>
        <pc:cxnChg chg="mod">
          <ac:chgData name="이민재" userId="f97f16f7-28a5-49bd-9e05-fb3ef63d7997" providerId="ADAL" clId="{653747AB-B972-477B-971B-72476AC003E2}" dt="2023-02-15T23:14:54.665" v="12093" actId="165"/>
          <ac:cxnSpMkLst>
            <pc:docMk/>
            <pc:sldMk cId="1494083304" sldId="763"/>
            <ac:cxnSpMk id="67" creationId="{F79206C9-2569-B4D2-21E1-CD10B04E1788}"/>
          </ac:cxnSpMkLst>
        </pc:cxnChg>
        <pc:cxnChg chg="add 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82" creationId="{2D6FD301-A085-5363-718C-5C641CC06E93}"/>
          </ac:cxnSpMkLst>
        </pc:cxnChg>
        <pc:cxnChg chg="mod">
          <ac:chgData name="이민재" userId="f97f16f7-28a5-49bd-9e05-fb3ef63d7997" providerId="ADAL" clId="{653747AB-B972-477B-971B-72476AC003E2}" dt="2023-02-14T14:33:06.630" v="4705"/>
          <ac:cxnSpMkLst>
            <pc:docMk/>
            <pc:sldMk cId="1494083304" sldId="763"/>
            <ac:cxnSpMk id="83" creationId="{0049CCF8-884E-64E0-C313-EDA3409C5E84}"/>
          </ac:cxnSpMkLst>
        </pc:cxnChg>
        <pc:cxnChg chg="add mod">
          <ac:chgData name="이민재" userId="f97f16f7-28a5-49bd-9e05-fb3ef63d7997" providerId="ADAL" clId="{653747AB-B972-477B-971B-72476AC003E2}" dt="2023-02-16T02:35:16.881" v="19930" actId="208"/>
          <ac:cxnSpMkLst>
            <pc:docMk/>
            <pc:sldMk cId="1494083304" sldId="763"/>
            <ac:cxnSpMk id="83" creationId="{A012F018-50BC-BAB2-7E52-B24FCE200F5A}"/>
          </ac:cxnSpMkLst>
        </pc:cxnChg>
        <pc:cxnChg chg="add mod">
          <ac:chgData name="이민재" userId="f97f16f7-28a5-49bd-9e05-fb3ef63d7997" providerId="ADAL" clId="{653747AB-B972-477B-971B-72476AC003E2}" dt="2023-02-16T02:36:25.883" v="19991" actId="14100"/>
          <ac:cxnSpMkLst>
            <pc:docMk/>
            <pc:sldMk cId="1494083304" sldId="763"/>
            <ac:cxnSpMk id="85" creationId="{C492BBB4-B791-7FC2-656A-EF529C4185E0}"/>
          </ac:cxnSpMkLst>
        </pc:cxnChg>
        <pc:cxnChg chg="mod">
          <ac:chgData name="이민재" userId="f97f16f7-28a5-49bd-9e05-fb3ef63d7997" providerId="ADAL" clId="{653747AB-B972-477B-971B-72476AC003E2}" dt="2023-02-15T23:14:59.204" v="12094" actId="165"/>
          <ac:cxnSpMkLst>
            <pc:docMk/>
            <pc:sldMk cId="1494083304" sldId="763"/>
            <ac:cxnSpMk id="87" creationId="{3EC31DDD-93D4-57F0-F7C1-6E1914874F44}"/>
          </ac:cxnSpMkLst>
        </pc:cxnChg>
        <pc:cxnChg chg="add mod">
          <ac:chgData name="이민재" userId="f97f16f7-28a5-49bd-9e05-fb3ef63d7997" providerId="ADAL" clId="{653747AB-B972-477B-971B-72476AC003E2}" dt="2023-02-16T02:35:54.322" v="19966" actId="1035"/>
          <ac:cxnSpMkLst>
            <pc:docMk/>
            <pc:sldMk cId="1494083304" sldId="763"/>
            <ac:cxnSpMk id="89" creationId="{AEBC7CBF-F075-E5CF-F5A1-5073EE101A43}"/>
          </ac:cxnSpMkLst>
        </pc:cxnChg>
      </pc:sldChg>
      <pc:sldChg chg="addSp delSp modSp mod">
        <pc:chgData name="이민재" userId="f97f16f7-28a5-49bd-9e05-fb3ef63d7997" providerId="ADAL" clId="{653747AB-B972-477B-971B-72476AC003E2}" dt="2023-02-16T01:11:37.566" v="16448" actId="1038"/>
        <pc:sldMkLst>
          <pc:docMk/>
          <pc:sldMk cId="1699561304" sldId="764"/>
        </pc:sldMkLst>
        <pc:spChg chg="mod">
          <ac:chgData name="이민재" userId="f97f16f7-28a5-49bd-9e05-fb3ef63d7997" providerId="ADAL" clId="{653747AB-B972-477B-971B-72476AC003E2}" dt="2023-02-15T12:31:05.738" v="6573" actId="20577"/>
          <ac:spMkLst>
            <pc:docMk/>
            <pc:sldMk cId="1699561304" sldId="764"/>
            <ac:spMk id="3" creationId="{1BCB2C3C-E5B8-EC64-F0E8-B9CEBEE7B6A5}"/>
          </ac:spMkLst>
        </pc:spChg>
        <pc:spChg chg="mod">
          <ac:chgData name="이민재" userId="f97f16f7-28a5-49bd-9e05-fb3ef63d7997" providerId="ADAL" clId="{653747AB-B972-477B-971B-72476AC003E2}" dt="2023-02-15T22:23:04.767" v="10823" actId="20577"/>
          <ac:spMkLst>
            <pc:docMk/>
            <pc:sldMk cId="1699561304" sldId="764"/>
            <ac:spMk id="5" creationId="{532E1452-4970-CD21-C56C-0C3FF2EE9BB9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1" creationId="{4905F17E-4C39-F015-D108-1BB9E9A68E35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2" creationId="{6C8A8F7E-785A-D224-B9BE-BCCF791136F6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3" creationId="{2629A8C5-88C0-AC3D-28E9-726D61325F2F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4" creationId="{642A3618-7F6B-661A-8CDD-ABEC7E3B2AB8}"/>
          </ac:spMkLst>
        </pc:spChg>
        <pc:spChg chg="add mod">
          <ac:chgData name="이민재" userId="f97f16f7-28a5-49bd-9e05-fb3ef63d7997" providerId="ADAL" clId="{653747AB-B972-477B-971B-72476AC003E2}" dt="2023-02-15T22:27:13.969" v="11131" actId="1076"/>
          <ac:spMkLst>
            <pc:docMk/>
            <pc:sldMk cId="1699561304" sldId="764"/>
            <ac:spMk id="18" creationId="{7DEDEA5D-3B30-B3B0-1021-124D36862947}"/>
          </ac:spMkLst>
        </pc:spChg>
        <pc:spChg chg="add mod">
          <ac:chgData name="이민재" userId="f97f16f7-28a5-49bd-9e05-fb3ef63d7997" providerId="ADAL" clId="{653747AB-B972-477B-971B-72476AC003E2}" dt="2023-02-15T22:28:28.964" v="11354" actId="1035"/>
          <ac:spMkLst>
            <pc:docMk/>
            <pc:sldMk cId="1699561304" sldId="764"/>
            <ac:spMk id="19" creationId="{8C8375D1-C173-FA5F-E622-5EEA4BC0CEB9}"/>
          </ac:spMkLst>
        </pc:spChg>
        <pc:spChg chg="add mod">
          <ac:chgData name="이민재" userId="f97f16f7-28a5-49bd-9e05-fb3ef63d7997" providerId="ADAL" clId="{653747AB-B972-477B-971B-72476AC003E2}" dt="2023-02-16T01:11:12.294" v="16427" actId="1076"/>
          <ac:spMkLst>
            <pc:docMk/>
            <pc:sldMk cId="1699561304" sldId="764"/>
            <ac:spMk id="20" creationId="{3B5E7066-5420-0D60-9DEE-4BDC08E9041E}"/>
          </ac:spMkLst>
        </pc:spChg>
        <pc:spChg chg="add mod">
          <ac:chgData name="이민재" userId="f97f16f7-28a5-49bd-9e05-fb3ef63d7997" providerId="ADAL" clId="{653747AB-B972-477B-971B-72476AC003E2}" dt="2023-02-16T01:11:18.595" v="16431" actId="20577"/>
          <ac:spMkLst>
            <pc:docMk/>
            <pc:sldMk cId="1699561304" sldId="764"/>
            <ac:spMk id="21" creationId="{0775C4E3-8E86-66C8-741C-BACC89F80216}"/>
          </ac:spMkLst>
        </pc:spChg>
        <pc:spChg chg="add mod">
          <ac:chgData name="이민재" userId="f97f16f7-28a5-49bd-9e05-fb3ef63d7997" providerId="ADAL" clId="{653747AB-B972-477B-971B-72476AC003E2}" dt="2023-02-16T01:11:25.444" v="16434" actId="20577"/>
          <ac:spMkLst>
            <pc:docMk/>
            <pc:sldMk cId="1699561304" sldId="764"/>
            <ac:spMk id="22" creationId="{9A9E4A64-1032-0B19-5BA1-C0CF54FBB54A}"/>
          </ac:spMkLst>
        </pc:spChg>
        <pc:spChg chg="add mod">
          <ac:chgData name="이민재" userId="f97f16f7-28a5-49bd-9e05-fb3ef63d7997" providerId="ADAL" clId="{653747AB-B972-477B-971B-72476AC003E2}" dt="2023-02-16T01:11:37.566" v="16448" actId="1038"/>
          <ac:spMkLst>
            <pc:docMk/>
            <pc:sldMk cId="1699561304" sldId="764"/>
            <ac:spMk id="23" creationId="{D58A0AC2-50EB-A87F-BED6-9E032CB33E39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75" creationId="{219AAFA6-B8ED-836B-7599-0618714568B5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76" creationId="{9AB1AEFE-655E-2170-6D1C-5E949CE1EE5A}"/>
          </ac:spMkLst>
        </pc:spChg>
        <pc:spChg chg="del mod topLvl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77" creationId="{E3388685-8D4E-2448-D982-C84D777C7765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80" creationId="{BF3D5039-527E-E749-8F06-B29809F45E7C}"/>
          </ac:spMkLst>
        </pc:spChg>
        <pc:spChg chg="del mod topLvl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2" creationId="{2EDDA27D-21F7-1EB9-87BC-36A2F319C8E7}"/>
          </ac:spMkLst>
        </pc:spChg>
        <pc:spChg chg="mod">
          <ac:chgData name="이민재" userId="f97f16f7-28a5-49bd-9e05-fb3ef63d7997" providerId="ADAL" clId="{653747AB-B972-477B-971B-72476AC003E2}" dt="2023-02-14T08:22:51.399" v="3327" actId="1035"/>
          <ac:spMkLst>
            <pc:docMk/>
            <pc:sldMk cId="1699561304" sldId="764"/>
            <ac:spMk id="286" creationId="{AF8F6E0B-A42A-12E6-0A4C-78956AB8587E}"/>
          </ac:spMkLst>
        </pc:spChg>
        <pc:spChg chg="mod">
          <ac:chgData name="이민재" userId="f97f16f7-28a5-49bd-9e05-fb3ef63d7997" providerId="ADAL" clId="{653747AB-B972-477B-971B-72476AC003E2}" dt="2023-02-14T08:22:43.645" v="3317" actId="1035"/>
          <ac:spMkLst>
            <pc:docMk/>
            <pc:sldMk cId="1699561304" sldId="764"/>
            <ac:spMk id="287" creationId="{74EC7566-20D4-CC63-A3AB-854F32FF936A}"/>
          </ac:spMkLst>
        </pc:spChg>
        <pc:spChg chg="del mod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8" creationId="{008700A2-3D76-110B-867D-2366CEBC7E50}"/>
          </ac:spMkLst>
        </pc:spChg>
        <pc:spChg chg="del mod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9" creationId="{EF35C773-B45D-4ABF-9A11-626996274FB8}"/>
          </ac:spMkLst>
        </pc:spChg>
        <pc:spChg chg="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292" creationId="{304345B7-39E0-9CEF-6717-AEA2658BEF0C}"/>
          </ac:spMkLst>
        </pc:spChg>
        <pc:spChg chg="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293" creationId="{3EC259FF-AE2F-E294-BFF0-4D8019D80ADF}"/>
          </ac:spMkLst>
        </pc:spChg>
        <pc:spChg chg="del">
          <ac:chgData name="이민재" userId="f97f16f7-28a5-49bd-9e05-fb3ef63d7997" providerId="ADAL" clId="{653747AB-B972-477B-971B-72476AC003E2}" dt="2023-02-14T08:21:03.056" v="3167" actId="478"/>
          <ac:spMkLst>
            <pc:docMk/>
            <pc:sldMk cId="1699561304" sldId="764"/>
            <ac:spMk id="294" creationId="{945BB2D9-42FF-41F0-040E-71BC53EC9B9D}"/>
          </ac:spMkLst>
        </pc:spChg>
        <pc:grpChg chg="add mod">
          <ac:chgData name="이민재" userId="f97f16f7-28a5-49bd-9e05-fb3ef63d7997" providerId="ADAL" clId="{653747AB-B972-477B-971B-72476AC003E2}" dt="2023-02-16T01:11:11.830" v="16426" actId="1035"/>
          <ac:grpSpMkLst>
            <pc:docMk/>
            <pc:sldMk cId="1699561304" sldId="764"/>
            <ac:grpSpMk id="8" creationId="{13CCD927-D47B-A986-0A3A-9DF597FA9ED5}"/>
          </ac:grpSpMkLst>
        </pc:grpChg>
        <pc:grpChg chg="add mod">
          <ac:chgData name="이민재" userId="f97f16f7-28a5-49bd-9e05-fb3ef63d7997" providerId="ADAL" clId="{653747AB-B972-477B-971B-72476AC003E2}" dt="2023-02-15T22:23:57.100" v="10833" actId="1076"/>
          <ac:grpSpMkLst>
            <pc:docMk/>
            <pc:sldMk cId="1699561304" sldId="764"/>
            <ac:grpSpMk id="9" creationId="{FFB5B7AE-24BB-9D01-6A5B-C77355EAE9BB}"/>
          </ac:grpSpMkLst>
        </pc:grpChg>
        <pc:grpChg chg="del mod">
          <ac:chgData name="이민재" userId="f97f16f7-28a5-49bd-9e05-fb3ef63d7997" providerId="ADAL" clId="{653747AB-B972-477B-971B-72476AC003E2}" dt="2023-02-15T12:35:32.046" v="6654" actId="165"/>
          <ac:grpSpMkLst>
            <pc:docMk/>
            <pc:sldMk cId="1699561304" sldId="764"/>
            <ac:grpSpMk id="285" creationId="{B45A99A7-0E46-DA1D-FFD9-FA16EEB90F5C}"/>
          </ac:grpSpMkLst>
        </pc:grpChg>
        <pc:picChg chg="add del mod">
          <ac:chgData name="이민재" userId="f97f16f7-28a5-49bd-9e05-fb3ef63d7997" providerId="ADAL" clId="{653747AB-B972-477B-971B-72476AC003E2}" dt="2023-02-15T21:34:00.460" v="9230" actId="478"/>
          <ac:picMkLst>
            <pc:docMk/>
            <pc:sldMk cId="1699561304" sldId="764"/>
            <ac:picMk id="7" creationId="{963B5F8F-75F8-C16E-7200-5D81EFE00EFE}"/>
          </ac:picMkLst>
        </pc:picChg>
        <pc:picChg chg="add mod">
          <ac:chgData name="이민재" userId="f97f16f7-28a5-49bd-9e05-fb3ef63d7997" providerId="ADAL" clId="{653747AB-B972-477B-971B-72476AC003E2}" dt="2023-02-15T22:26:58.067" v="11119" actId="1036"/>
          <ac:picMkLst>
            <pc:docMk/>
            <pc:sldMk cId="1699561304" sldId="764"/>
            <ac:picMk id="10" creationId="{A43D8B7E-7D0B-50DF-4151-1034C62FF342}"/>
          </ac:picMkLst>
        </pc:picChg>
        <pc:picChg chg="del mod topLvl">
          <ac:chgData name="이민재" userId="f97f16f7-28a5-49bd-9e05-fb3ef63d7997" providerId="ADAL" clId="{653747AB-B972-477B-971B-72476AC003E2}" dt="2023-02-15T22:23:30.554" v="10827" actId="21"/>
          <ac:picMkLst>
            <pc:docMk/>
            <pc:sldMk cId="1699561304" sldId="764"/>
            <ac:picMk id="273" creationId="{CB30783E-3BCD-8210-FEE6-829B66A61327}"/>
          </ac:picMkLst>
        </pc:picChg>
        <pc:picChg chg="mod">
          <ac:chgData name="이민재" userId="f97f16f7-28a5-49bd-9e05-fb3ef63d7997" providerId="ADAL" clId="{653747AB-B972-477B-971B-72476AC003E2}" dt="2023-02-15T22:12:54.199" v="10175" actId="164"/>
          <ac:picMkLst>
            <pc:docMk/>
            <pc:sldMk cId="1699561304" sldId="764"/>
            <ac:picMk id="274" creationId="{97B097EF-265D-36D0-CA60-61F1F1FB8252}"/>
          </ac:picMkLst>
        </pc:picChg>
        <pc:picChg chg="mod">
          <ac:chgData name="이민재" userId="f97f16f7-28a5-49bd-9e05-fb3ef63d7997" providerId="ADAL" clId="{653747AB-B972-477B-971B-72476AC003E2}" dt="2023-02-14T08:19:39.272" v="3086" actId="164"/>
          <ac:picMkLst>
            <pc:docMk/>
            <pc:sldMk cId="1699561304" sldId="764"/>
            <ac:picMk id="284" creationId="{418E72C1-E663-AB90-7DD7-75492C72F202}"/>
          </ac:picMkLst>
        </pc:picChg>
        <pc:cxnChg chg="add 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2" creationId="{3E47E897-9E1B-1733-7A17-4F6CCE8E9852}"/>
          </ac:cxnSpMkLst>
        </pc:cxnChg>
        <pc:cxnChg chg="add 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6" creationId="{A45F49B4-4D8A-614F-B121-5189674568C9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5" creationId="{A47DD2C6-6FAA-00AE-D739-9FCF09F9F3D0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6" creationId="{DEECFFE9-AF99-285F-33F9-025D4F3AF5F4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7" creationId="{5E35DF0E-858B-FA9F-C656-6917C115DE71}"/>
          </ac:cxnSpMkLst>
        </pc:cxnChg>
        <pc:cxnChg chg="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290" creationId="{11D2B11A-6BBA-B720-C553-6F67BEEF81C7}"/>
          </ac:cxnSpMkLst>
        </pc:cxnChg>
      </pc:sldChg>
      <pc:sldChg chg="addSp delSp modSp mod">
        <pc:chgData name="이민재" userId="f97f16f7-28a5-49bd-9e05-fb3ef63d7997" providerId="ADAL" clId="{653747AB-B972-477B-971B-72476AC003E2}" dt="2023-02-15T22:33:19.708" v="11421" actId="1076"/>
        <pc:sldMkLst>
          <pc:docMk/>
          <pc:sldMk cId="1386096008" sldId="766"/>
        </pc:sldMkLst>
        <pc:spChg chg="mod">
          <ac:chgData name="이민재" userId="f97f16f7-28a5-49bd-9e05-fb3ef63d7997" providerId="ADAL" clId="{653747AB-B972-477B-971B-72476AC003E2}" dt="2023-02-15T22:31:55.561" v="11420" actId="404"/>
          <ac:spMkLst>
            <pc:docMk/>
            <pc:sldMk cId="1386096008" sldId="766"/>
            <ac:spMk id="5" creationId="{532E1452-4970-CD21-C56C-0C3FF2EE9BB9}"/>
          </ac:spMkLst>
        </pc:spChg>
        <pc:spChg chg="add mod">
          <ac:chgData name="이민재" userId="f97f16f7-28a5-49bd-9e05-fb3ef63d7997" providerId="ADAL" clId="{653747AB-B972-477B-971B-72476AC003E2}" dt="2023-02-15T13:10:09.369" v="7855" actId="1038"/>
          <ac:spMkLst>
            <pc:docMk/>
            <pc:sldMk cId="1386096008" sldId="766"/>
            <ac:spMk id="8" creationId="{47E9D1D4-5B7F-C779-4A03-11BF28EAB372}"/>
          </ac:spMkLst>
        </pc:spChg>
        <pc:spChg chg="add 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11" creationId="{89CF4F20-CC44-2DDF-CB09-8451802B6CDE}"/>
          </ac:spMkLst>
        </pc:spChg>
        <pc:spChg chg="add 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13" creationId="{851A2DA2-B138-A18B-B5DC-1B71B474B885}"/>
          </ac:spMkLst>
        </pc:spChg>
        <pc:spChg chg="add del mod">
          <ac:chgData name="이민재" userId="f97f16f7-28a5-49bd-9e05-fb3ef63d7997" providerId="ADAL" clId="{653747AB-B972-477B-971B-72476AC003E2}" dt="2023-02-15T12:52:25.693" v="7459" actId="478"/>
          <ac:spMkLst>
            <pc:docMk/>
            <pc:sldMk cId="1386096008" sldId="766"/>
            <ac:spMk id="14" creationId="{FBF423A9-5F32-AD97-03BB-C43287BFFBF6}"/>
          </ac:spMkLst>
        </pc:spChg>
        <pc:spChg chg="add mod">
          <ac:chgData name="이민재" userId="f97f16f7-28a5-49bd-9e05-fb3ef63d7997" providerId="ADAL" clId="{653747AB-B972-477B-971B-72476AC003E2}" dt="2023-02-15T22:33:19.708" v="11421" actId="1076"/>
          <ac:spMkLst>
            <pc:docMk/>
            <pc:sldMk cId="1386096008" sldId="766"/>
            <ac:spMk id="19" creationId="{83AA94E5-7E40-1A7B-EDB7-C4A7F77C20C7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7" creationId="{EBC2B7C0-9921-1B3E-3DD1-3860BD54593D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8" creationId="{78859CEE-34D0-BBCE-3D52-FEACA7D6DE2A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9" creationId="{D20CA1CD-BAF9-FD62-5747-8F253361EE92}"/>
          </ac:spMkLst>
        </pc:spChg>
        <pc:grpChg chg="add mod">
          <ac:chgData name="이민재" userId="f97f16f7-28a5-49bd-9e05-fb3ef63d7997" providerId="ADAL" clId="{653747AB-B972-477B-971B-72476AC003E2}" dt="2023-02-15T22:33:19.708" v="11421" actId="1076"/>
          <ac:grpSpMkLst>
            <pc:docMk/>
            <pc:sldMk cId="1386096008" sldId="766"/>
            <ac:grpSpMk id="16" creationId="{57451FC6-ECCA-FEA2-9FC0-0311F6FB021A}"/>
          </ac:grpSpMkLst>
        </pc:grpChg>
        <pc:grpChg chg="mod">
          <ac:chgData name="이민재" userId="f97f16f7-28a5-49bd-9e05-fb3ef63d7997" providerId="ADAL" clId="{653747AB-B972-477B-971B-72476AC003E2}" dt="2023-02-15T12:49:51.455" v="7226" actId="164"/>
          <ac:grpSpMkLst>
            <pc:docMk/>
            <pc:sldMk cId="1386096008" sldId="766"/>
            <ac:grpSpMk id="36" creationId="{3C82DA49-AC82-B412-F268-C04E62D2EDE8}"/>
          </ac:grpSpMkLst>
        </pc:grp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27" creationId="{9404FF49-169E-AD30-ABCF-E9F91B7EFF7E}"/>
          </ac:cxnSpMkLst>
        </pc:cxn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30" creationId="{9C07A0EF-E504-E072-9854-5BBE7DF4A63D}"/>
          </ac:cxnSpMkLst>
        </pc:cxn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33" creationId="{48265000-DDE3-7C2F-3A8C-31BAB4A9621A}"/>
          </ac:cxnSpMkLst>
        </pc:cxnChg>
      </pc:sldChg>
      <pc:sldChg chg="addSp delSp modSp mod ord">
        <pc:chgData name="이민재" userId="f97f16f7-28a5-49bd-9e05-fb3ef63d7997" providerId="ADAL" clId="{653747AB-B972-477B-971B-72476AC003E2}" dt="2023-02-16T00:56:44.114" v="15564" actId="14100"/>
        <pc:sldMkLst>
          <pc:docMk/>
          <pc:sldMk cId="1749020511" sldId="768"/>
        </pc:sldMkLst>
        <pc:spChg chg="mod">
          <ac:chgData name="이민재" userId="f97f16f7-28a5-49bd-9e05-fb3ef63d7997" providerId="ADAL" clId="{653747AB-B972-477B-971B-72476AC003E2}" dt="2023-02-16T00:53:19.951" v="15312" actId="404"/>
          <ac:spMkLst>
            <pc:docMk/>
            <pc:sldMk cId="1749020511" sldId="768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0:56:03.434" v="15509" actId="15"/>
          <ac:spMkLst>
            <pc:docMk/>
            <pc:sldMk cId="1749020511" sldId="768"/>
            <ac:spMk id="3" creationId="{835A6E05-8D7F-49D0-B580-39C0CD091E83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5" creationId="{851A0CA2-28AF-ACC6-61F0-5B700FCFF14D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7" creationId="{F33C85F5-B9AD-337D-A07C-DA32D6EB26B2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9" creationId="{CAA50989-B3DF-D229-D558-7F0E0450744C}"/>
          </ac:spMkLst>
        </pc:spChg>
        <pc:spChg chg="add mod">
          <ac:chgData name="이민재" userId="f97f16f7-28a5-49bd-9e05-fb3ef63d7997" providerId="ADAL" clId="{653747AB-B972-477B-971B-72476AC003E2}" dt="2023-02-16T00:56:17.446" v="15528" actId="1038"/>
          <ac:spMkLst>
            <pc:docMk/>
            <pc:sldMk cId="1749020511" sldId="768"/>
            <ac:spMk id="10" creationId="{16F15E73-310A-1037-ECE6-2CD1B701ECD7}"/>
          </ac:spMkLst>
        </pc:spChg>
        <pc:spChg chg="add mod">
          <ac:chgData name="이민재" userId="f97f16f7-28a5-49bd-9e05-fb3ef63d7997" providerId="ADAL" clId="{653747AB-B972-477B-971B-72476AC003E2}" dt="2023-02-14T05:11:39.718" v="1069" actId="571"/>
          <ac:spMkLst>
            <pc:docMk/>
            <pc:sldMk cId="1749020511" sldId="768"/>
            <ac:spMk id="10" creationId="{7951A0FB-49D1-FC67-1C93-69A0F0E3FD78}"/>
          </ac:spMkLst>
        </pc:spChg>
        <pc:spChg chg="add del mod">
          <ac:chgData name="이민재" userId="f97f16f7-28a5-49bd-9e05-fb3ef63d7997" providerId="ADAL" clId="{653747AB-B972-477B-971B-72476AC003E2}" dt="2023-02-14T05:25:56.392" v="1281" actId="21"/>
          <ac:spMkLst>
            <pc:docMk/>
            <pc:sldMk cId="1749020511" sldId="768"/>
            <ac:spMk id="14" creationId="{FB65337E-C987-D264-B4E6-62D4F83EFA54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18" creationId="{C193F1D6-9A81-DB83-EB6F-01843A5337D7}"/>
          </ac:spMkLst>
        </pc:spChg>
        <pc:spChg chg="add del mod">
          <ac:chgData name="이민재" userId="f97f16f7-28a5-49bd-9e05-fb3ef63d7997" providerId="ADAL" clId="{653747AB-B972-477B-971B-72476AC003E2}" dt="2023-02-15T21:11:24.276" v="8675"/>
          <ac:spMkLst>
            <pc:docMk/>
            <pc:sldMk cId="1749020511" sldId="768"/>
            <ac:spMk id="20" creationId="{454124E1-5709-8A44-D3CC-B3D66BEEA04C}"/>
          </ac:spMkLst>
        </pc:spChg>
        <pc:spChg chg="add mod">
          <ac:chgData name="이민재" userId="f97f16f7-28a5-49bd-9e05-fb3ef63d7997" providerId="ADAL" clId="{653747AB-B972-477B-971B-72476AC003E2}" dt="2023-02-15T21:11:34.536" v="8681" actId="1037"/>
          <ac:spMkLst>
            <pc:docMk/>
            <pc:sldMk cId="1749020511" sldId="768"/>
            <ac:spMk id="21" creationId="{4D73FE08-680E-6FCB-1EA1-BC5A322AB0E9}"/>
          </ac:spMkLst>
        </pc:spChg>
        <pc:spChg chg="add mod">
          <ac:chgData name="이민재" userId="f97f16f7-28a5-49bd-9e05-fb3ef63d7997" providerId="ADAL" clId="{653747AB-B972-477B-971B-72476AC003E2}" dt="2023-02-16T00:56:17.446" v="15528" actId="1038"/>
          <ac:spMkLst>
            <pc:docMk/>
            <pc:sldMk cId="1749020511" sldId="768"/>
            <ac:spMk id="25" creationId="{61B7B1BA-4AF0-978E-5177-19B662960852}"/>
          </ac:spMkLst>
        </pc:spChg>
        <pc:spChg chg="add mod">
          <ac:chgData name="이민재" userId="f97f16f7-28a5-49bd-9e05-fb3ef63d7997" providerId="ADAL" clId="{653747AB-B972-477B-971B-72476AC003E2}" dt="2023-02-16T00:56:44.114" v="15564" actId="14100"/>
          <ac:spMkLst>
            <pc:docMk/>
            <pc:sldMk cId="1749020511" sldId="768"/>
            <ac:spMk id="26" creationId="{7F1A85DD-E04D-978C-3935-7D94E59D918F}"/>
          </ac:spMkLst>
        </pc:spChg>
        <pc:spChg chg="add del mod">
          <ac:chgData name="이민재" userId="f97f16f7-28a5-49bd-9e05-fb3ef63d7997" providerId="ADAL" clId="{653747AB-B972-477B-971B-72476AC003E2}" dt="2023-02-16T00:56:23.237" v="15547" actId="21"/>
          <ac:spMkLst>
            <pc:docMk/>
            <pc:sldMk cId="1749020511" sldId="768"/>
            <ac:spMk id="29" creationId="{0AA70358-F1C8-5508-AE9A-57453D93102A}"/>
          </ac:spMkLst>
        </pc:spChg>
        <pc:spChg chg="add mod">
          <ac:chgData name="이민재" userId="f97f16f7-28a5-49bd-9e05-fb3ef63d7997" providerId="ADAL" clId="{653747AB-B972-477B-971B-72476AC003E2}" dt="2023-02-16T00:56:31.368" v="15552" actId="1076"/>
          <ac:spMkLst>
            <pc:docMk/>
            <pc:sldMk cId="1749020511" sldId="768"/>
            <ac:spMk id="30" creationId="{4876F823-2C25-805E-8B1D-E7A8465B55C6}"/>
          </ac:spMkLst>
        </pc:spChg>
        <pc:spChg chg="add mod">
          <ac:chgData name="이민재" userId="f97f16f7-28a5-49bd-9e05-fb3ef63d7997" providerId="ADAL" clId="{653747AB-B972-477B-971B-72476AC003E2}" dt="2023-02-16T00:56:26.047" v="15551" actId="1037"/>
          <ac:spMkLst>
            <pc:docMk/>
            <pc:sldMk cId="1749020511" sldId="768"/>
            <ac:spMk id="33" creationId="{C3251B76-4E46-0B1E-77AA-2E91AA5FDC33}"/>
          </ac:spMkLst>
        </pc:spChg>
        <pc:grpChg chg="add mod">
          <ac:chgData name="이민재" userId="f97f16f7-28a5-49bd-9e05-fb3ef63d7997" providerId="ADAL" clId="{653747AB-B972-477B-971B-72476AC003E2}" dt="2023-02-16T00:54:47.865" v="15362" actId="1076"/>
          <ac:grpSpMkLst>
            <pc:docMk/>
            <pc:sldMk cId="1749020511" sldId="768"/>
            <ac:grpSpMk id="19" creationId="{5B0E5B62-726C-4137-8D8C-BBBF6471E184}"/>
          </ac:grpSpMkLst>
        </pc:grpChg>
        <pc:grpChg chg="add del mod">
          <ac:chgData name="이민재" userId="f97f16f7-28a5-49bd-9e05-fb3ef63d7997" providerId="ADAL" clId="{653747AB-B972-477B-971B-72476AC003E2}" dt="2023-02-13T06:03:47.158" v="766" actId="21"/>
          <ac:grpSpMkLst>
            <pc:docMk/>
            <pc:sldMk cId="1749020511" sldId="768"/>
            <ac:grpSpMk id="33" creationId="{6DD855F3-F19E-BD42-5C35-2201A56F9CB4}"/>
          </ac:grpSpMkLst>
        </pc:grpChg>
        <pc:graphicFrameChg chg="add del mod">
          <ac:chgData name="이민재" userId="f97f16f7-28a5-49bd-9e05-fb3ef63d7997" providerId="ADAL" clId="{653747AB-B972-477B-971B-72476AC003E2}" dt="2023-02-13T05:38:02.878" v="253" actId="478"/>
          <ac:graphicFrameMkLst>
            <pc:docMk/>
            <pc:sldMk cId="1749020511" sldId="768"/>
            <ac:graphicFrameMk id="14" creationId="{E36A72AC-B7C5-E464-6FCB-44F5311731FA}"/>
          </ac:graphicFrameMkLst>
        </pc:graphicFrameChg>
        <pc:graphicFrameChg chg="add del mod">
          <ac:chgData name="이민재" userId="f97f16f7-28a5-49bd-9e05-fb3ef63d7997" providerId="ADAL" clId="{653747AB-B972-477B-971B-72476AC003E2}" dt="2023-02-13T05:38:02.878" v="253" actId="478"/>
          <ac:graphicFrameMkLst>
            <pc:docMk/>
            <pc:sldMk cId="1749020511" sldId="768"/>
            <ac:graphicFrameMk id="15" creationId="{B8A64FF8-A9DA-4169-9C36-F20370FA498A}"/>
          </ac:graphicFrameMkLst>
        </pc:graphicFrameChg>
        <pc:picChg chg="mod">
          <ac:chgData name="이민재" userId="f97f16f7-28a5-49bd-9e05-fb3ef63d7997" providerId="ADAL" clId="{653747AB-B972-477B-971B-72476AC003E2}" dt="2023-02-15T21:11:27.021" v="8676" actId="571"/>
          <ac:picMkLst>
            <pc:docMk/>
            <pc:sldMk cId="1749020511" sldId="768"/>
            <ac:picMk id="6" creationId="{5158ED70-5455-2E84-1A20-6A16B6CAEAAD}"/>
          </ac:picMkLst>
        </pc:picChg>
        <pc:picChg chg="mod">
          <ac:chgData name="이민재" userId="f97f16f7-28a5-49bd-9e05-fb3ef63d7997" providerId="ADAL" clId="{653747AB-B972-477B-971B-72476AC003E2}" dt="2023-02-15T21:12:10.192" v="8683" actId="1076"/>
          <ac:picMkLst>
            <pc:docMk/>
            <pc:sldMk cId="1749020511" sldId="768"/>
            <ac:picMk id="8" creationId="{02CE1B7E-CAAB-C5B0-0528-0280203184B3}"/>
          </ac:picMkLst>
        </pc:picChg>
        <pc:picChg chg="add del mod">
          <ac:chgData name="이민재" userId="f97f16f7-28a5-49bd-9e05-fb3ef63d7997" providerId="ADAL" clId="{653747AB-B972-477B-971B-72476AC003E2}" dt="2023-02-14T05:25:42.566" v="1276" actId="478"/>
          <ac:picMkLst>
            <pc:docMk/>
            <pc:sldMk cId="1749020511" sldId="768"/>
            <ac:picMk id="18" creationId="{34B0AD31-C23C-4548-22EB-CF63152B2F2D}"/>
          </ac:picMkLst>
        </pc:picChg>
        <pc:picChg chg="add mod">
          <ac:chgData name="이민재" userId="f97f16f7-28a5-49bd-9e05-fb3ef63d7997" providerId="ADAL" clId="{653747AB-B972-477B-971B-72476AC003E2}" dt="2023-02-16T00:56:17.446" v="15528" actId="1038"/>
          <ac:picMkLst>
            <pc:docMk/>
            <pc:sldMk cId="1749020511" sldId="768"/>
            <ac:picMk id="22" creationId="{BFAA7DF7-5972-4EF1-D9A2-5B10B995B83B}"/>
          </ac:picMkLst>
        </pc:picChg>
        <pc:picChg chg="add mod">
          <ac:chgData name="이민재" userId="f97f16f7-28a5-49bd-9e05-fb3ef63d7997" providerId="ADAL" clId="{653747AB-B972-477B-971B-72476AC003E2}" dt="2023-02-16T00:56:17.446" v="15528" actId="1038"/>
          <ac:picMkLst>
            <pc:docMk/>
            <pc:sldMk cId="1749020511" sldId="768"/>
            <ac:picMk id="24" creationId="{026FFAEB-9F58-FBD4-CE00-9D12E8322FE0}"/>
          </ac:picMkLst>
        </pc:picChg>
        <pc:picChg chg="add mod">
          <ac:chgData name="이민재" userId="f97f16f7-28a5-49bd-9e05-fb3ef63d7997" providerId="ADAL" clId="{653747AB-B972-477B-971B-72476AC003E2}" dt="2023-02-13T06:03:39.234" v="764" actId="164"/>
          <ac:picMkLst>
            <pc:docMk/>
            <pc:sldMk cId="1749020511" sldId="768"/>
            <ac:picMk id="30" creationId="{D6107CD4-79E7-AFBC-BF24-582DA373807F}"/>
          </ac:picMkLst>
        </pc:picChg>
        <pc:picChg chg="add mod">
          <ac:chgData name="이민재" userId="f97f16f7-28a5-49bd-9e05-fb3ef63d7997" providerId="ADAL" clId="{653747AB-B972-477B-971B-72476AC003E2}" dt="2023-02-16T00:56:21.937" v="15546" actId="1037"/>
          <ac:picMkLst>
            <pc:docMk/>
            <pc:sldMk cId="1749020511" sldId="768"/>
            <ac:picMk id="32" creationId="{36967359-2716-2F08-5058-6FB2CEF9ED13}"/>
          </ac:picMkLst>
        </pc:picChg>
        <pc:picChg chg="add mod">
          <ac:chgData name="이민재" userId="f97f16f7-28a5-49bd-9e05-fb3ef63d7997" providerId="ADAL" clId="{653747AB-B972-477B-971B-72476AC003E2}" dt="2023-02-13T06:03:39.234" v="764" actId="164"/>
          <ac:picMkLst>
            <pc:docMk/>
            <pc:sldMk cId="1749020511" sldId="768"/>
            <ac:picMk id="32" creationId="{AE9870EB-9B97-2C40-15BE-C6CED3CA4800}"/>
          </ac:picMkLst>
        </pc:picChg>
        <pc:cxnChg chg="add del mod">
          <ac:chgData name="이민재" userId="f97f16f7-28a5-49bd-9e05-fb3ef63d7997" providerId="ADAL" clId="{653747AB-B972-477B-971B-72476AC003E2}" dt="2023-02-15T21:10:50.675" v="8627" actId="478"/>
          <ac:cxnSpMkLst>
            <pc:docMk/>
            <pc:sldMk cId="1749020511" sldId="768"/>
            <ac:cxnSpMk id="11" creationId="{2EDBF904-EFE0-4A45-AB4F-BB6199EB7D7C}"/>
          </ac:cxnSpMkLst>
        </pc:cxnChg>
        <pc:cxnChg chg="add del mod">
          <ac:chgData name="이민재" userId="f97f16f7-28a5-49bd-9e05-fb3ef63d7997" providerId="ADAL" clId="{653747AB-B972-477B-971B-72476AC003E2}" dt="2023-02-15T21:10:52.867" v="8628" actId="478"/>
          <ac:cxnSpMkLst>
            <pc:docMk/>
            <pc:sldMk cId="1749020511" sldId="768"/>
            <ac:cxnSpMk id="12" creationId="{CB74E737-5D7F-21B1-0A24-0A06920B1CA6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3" creationId="{33AAD7F7-7850-36E0-FF15-3D71A8C80226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6" creationId="{8A40C733-B7BF-DEE7-D3F5-CCED1C09F44C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7" creationId="{73A3E846-F61F-E784-D128-429E159195AB}"/>
          </ac:cxnSpMkLst>
        </pc:cxnChg>
        <pc:cxnChg chg="add del mod">
          <ac:chgData name="이민재" userId="f97f16f7-28a5-49bd-9e05-fb3ef63d7997" providerId="ADAL" clId="{653747AB-B972-477B-971B-72476AC003E2}" dt="2023-02-13T05:39:56.834" v="430" actId="478"/>
          <ac:cxnSpMkLst>
            <pc:docMk/>
            <pc:sldMk cId="1749020511" sldId="768"/>
            <ac:cxnSpMk id="19" creationId="{7F32AD00-ACFD-6608-F75A-32836F42691C}"/>
          </ac:cxnSpMkLst>
        </pc:cxnChg>
        <pc:cxnChg chg="add mod">
          <ac:chgData name="이민재" userId="f97f16f7-28a5-49bd-9e05-fb3ef63d7997" providerId="ADAL" clId="{653747AB-B972-477B-971B-72476AC003E2}" dt="2023-02-16T00:56:17.446" v="15528" actId="1038"/>
          <ac:cxnSpMkLst>
            <pc:docMk/>
            <pc:sldMk cId="1749020511" sldId="768"/>
            <ac:cxnSpMk id="23" creationId="{E8CE2FAD-E66B-3EF7-2BEB-ABCE6DEA77A0}"/>
          </ac:cxnSpMkLst>
        </pc:cxnChg>
        <pc:cxnChg chg="add mod">
          <ac:chgData name="이민재" userId="f97f16f7-28a5-49bd-9e05-fb3ef63d7997" providerId="ADAL" clId="{653747AB-B972-477B-971B-72476AC003E2}" dt="2023-02-15T21:13:55.922" v="8769" actId="1038"/>
          <ac:cxnSpMkLst>
            <pc:docMk/>
            <pc:sldMk cId="1749020511" sldId="768"/>
            <ac:cxnSpMk id="27" creationId="{12629CB4-E3C4-3751-2F2C-6B3CAC8BA322}"/>
          </ac:cxnSpMkLst>
        </pc:cxnChg>
        <pc:cxnChg chg="add mod">
          <ac:chgData name="이민재" userId="f97f16f7-28a5-49bd-9e05-fb3ef63d7997" providerId="ADAL" clId="{653747AB-B972-477B-971B-72476AC003E2}" dt="2023-02-15T21:14:11.612" v="8810" actId="1038"/>
          <ac:cxnSpMkLst>
            <pc:docMk/>
            <pc:sldMk cId="1749020511" sldId="768"/>
            <ac:cxnSpMk id="28" creationId="{2E4CD0BC-ADC0-B06F-8953-0D1B5B67DBD1}"/>
          </ac:cxnSpMkLst>
        </pc:cxnChg>
      </pc:sldChg>
      <pc:sldChg chg="addSp delSp modSp add mod ord">
        <pc:chgData name="이민재" userId="f97f16f7-28a5-49bd-9e05-fb3ef63d7997" providerId="ADAL" clId="{653747AB-B972-477B-971B-72476AC003E2}" dt="2023-02-16T01:02:48.857" v="16043" actId="1035"/>
        <pc:sldMkLst>
          <pc:docMk/>
          <pc:sldMk cId="3854099559" sldId="769"/>
        </pc:sldMkLst>
        <pc:spChg chg="mod">
          <ac:chgData name="이민재" userId="f97f16f7-28a5-49bd-9e05-fb3ef63d7997" providerId="ADAL" clId="{653747AB-B972-477B-971B-72476AC003E2}" dt="2023-02-14T07:03:50.351" v="2269"/>
          <ac:spMkLst>
            <pc:docMk/>
            <pc:sldMk cId="3854099559" sldId="769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1:02:38.266" v="16028" actId="6549"/>
          <ac:spMkLst>
            <pc:docMk/>
            <pc:sldMk cId="3854099559" sldId="769"/>
            <ac:spMk id="3" creationId="{835A6E05-8D7F-49D0-B580-39C0CD091E83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5" creationId="{851A0CA2-28AF-ACC6-61F0-5B700FCFF14D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7" creationId="{F33C85F5-B9AD-337D-A07C-DA32D6EB26B2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9" creationId="{CAA50989-B3DF-D229-D558-7F0E0450744C}"/>
          </ac:spMkLst>
        </pc:spChg>
        <pc:spChg chg="del">
          <ac:chgData name="이민재" userId="f97f16f7-28a5-49bd-9e05-fb3ef63d7997" providerId="ADAL" clId="{653747AB-B972-477B-971B-72476AC003E2}" dt="2023-02-14T05:24:48.306" v="1272" actId="478"/>
          <ac:spMkLst>
            <pc:docMk/>
            <pc:sldMk cId="3854099559" sldId="769"/>
            <ac:spMk id="14" creationId="{FB65337E-C987-D264-B4E6-62D4F83EFA54}"/>
          </ac:spMkLst>
        </pc:spChg>
        <pc:spChg chg="add del mod">
          <ac:chgData name="이민재" userId="f97f16f7-28a5-49bd-9e05-fb3ef63d7997" providerId="ADAL" clId="{653747AB-B972-477B-971B-72476AC003E2}" dt="2023-02-14T06:58:23.723" v="1701" actId="21"/>
          <ac:spMkLst>
            <pc:docMk/>
            <pc:sldMk cId="3854099559" sldId="769"/>
            <ac:spMk id="15" creationId="{77C87506-F0EB-F7E0-09AD-583BEFAE3F53}"/>
          </ac:spMkLst>
        </pc:spChg>
        <pc:spChg chg="add del mod">
          <ac:chgData name="이민재" userId="f97f16f7-28a5-49bd-9e05-fb3ef63d7997" providerId="ADAL" clId="{653747AB-B972-477B-971B-72476AC003E2}" dt="2023-02-14T07:01:52.336" v="2203" actId="478"/>
          <ac:spMkLst>
            <pc:docMk/>
            <pc:sldMk cId="3854099559" sldId="769"/>
            <ac:spMk id="21" creationId="{47FBB5A6-E89B-2FD9-A4F0-F4E0F98D519B}"/>
          </ac:spMkLst>
        </pc:spChg>
        <pc:spChg chg="mod ord topLvl">
          <ac:chgData name="이민재" userId="f97f16f7-28a5-49bd-9e05-fb3ef63d7997" providerId="ADAL" clId="{653747AB-B972-477B-971B-72476AC003E2}" dt="2023-02-14T07:12:00.218" v="2333" actId="571"/>
          <ac:spMkLst>
            <pc:docMk/>
            <pc:sldMk cId="3854099559" sldId="769"/>
            <ac:spMk id="25" creationId="{61B7B1BA-4AF0-978E-5177-19B662960852}"/>
          </ac:spMkLst>
        </pc:spChg>
        <pc:spChg chg="mod">
          <ac:chgData name="이민재" userId="f97f16f7-28a5-49bd-9e05-fb3ef63d7997" providerId="ADAL" clId="{653747AB-B972-477B-971B-72476AC003E2}" dt="2023-02-14T05:24:45.814" v="1270" actId="164"/>
          <ac:spMkLst>
            <pc:docMk/>
            <pc:sldMk cId="3854099559" sldId="769"/>
            <ac:spMk id="26" creationId="{7F1A85DD-E04D-978C-3935-7D94E59D918F}"/>
          </ac:spMkLst>
        </pc:spChg>
        <pc:spChg chg="add mod">
          <ac:chgData name="이민재" userId="f97f16f7-28a5-49bd-9e05-fb3ef63d7997" providerId="ADAL" clId="{653747AB-B972-477B-971B-72476AC003E2}" dt="2023-02-15T21:18:09.773" v="8901" actId="1076"/>
          <ac:spMkLst>
            <pc:docMk/>
            <pc:sldMk cId="3854099559" sldId="769"/>
            <ac:spMk id="34" creationId="{BC82EB1E-8418-65B2-9242-569B90CCEC00}"/>
          </ac:spMkLst>
        </pc:spChg>
        <pc:spChg chg="add mod">
          <ac:chgData name="이민재" userId="f97f16f7-28a5-49bd-9e05-fb3ef63d7997" providerId="ADAL" clId="{653747AB-B972-477B-971B-72476AC003E2}" dt="2023-02-16T01:02:48.857" v="16043" actId="1035"/>
          <ac:spMkLst>
            <pc:docMk/>
            <pc:sldMk cId="3854099559" sldId="769"/>
            <ac:spMk id="36" creationId="{4654F621-AC37-3F53-A5F7-94C69070A3A4}"/>
          </ac:spMkLst>
        </pc:spChg>
        <pc:spChg chg="add mod">
          <ac:chgData name="이민재" userId="f97f16f7-28a5-49bd-9e05-fb3ef63d7997" providerId="ADAL" clId="{653747AB-B972-477B-971B-72476AC003E2}" dt="2023-02-14T07:12:00.218" v="2333" actId="571"/>
          <ac:spMkLst>
            <pc:docMk/>
            <pc:sldMk cId="3854099559" sldId="769"/>
            <ac:spMk id="37" creationId="{6892ED04-55C6-28E1-8906-495C944BC1F0}"/>
          </ac:spMkLst>
        </pc:spChg>
        <pc:spChg chg="add mod">
          <ac:chgData name="이민재" userId="f97f16f7-28a5-49bd-9e05-fb3ef63d7997" providerId="ADAL" clId="{653747AB-B972-477B-971B-72476AC003E2}" dt="2023-02-16T01:02:48.857" v="16043" actId="1035"/>
          <ac:spMkLst>
            <pc:docMk/>
            <pc:sldMk cId="3854099559" sldId="769"/>
            <ac:spMk id="38" creationId="{6415E538-567B-9E89-9C09-34538942DC85}"/>
          </ac:spMkLst>
        </pc:spChg>
        <pc:spChg chg="add mod">
          <ac:chgData name="이민재" userId="f97f16f7-28a5-49bd-9e05-fb3ef63d7997" providerId="ADAL" clId="{653747AB-B972-477B-971B-72476AC003E2}" dt="2023-02-14T12:08:17.214" v="3990" actId="164"/>
          <ac:spMkLst>
            <pc:docMk/>
            <pc:sldMk cId="3854099559" sldId="769"/>
            <ac:spMk id="42" creationId="{B0E88EF9-77B1-E288-4486-A81A5EEE0C20}"/>
          </ac:spMkLst>
        </pc:spChg>
        <pc:grpChg chg="add del mod">
          <ac:chgData name="이민재" userId="f97f16f7-28a5-49bd-9e05-fb3ef63d7997" providerId="ADAL" clId="{653747AB-B972-477B-971B-72476AC003E2}" dt="2023-02-14T05:24:58.289" v="1274" actId="478"/>
          <ac:grpSpMkLst>
            <pc:docMk/>
            <pc:sldMk cId="3854099559" sldId="769"/>
            <ac:grpSpMk id="10" creationId="{08E58E20-E554-2FEB-B931-6943BE517695}"/>
          </ac:grpSpMkLst>
        </pc:grpChg>
        <pc:grpChg chg="add del mod">
          <ac:chgData name="이민재" userId="f97f16f7-28a5-49bd-9e05-fb3ef63d7997" providerId="ADAL" clId="{653747AB-B972-477B-971B-72476AC003E2}" dt="2023-02-14T06:58:11.616" v="1688" actId="165"/>
          <ac:grpSpMkLst>
            <pc:docMk/>
            <pc:sldMk cId="3854099559" sldId="769"/>
            <ac:grpSpMk id="19" creationId="{2B36F621-4714-0F73-6EEA-69251992475E}"/>
          </ac:grpSpMkLst>
        </pc:grpChg>
        <pc:grpChg chg="add mod">
          <ac:chgData name="이민재" userId="f97f16f7-28a5-49bd-9e05-fb3ef63d7997" providerId="ADAL" clId="{653747AB-B972-477B-971B-72476AC003E2}" dt="2023-02-14T07:20:15.239" v="2589" actId="164"/>
          <ac:grpSpMkLst>
            <pc:docMk/>
            <pc:sldMk cId="3854099559" sldId="769"/>
            <ac:grpSpMk id="20" creationId="{6B797226-656E-3D2B-6979-D52AD5BCA05C}"/>
          </ac:grpSpMkLst>
        </pc:grpChg>
        <pc:grpChg chg="add mod">
          <ac:chgData name="이민재" userId="f97f16f7-28a5-49bd-9e05-fb3ef63d7997" providerId="ADAL" clId="{653747AB-B972-477B-971B-72476AC003E2}" dt="2023-02-16T01:02:48.857" v="16043" actId="1035"/>
          <ac:grpSpMkLst>
            <pc:docMk/>
            <pc:sldMk cId="3854099559" sldId="769"/>
            <ac:grpSpMk id="41" creationId="{1B57139D-04EA-EA68-E48A-C2DC26056BDD}"/>
          </ac:grpSpMkLst>
        </pc:grpChg>
        <pc:grpChg chg="add mod">
          <ac:chgData name="이민재" userId="f97f16f7-28a5-49bd-9e05-fb3ef63d7997" providerId="ADAL" clId="{653747AB-B972-477B-971B-72476AC003E2}" dt="2023-02-16T01:02:48.857" v="16043" actId="1035"/>
          <ac:grpSpMkLst>
            <pc:docMk/>
            <pc:sldMk cId="3854099559" sldId="769"/>
            <ac:grpSpMk id="56" creationId="{6B6E6F57-8A6C-412E-031B-2E79A55C76D4}"/>
          </ac:grpSpMkLst>
        </pc:grpChg>
        <pc:picChg chg="del">
          <ac:chgData name="이민재" userId="f97f16f7-28a5-49bd-9e05-fb3ef63d7997" providerId="ADAL" clId="{653747AB-B972-477B-971B-72476AC003E2}" dt="2023-02-14T05:24:24.469" v="1263" actId="478"/>
          <ac:picMkLst>
            <pc:docMk/>
            <pc:sldMk cId="3854099559" sldId="769"/>
            <ac:picMk id="6" creationId="{5158ED70-5455-2E84-1A20-6A16B6CAEAAD}"/>
          </ac:picMkLst>
        </pc:picChg>
        <pc:picChg chg="del">
          <ac:chgData name="이민재" userId="f97f16f7-28a5-49bd-9e05-fb3ef63d7997" providerId="ADAL" clId="{653747AB-B972-477B-971B-72476AC003E2}" dt="2023-02-14T05:24:24.064" v="1262" actId="478"/>
          <ac:picMkLst>
            <pc:docMk/>
            <pc:sldMk cId="3854099559" sldId="769"/>
            <ac:picMk id="8" creationId="{02CE1B7E-CAAB-C5B0-0528-0280203184B3}"/>
          </ac:picMkLst>
        </pc:picChg>
        <pc:picChg chg="mod ord topLvl">
          <ac:chgData name="이민재" userId="f97f16f7-28a5-49bd-9e05-fb3ef63d7997" providerId="ADAL" clId="{653747AB-B972-477B-971B-72476AC003E2}" dt="2023-02-14T07:12:00.218" v="2333" actId="571"/>
          <ac:picMkLst>
            <pc:docMk/>
            <pc:sldMk cId="3854099559" sldId="769"/>
            <ac:picMk id="18" creationId="{34B0AD31-C23C-4548-22EB-CF63152B2F2D}"/>
          </ac:picMkLst>
        </pc:picChg>
        <pc:picChg chg="del mod">
          <ac:chgData name="이민재" userId="f97f16f7-28a5-49bd-9e05-fb3ef63d7997" providerId="ADAL" clId="{653747AB-B972-477B-971B-72476AC003E2}" dt="2023-02-14T05:24:39.839" v="1268" actId="478"/>
          <ac:picMkLst>
            <pc:docMk/>
            <pc:sldMk cId="3854099559" sldId="769"/>
            <ac:picMk id="22" creationId="{BFAA7DF7-5972-4EF1-D9A2-5B10B995B83B}"/>
          </ac:picMkLst>
        </pc:picChg>
        <pc:picChg chg="mod">
          <ac:chgData name="이민재" userId="f97f16f7-28a5-49bd-9e05-fb3ef63d7997" providerId="ADAL" clId="{653747AB-B972-477B-971B-72476AC003E2}" dt="2023-02-14T05:24:45.814" v="1270" actId="164"/>
          <ac:picMkLst>
            <pc:docMk/>
            <pc:sldMk cId="3854099559" sldId="769"/>
            <ac:picMk id="24" creationId="{026FFAEB-9F58-FBD4-CE00-9D12E8322FE0}"/>
          </ac:picMkLst>
        </pc:picChg>
        <pc:picChg chg="add del mod">
          <ac:chgData name="이민재" userId="f97f16f7-28a5-49bd-9e05-fb3ef63d7997" providerId="ADAL" clId="{653747AB-B972-477B-971B-72476AC003E2}" dt="2023-02-14T07:19:32.968" v="2486" actId="478"/>
          <ac:picMkLst>
            <pc:docMk/>
            <pc:sldMk cId="3854099559" sldId="769"/>
            <ac:picMk id="35" creationId="{EE065ECE-3814-0AC0-964B-40FBC7F7F16B}"/>
          </ac:picMkLst>
        </pc:picChg>
        <pc:picChg chg="add mod">
          <ac:chgData name="이민재" userId="f97f16f7-28a5-49bd-9e05-fb3ef63d7997" providerId="ADAL" clId="{653747AB-B972-477B-971B-72476AC003E2}" dt="2023-02-14T12:08:17.214" v="3990" actId="164"/>
          <ac:picMkLst>
            <pc:docMk/>
            <pc:sldMk cId="3854099559" sldId="769"/>
            <ac:picMk id="40" creationId="{126256E4-EDB9-26C2-A4AC-97BAC4589F56}"/>
          </ac:picMkLst>
        </pc:pic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1" creationId="{2EDBF904-EFE0-4A45-AB4F-BB6199EB7D7C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2" creationId="{CB74E737-5D7F-21B1-0A24-0A06920B1CA6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3" creationId="{33AAD7F7-7850-36E0-FF15-3D71A8C80226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6" creationId="{8A40C733-B7BF-DEE7-D3F5-CCED1C09F44C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7" creationId="{73A3E846-F61F-E784-D128-429E159195AB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7" creationId="{F6D40CC9-8400-4870-BBD9-C059ECC140D4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8" creationId="{9D77A3CA-889F-21C5-53D7-FDED461A7D45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9" creationId="{19945B55-F277-5875-4D45-B2D1BC2154D2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3" creationId="{452B2896-CFDA-BC99-840F-0D633C7CC7FF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4" creationId="{4830E820-D70A-6087-C36E-1AD4909E1B3F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5" creationId="{C1B81C3C-0F48-A4B5-0EA9-1B192BAB64F0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9" creationId="{1F602FA1-2140-CC80-ACBA-4729AC72C8F9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3" creationId="{9AA51046-8181-0909-A439-DC4D7C52CE85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4" creationId="{AE68BD61-2B60-827C-1601-2C8544AEABE8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5" creationId="{9C2EE4E7-38F4-D5BE-1DF7-710C4D1194CC}"/>
          </ac:cxnSpMkLst>
        </pc:cxnChg>
      </pc:sldChg>
      <pc:sldChg chg="add del">
        <pc:chgData name="이민재" userId="f97f16f7-28a5-49bd-9e05-fb3ef63d7997" providerId="ADAL" clId="{653747AB-B972-477B-971B-72476AC003E2}" dt="2023-02-14T05:25:53.799" v="1279"/>
        <pc:sldMkLst>
          <pc:docMk/>
          <pc:sldMk cId="1116315051" sldId="770"/>
        </pc:sldMkLst>
      </pc:sldChg>
      <pc:sldChg chg="add">
        <pc:chgData name="이민재" userId="f97f16f7-28a5-49bd-9e05-fb3ef63d7997" providerId="ADAL" clId="{653747AB-B972-477B-971B-72476AC003E2}" dt="2023-02-14T08:49:19.721" v="3394"/>
        <pc:sldMkLst>
          <pc:docMk/>
          <pc:sldMk cId="3554462379" sldId="770"/>
        </pc:sldMkLst>
      </pc:sldChg>
      <pc:sldChg chg="addSp delSp modSp new mod">
        <pc:chgData name="이민재" userId="f97f16f7-28a5-49bd-9e05-fb3ef63d7997" providerId="ADAL" clId="{653747AB-B972-477B-971B-72476AC003E2}" dt="2023-02-16T02:23:45.359" v="19837" actId="20577"/>
        <pc:sldMkLst>
          <pc:docMk/>
          <pc:sldMk cId="987258101" sldId="771"/>
        </pc:sldMkLst>
        <pc:spChg chg="mod">
          <ac:chgData name="이민재" userId="f97f16f7-28a5-49bd-9e05-fb3ef63d7997" providerId="ADAL" clId="{653747AB-B972-477B-971B-72476AC003E2}" dt="2023-02-16T01:42:14.686" v="17427" actId="20577"/>
          <ac:spMkLst>
            <pc:docMk/>
            <pc:sldMk cId="987258101" sldId="771"/>
            <ac:spMk id="2" creationId="{3E28B798-A5C3-DE7E-7936-4C0589E7CF97}"/>
          </ac:spMkLst>
        </pc:spChg>
        <pc:spChg chg="mod">
          <ac:chgData name="이민재" userId="f97f16f7-28a5-49bd-9e05-fb3ef63d7997" providerId="ADAL" clId="{653747AB-B972-477B-971B-72476AC003E2}" dt="2023-02-16T02:10:32.967" v="18878" actId="1036"/>
          <ac:spMkLst>
            <pc:docMk/>
            <pc:sldMk cId="987258101" sldId="771"/>
            <ac:spMk id="3" creationId="{333DAD2B-9BAD-F367-0FD1-DB020F414DCD}"/>
          </ac:spMkLst>
        </pc:spChg>
        <pc:spChg chg="del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4" creationId="{954B70F5-B6AF-6790-D03B-C616B6A88391}"/>
          </ac:spMkLst>
        </pc:spChg>
        <pc:spChg chg="add del mod">
          <ac:chgData name="이민재" userId="f97f16f7-28a5-49bd-9e05-fb3ef63d7997" providerId="ADAL" clId="{653747AB-B972-477B-971B-72476AC003E2}" dt="2023-02-15T18:28:54.749" v="7938" actId="478"/>
          <ac:spMkLst>
            <pc:docMk/>
            <pc:sldMk cId="987258101" sldId="771"/>
            <ac:spMk id="6" creationId="{53659079-5EE2-B138-426C-F69150927D30}"/>
          </ac:spMkLst>
        </pc:spChg>
        <pc:spChg chg="add del mod">
          <ac:chgData name="이민재" userId="f97f16f7-28a5-49bd-9e05-fb3ef63d7997" providerId="ADAL" clId="{653747AB-B972-477B-971B-72476AC003E2}" dt="2023-02-15T18:28:54.749" v="7938" actId="478"/>
          <ac:spMkLst>
            <pc:docMk/>
            <pc:sldMk cId="987258101" sldId="771"/>
            <ac:spMk id="7" creationId="{0C8CD6F0-6F1F-52A3-145E-6157DD33A68B}"/>
          </ac:spMkLst>
        </pc:spChg>
        <pc:spChg chg="add mod">
          <ac:chgData name="이민재" userId="f97f16f7-28a5-49bd-9e05-fb3ef63d7997" providerId="ADAL" clId="{653747AB-B972-477B-971B-72476AC003E2}" dt="2023-02-16T02:08:32.806" v="18741" actId="1037"/>
          <ac:spMkLst>
            <pc:docMk/>
            <pc:sldMk cId="987258101" sldId="771"/>
            <ac:spMk id="26" creationId="{9E004CAB-A17F-680F-E0DE-EF261EEF43FB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7" creationId="{2DD0DBE6-6298-DCD9-22D2-721FCB4BBDA8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8" creationId="{0211D15C-9836-9369-600B-5EC03E592597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9" creationId="{045C444C-37BA-DB8E-AC12-49585A9C77EB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0" creationId="{C5FF4480-F4E4-560D-76A3-CDA728999F86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1" creationId="{684A0B47-CCD7-AA48-78BF-6881F300BA32}"/>
          </ac:spMkLst>
        </pc:spChg>
        <pc:spChg chg="add mod">
          <ac:chgData name="이민재" userId="f97f16f7-28a5-49bd-9e05-fb3ef63d7997" providerId="ADAL" clId="{653747AB-B972-477B-971B-72476AC003E2}" dt="2023-02-16T02:02:36.294" v="18397" actId="1035"/>
          <ac:spMkLst>
            <pc:docMk/>
            <pc:sldMk cId="987258101" sldId="771"/>
            <ac:spMk id="34" creationId="{7F76D1D6-AE93-7C77-7142-B710FBBFB5E8}"/>
          </ac:spMkLst>
        </pc:spChg>
        <pc:spChg chg="add mod">
          <ac:chgData name="이민재" userId="f97f16f7-28a5-49bd-9e05-fb3ef63d7997" providerId="ADAL" clId="{653747AB-B972-477B-971B-72476AC003E2}" dt="2023-02-16T02:02:52.913" v="18440" actId="1037"/>
          <ac:spMkLst>
            <pc:docMk/>
            <pc:sldMk cId="987258101" sldId="771"/>
            <ac:spMk id="35" creationId="{A49D9AA7-24FA-93EB-DEFD-D886C5B6DE9D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6" creationId="{D5EA8EFC-D294-FCE7-7CE2-B37A3B4612F8}"/>
          </ac:spMkLst>
        </pc:spChg>
        <pc:spChg chg="add mod">
          <ac:chgData name="이민재" userId="f97f16f7-28a5-49bd-9e05-fb3ef63d7997" providerId="ADAL" clId="{653747AB-B972-477B-971B-72476AC003E2}" dt="2023-02-16T02:21:19.948" v="19666" actId="1035"/>
          <ac:spMkLst>
            <pc:docMk/>
            <pc:sldMk cId="987258101" sldId="771"/>
            <ac:spMk id="37" creationId="{B4D1E9F9-852E-3F02-2AE5-DF4E7E7438E0}"/>
          </ac:spMkLst>
        </pc:spChg>
        <pc:spChg chg="add mod">
          <ac:chgData name="이민재" userId="f97f16f7-28a5-49bd-9e05-fb3ef63d7997" providerId="ADAL" clId="{653747AB-B972-477B-971B-72476AC003E2}" dt="2023-02-16T02:23:45.359" v="19837" actId="20577"/>
          <ac:spMkLst>
            <pc:docMk/>
            <pc:sldMk cId="987258101" sldId="771"/>
            <ac:spMk id="41" creationId="{9B286AAC-1A49-190F-5BD7-1E75FFF38220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2" creationId="{13BDA8D3-F6E0-10DD-BFA2-27F92C068779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8" creationId="{294E93D2-024F-8E48-71E0-97477F20D47A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9" creationId="{49DB007F-CE6F-256A-B04A-9D807613F33A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0" creationId="{463AF374-D5B8-BB95-16D4-DF2952C4C0C2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1" creationId="{54926357-8629-FEDF-1B18-799E7BDF367C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2" creationId="{FACA0347-0543-06C0-ACCB-802E5ED007EC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3" creationId="{46386193-703B-1783-0341-E125A530C49A}"/>
          </ac:spMkLst>
        </pc:spChg>
        <pc:spChg chg="add mod">
          <ac:chgData name="이민재" userId="f97f16f7-28a5-49bd-9e05-fb3ef63d7997" providerId="ADAL" clId="{653747AB-B972-477B-971B-72476AC003E2}" dt="2023-02-16T02:23:39.174" v="19836" actId="14100"/>
          <ac:spMkLst>
            <pc:docMk/>
            <pc:sldMk cId="987258101" sldId="771"/>
            <ac:spMk id="63" creationId="{9288E561-B01D-0C52-4A9B-118A1EE9A102}"/>
          </ac:spMkLst>
        </pc:spChg>
        <pc:graphicFrameChg chg="del mod">
          <ac:chgData name="이민재" userId="f97f16f7-28a5-49bd-9e05-fb3ef63d7997" providerId="ADAL" clId="{653747AB-B972-477B-971B-72476AC003E2}" dt="2023-02-15T18:10:31.875" v="7933" actId="478"/>
          <ac:graphicFrameMkLst>
            <pc:docMk/>
            <pc:sldMk cId="987258101" sldId="771"/>
            <ac:graphicFrameMk id="5" creationId="{D3B50DD3-9881-2FC8-F3C6-3610FC33FACA}"/>
          </ac:graphicFrameMkLst>
        </pc:graphicFrameChg>
        <pc:picChg chg="add del mod">
          <ac:chgData name="이민재" userId="f97f16f7-28a5-49bd-9e05-fb3ef63d7997" providerId="ADAL" clId="{653747AB-B972-477B-971B-72476AC003E2}" dt="2023-02-15T18:28:47.931" v="7934" actId="478"/>
          <ac:picMkLst>
            <pc:docMk/>
            <pc:sldMk cId="987258101" sldId="771"/>
            <ac:picMk id="9" creationId="{71DA639B-33DD-9446-AFE1-9BFAE417D4C1}"/>
          </ac:picMkLst>
        </pc:picChg>
        <pc:picChg chg="add del mod">
          <ac:chgData name="이민재" userId="f97f16f7-28a5-49bd-9e05-fb3ef63d7997" providerId="ADAL" clId="{653747AB-B972-477B-971B-72476AC003E2}" dt="2023-02-15T18:28:48.371" v="7935" actId="478"/>
          <ac:picMkLst>
            <pc:docMk/>
            <pc:sldMk cId="987258101" sldId="771"/>
            <ac:picMk id="11" creationId="{D29A9D92-21D6-DE85-6348-57F96B84B829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3" creationId="{FA095701-36EA-9955-39B9-31ED979410C3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5" creationId="{F9D16FE9-7F5C-E6CC-6631-D1E1E60AADDD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7" creationId="{462E85FF-5500-04DF-74D4-F4A59EF618D5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9" creationId="{06BB67FF-20C9-79BA-8A47-974DCB5D9AC1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21" creationId="{909F92D2-7C32-D89B-FD01-0CF86CFCC915}"/>
          </ac:picMkLst>
        </pc:picChg>
        <pc:picChg chg="add mod">
          <ac:chgData name="이민재" userId="f97f16f7-28a5-49bd-9e05-fb3ef63d7997" providerId="ADAL" clId="{653747AB-B972-477B-971B-72476AC003E2}" dt="2023-02-16T02:10:22.957" v="18868" actId="1035"/>
          <ac:picMkLst>
            <pc:docMk/>
            <pc:sldMk cId="987258101" sldId="771"/>
            <ac:picMk id="23" creationId="{EBADF75A-27F0-F5EB-448C-A65E42D43421}"/>
          </ac:picMkLst>
        </pc:picChg>
        <pc:picChg chg="add mod">
          <ac:chgData name="이민재" userId="f97f16f7-28a5-49bd-9e05-fb3ef63d7997" providerId="ADAL" clId="{653747AB-B972-477B-971B-72476AC003E2}" dt="2023-02-16T02:10:22.957" v="18868" actId="1035"/>
          <ac:picMkLst>
            <pc:docMk/>
            <pc:sldMk cId="987258101" sldId="771"/>
            <ac:picMk id="25" creationId="{EEC765B7-C01F-1EC8-6321-AEBFE643F74C}"/>
          </ac:picMkLst>
        </pc:picChg>
        <pc:picChg chg="add mod">
          <ac:chgData name="이민재" userId="f97f16f7-28a5-49bd-9e05-fb3ef63d7997" providerId="ADAL" clId="{653747AB-B972-477B-971B-72476AC003E2}" dt="2023-02-16T02:01:54.769" v="18364" actId="1076"/>
          <ac:picMkLst>
            <pc:docMk/>
            <pc:sldMk cId="987258101" sldId="771"/>
            <ac:picMk id="33" creationId="{AF51EC27-AC17-6ACB-11FF-077068996DD3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3" creationId="{41B8AC01-12F7-310A-A08C-480134CA5F65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4" creationId="{FDD42042-C515-741E-E90A-36CE337AF7D8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5" creationId="{D62FCB2E-F45D-F776-3A43-4B7029737A9C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6" creationId="{07B6FA54-073E-19AE-3AC2-FFD178D5899D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7" creationId="{F2AE90F5-465B-0FFA-4A3F-38853318995D}"/>
          </ac:picMkLst>
        </pc:picChg>
        <pc:cxnChg chg="add mod">
          <ac:chgData name="이민재" userId="f97f16f7-28a5-49bd-9e05-fb3ef63d7997" providerId="ADAL" clId="{653747AB-B972-477B-971B-72476AC003E2}" dt="2023-02-16T02:21:26.801" v="19669" actId="14100"/>
          <ac:cxnSpMkLst>
            <pc:docMk/>
            <pc:sldMk cId="987258101" sldId="771"/>
            <ac:cxnSpMk id="39" creationId="{46CBCE56-E5A1-0F0C-7F5D-E52285F11676}"/>
          </ac:cxnSpMkLst>
        </pc:cxnChg>
        <pc:cxnChg chg="add mod">
          <ac:chgData name="이민재" userId="f97f16f7-28a5-49bd-9e05-fb3ef63d7997" providerId="ADAL" clId="{653747AB-B972-477B-971B-72476AC003E2}" dt="2023-02-16T02:21:55.385" v="19677" actId="14100"/>
          <ac:cxnSpMkLst>
            <pc:docMk/>
            <pc:sldMk cId="987258101" sldId="771"/>
            <ac:cxnSpMk id="56" creationId="{B7BC3E1C-7FB2-D24B-E513-2AECF8327690}"/>
          </ac:cxnSpMkLst>
        </pc:cxnChg>
        <pc:cxnChg chg="add mod">
          <ac:chgData name="이민재" userId="f97f16f7-28a5-49bd-9e05-fb3ef63d7997" providerId="ADAL" clId="{653747AB-B972-477B-971B-72476AC003E2}" dt="2023-02-16T02:22:18.220" v="19688" actId="692"/>
          <ac:cxnSpMkLst>
            <pc:docMk/>
            <pc:sldMk cId="987258101" sldId="771"/>
            <ac:cxnSpMk id="62" creationId="{EF612517-9C92-915E-A502-4FAB6E7DA564}"/>
          </ac:cxnSpMkLst>
        </pc:cxnChg>
      </pc:sldChg>
      <pc:sldChg chg="modSp new mod ord">
        <pc:chgData name="이민재" userId="f97f16f7-28a5-49bd-9e05-fb3ef63d7997" providerId="ADAL" clId="{653747AB-B972-477B-971B-72476AC003E2}" dt="2023-02-16T05:52:08.394" v="21093"/>
        <pc:sldMkLst>
          <pc:docMk/>
          <pc:sldMk cId="2662212376" sldId="772"/>
        </pc:sldMkLst>
        <pc:spChg chg="mod">
          <ac:chgData name="이민재" userId="f97f16f7-28a5-49bd-9e05-fb3ef63d7997" providerId="ADAL" clId="{653747AB-B972-477B-971B-72476AC003E2}" dt="2023-02-14T12:16:59.755" v="4446" actId="20577"/>
          <ac:spMkLst>
            <pc:docMk/>
            <pc:sldMk cId="2662212376" sldId="772"/>
            <ac:spMk id="2" creationId="{32240428-3D06-3542-9BC6-180B8C647D4A}"/>
          </ac:spMkLst>
        </pc:spChg>
      </pc:sldChg>
      <pc:sldChg chg="modSp add mod ord">
        <pc:chgData name="이민재" userId="f97f16f7-28a5-49bd-9e05-fb3ef63d7997" providerId="ADAL" clId="{653747AB-B972-477B-971B-72476AC003E2}" dt="2023-02-16T05:52:08.394" v="21093"/>
        <pc:sldMkLst>
          <pc:docMk/>
          <pc:sldMk cId="3293238475" sldId="773"/>
        </pc:sldMkLst>
        <pc:spChg chg="mod">
          <ac:chgData name="이민재" userId="f97f16f7-28a5-49bd-9e05-fb3ef63d7997" providerId="ADAL" clId="{653747AB-B972-477B-971B-72476AC003E2}" dt="2023-02-14T12:17:10.108" v="4470" actId="20577"/>
          <ac:spMkLst>
            <pc:docMk/>
            <pc:sldMk cId="3293238475" sldId="773"/>
            <ac:spMk id="2" creationId="{32240428-3D06-3542-9BC6-180B8C647D4A}"/>
          </ac:spMkLst>
        </pc:spChg>
      </pc:sldChg>
      <pc:sldChg chg="addSp delSp modSp add mod">
        <pc:chgData name="이민재" userId="f97f16f7-28a5-49bd-9e05-fb3ef63d7997" providerId="ADAL" clId="{653747AB-B972-477B-971B-72476AC003E2}" dt="2023-02-16T01:13:18.682" v="16456"/>
        <pc:sldMkLst>
          <pc:docMk/>
          <pc:sldMk cId="395132337" sldId="775"/>
        </pc:sldMkLst>
        <pc:spChg chg="add del mod">
          <ac:chgData name="이민재" userId="f97f16f7-28a5-49bd-9e05-fb3ef63d7997" providerId="ADAL" clId="{653747AB-B972-477B-971B-72476AC003E2}" dt="2023-02-15T12:41:19.224" v="6912" actId="478"/>
          <ac:spMkLst>
            <pc:docMk/>
            <pc:sldMk cId="395132337" sldId="775"/>
            <ac:spMk id="2" creationId="{2306C91B-0068-4B0C-E321-690AD2B73378}"/>
          </ac:spMkLst>
        </pc:spChg>
        <pc:spChg chg="del">
          <ac:chgData name="이민재" userId="f97f16f7-28a5-49bd-9e05-fb3ef63d7997" providerId="ADAL" clId="{653747AB-B972-477B-971B-72476AC003E2}" dt="2023-02-15T12:41:20.743" v="6913" actId="21"/>
          <ac:spMkLst>
            <pc:docMk/>
            <pc:sldMk cId="395132337" sldId="775"/>
            <ac:spMk id="5" creationId="{532E1452-4970-CD21-C56C-0C3FF2EE9BB9}"/>
          </ac:spMkLst>
        </pc:spChg>
        <pc:spChg chg="add del mod">
          <ac:chgData name="이민재" userId="f97f16f7-28a5-49bd-9e05-fb3ef63d7997" providerId="ADAL" clId="{653747AB-B972-477B-971B-72476AC003E2}" dt="2023-02-15T13:11:52.828" v="7867" actId="478"/>
          <ac:spMkLst>
            <pc:docMk/>
            <pc:sldMk cId="395132337" sldId="775"/>
            <ac:spMk id="9" creationId="{401B4B62-DCDA-CC5C-47EE-DEAD2571F998}"/>
          </ac:spMkLst>
        </pc:spChg>
        <pc:spChg chg="add mod">
          <ac:chgData name="이민재" userId="f97f16f7-28a5-49bd-9e05-fb3ef63d7997" providerId="ADAL" clId="{653747AB-B972-477B-971B-72476AC003E2}" dt="2023-02-16T01:13:18.682" v="16456"/>
          <ac:spMkLst>
            <pc:docMk/>
            <pc:sldMk cId="395132337" sldId="775"/>
            <ac:spMk id="10" creationId="{2F81D6C0-E243-F9A5-C6AC-A061DEE8B03E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14" creationId="{41550863-4F73-41F1-C72A-0D5EC310C650}"/>
          </ac:spMkLst>
        </pc:spChg>
        <pc:spChg chg="add del mod">
          <ac:chgData name="이민재" userId="f97f16f7-28a5-49bd-9e05-fb3ef63d7997" providerId="ADAL" clId="{653747AB-B972-477B-971B-72476AC003E2}" dt="2023-02-15T13:11:55.227" v="7868" actId="478"/>
          <ac:spMkLst>
            <pc:docMk/>
            <pc:sldMk cId="395132337" sldId="775"/>
            <ac:spMk id="15" creationId="{8BD02B12-08EA-61E3-6F75-FC98A2E104DB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16" creationId="{4B8297E5-D57F-B04E-37BF-9E6C4CDF0F4E}"/>
          </ac:spMkLst>
        </pc:spChg>
        <pc:spChg chg="add del mod">
          <ac:chgData name="이민재" userId="f97f16f7-28a5-49bd-9e05-fb3ef63d7997" providerId="ADAL" clId="{653747AB-B972-477B-971B-72476AC003E2}" dt="2023-02-15T21:42:12.404" v="9374" actId="478"/>
          <ac:spMkLst>
            <pc:docMk/>
            <pc:sldMk cId="395132337" sldId="775"/>
            <ac:spMk id="17" creationId="{3E12454C-0DB5-A3DC-1792-5C23010324F4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0" creationId="{F0A3BFA5-9265-170E-86AB-ED2D2C525D3B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2" creationId="{9D53A75B-6802-6ABA-A14B-B7ADB6464AA5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3" creationId="{AFE95C54-A8AF-B8AA-F489-684E0C473605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4" creationId="{AF3B8363-ECDD-89A2-8A4F-C2B04D4F2F1C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5" creationId="{97089201-5968-A736-A73B-C1E448ACD80C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6" creationId="{90C575AF-FCFF-49CB-045F-C2AF44BA85C1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7" creationId="{A5F078F6-81F1-300C-3BB5-07F0037A2005}"/>
          </ac:spMkLst>
        </pc:spChg>
        <pc:spChg chg="mod">
          <ac:chgData name="이민재" userId="f97f16f7-28a5-49bd-9e05-fb3ef63d7997" providerId="ADAL" clId="{653747AB-B972-477B-971B-72476AC003E2}" dt="2023-02-15T22:50:19.237" v="11625" actId="20577"/>
          <ac:spMkLst>
            <pc:docMk/>
            <pc:sldMk cId="395132337" sldId="775"/>
            <ac:spMk id="29" creationId="{295AB01C-2E70-A564-5FCB-E090B1DBEDF8}"/>
          </ac:spMkLst>
        </pc:spChg>
        <pc:spChg chg="mod">
          <ac:chgData name="이민재" userId="f97f16f7-28a5-49bd-9e05-fb3ef63d7997" providerId="ADAL" clId="{653747AB-B972-477B-971B-72476AC003E2}" dt="2023-02-15T22:46:13.784" v="11494" actId="114"/>
          <ac:spMkLst>
            <pc:docMk/>
            <pc:sldMk cId="395132337" sldId="775"/>
            <ac:spMk id="31" creationId="{FB096BF9-7934-52AD-1B46-A96AB9BE8B1B}"/>
          </ac:spMkLst>
        </pc:spChg>
        <pc:spChg chg="mod">
          <ac:chgData name="이민재" userId="f97f16f7-28a5-49bd-9e05-fb3ef63d7997" providerId="ADAL" clId="{653747AB-B972-477B-971B-72476AC003E2}" dt="2023-02-15T22:46:16.084" v="11495" actId="114"/>
          <ac:spMkLst>
            <pc:docMk/>
            <pc:sldMk cId="395132337" sldId="775"/>
            <ac:spMk id="32" creationId="{8C0BF990-7AAC-EBC6-2303-0677528D1EB8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4" creationId="{513B9D25-C455-3A5F-D9B3-1799FEB7C84E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5" creationId="{1BA764AB-8335-7647-C7B1-6A2AE4098D61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6" creationId="{799D8A46-B6D6-04E8-B092-FCD2F6A44C68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9" creationId="{E3E04C70-A7C9-D7A1-C559-94EC2ABA26D0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42" creationId="{4196CA1C-C0CE-5282-088E-54536EB12B05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43" creationId="{95ED47D4-169D-1FFD-0DA2-6455EE0A3113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44" creationId="{10384E90-EEF1-49BC-F98B-26330D5451DA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0" creationId="{1B3514E5-BD53-8F99-06EE-A457E1D32324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5" creationId="{12D65FA5-0908-BA6B-1DEB-2CDE76B7AD5C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6" creationId="{37CE39EC-1290-6028-428C-F7403AEB7B8A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0" creationId="{927DC016-D041-A0AE-5926-153B205C1D81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1" creationId="{0285BFC3-CA46-C467-94D3-2CB3817DC941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2" creationId="{95C9E1D8-CFD6-34A2-E5CA-CFEA8A7CD432}"/>
          </ac:spMkLst>
        </pc:spChg>
        <pc:spChg chg="add del mod">
          <ac:chgData name="이민재" userId="f97f16f7-28a5-49bd-9e05-fb3ef63d7997" providerId="ADAL" clId="{653747AB-B972-477B-971B-72476AC003E2}" dt="2023-02-15T21:54:56.741" v="9708" actId="478"/>
          <ac:spMkLst>
            <pc:docMk/>
            <pc:sldMk cId="395132337" sldId="775"/>
            <ac:spMk id="64" creationId="{55F03CA8-BB43-97FA-CF99-83E68F3CFB03}"/>
          </ac:spMkLst>
        </pc:spChg>
        <pc:spChg chg="add del mod">
          <ac:chgData name="이민재" userId="f97f16f7-28a5-49bd-9e05-fb3ef63d7997" providerId="ADAL" clId="{653747AB-B972-477B-971B-72476AC003E2}" dt="2023-02-15T21:54:58.374" v="9709" actId="478"/>
          <ac:spMkLst>
            <pc:docMk/>
            <pc:sldMk cId="395132337" sldId="775"/>
            <ac:spMk id="66" creationId="{AC132A99-A227-7A20-B4C5-D82217CC7AF8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7" creationId="{50EBF51D-FBA7-EF9E-5C4E-375E0ED7C950}"/>
          </ac:spMkLst>
        </pc:spChg>
        <pc:spChg chg="add mod">
          <ac:chgData name="이민재" userId="f97f16f7-28a5-49bd-9e05-fb3ef63d7997" providerId="ADAL" clId="{653747AB-B972-477B-971B-72476AC003E2}" dt="2023-02-15T22:59:39.092" v="11828" actId="14100"/>
          <ac:spMkLst>
            <pc:docMk/>
            <pc:sldMk cId="395132337" sldId="775"/>
            <ac:spMk id="68" creationId="{BBD086C6-A347-8277-B16A-DB763306EBF0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69" creationId="{991DE04F-FFA4-6E2D-CAC8-AA01F14826CC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0" creationId="{1E095675-FCF9-E066-0550-A4B21188FD13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1" creationId="{E92A1DB1-DF22-9C2A-AD6D-78A92F8EEDFB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2" creationId="{57202CF2-0515-16D8-E1DA-89DD75285270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5" creationId="{53CC72B0-EA6E-CEFC-96D6-5E6080A86827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6" creationId="{708DCE0C-6074-347F-E927-BA883A94FC79}"/>
          </ac:spMkLst>
        </pc:spChg>
        <pc:spChg chg="add mod">
          <ac:chgData name="이민재" userId="f97f16f7-28a5-49bd-9e05-fb3ef63d7997" providerId="ADAL" clId="{653747AB-B972-477B-971B-72476AC003E2}" dt="2023-02-15T22:57:59.922" v="11818" actId="2711"/>
          <ac:spMkLst>
            <pc:docMk/>
            <pc:sldMk cId="395132337" sldId="775"/>
            <ac:spMk id="77" creationId="{E2FFF766-DE9E-E5C8-E73A-77B4EBC032E7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9" creationId="{AFE5F378-6733-4227-47C9-9CF3BC1166A6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81" creationId="{8888AE3B-1740-9CED-332C-2405EEA8DF83}"/>
          </ac:spMkLst>
        </pc:spChg>
        <pc:spChg chg="add mod">
          <ac:chgData name="이민재" userId="f97f16f7-28a5-49bd-9e05-fb3ef63d7997" providerId="ADAL" clId="{653747AB-B972-477B-971B-72476AC003E2}" dt="2023-02-15T23:22:30.570" v="12479" actId="1036"/>
          <ac:spMkLst>
            <pc:docMk/>
            <pc:sldMk cId="395132337" sldId="775"/>
            <ac:spMk id="82" creationId="{567BF740-08AA-D2E1-C44A-0FEF78C77CA0}"/>
          </ac:spMkLst>
        </pc:spChg>
        <pc:spChg chg="add mod">
          <ac:chgData name="이민재" userId="f97f16f7-28a5-49bd-9e05-fb3ef63d7997" providerId="ADAL" clId="{653747AB-B972-477B-971B-72476AC003E2}" dt="2023-02-15T22:57:04.994" v="11817" actId="20577"/>
          <ac:spMkLst>
            <pc:docMk/>
            <pc:sldMk cId="395132337" sldId="775"/>
            <ac:spMk id="84" creationId="{1B4F3516-DFC1-F174-5399-D590A7AD5BFC}"/>
          </ac:spMkLst>
        </pc:spChg>
        <pc:spChg chg="add mod">
          <ac:chgData name="이민재" userId="f97f16f7-28a5-49bd-9e05-fb3ef63d7997" providerId="ADAL" clId="{653747AB-B972-477B-971B-72476AC003E2}" dt="2023-02-15T22:53:29.437" v="11764" actId="1035"/>
          <ac:spMkLst>
            <pc:docMk/>
            <pc:sldMk cId="395132337" sldId="775"/>
            <ac:spMk id="86" creationId="{EA83F799-E060-F4F0-B995-D2782FFB147C}"/>
          </ac:spMkLst>
        </pc:spChg>
        <pc:grpChg chg="mod">
          <ac:chgData name="이민재" userId="f97f16f7-28a5-49bd-9e05-fb3ef63d7997" providerId="ADAL" clId="{653747AB-B972-477B-971B-72476AC003E2}" dt="2023-02-15T22:52:22.870" v="11689" actId="1038"/>
          <ac:grpSpMkLst>
            <pc:docMk/>
            <pc:sldMk cId="395132337" sldId="775"/>
            <ac:grpSpMk id="51" creationId="{416CD160-DF53-E483-C3EB-D9F75EB845F2}"/>
          </ac:grpSpMkLst>
        </pc:grpChg>
        <pc:grpChg chg="add mod">
          <ac:chgData name="이민재" userId="f97f16f7-28a5-49bd-9e05-fb3ef63d7997" providerId="ADAL" clId="{653747AB-B972-477B-971B-72476AC003E2}" dt="2023-02-15T23:13:40.031" v="11989" actId="1038"/>
          <ac:grpSpMkLst>
            <pc:docMk/>
            <pc:sldMk cId="395132337" sldId="775"/>
            <ac:grpSpMk id="85" creationId="{A4CCFDB6-ED13-3B4D-FC4B-9065B53D16C1}"/>
          </ac:grpSpMkLst>
        </pc:grpChg>
        <pc:picChg chg="del">
          <ac:chgData name="이민재" userId="f97f16f7-28a5-49bd-9e05-fb3ef63d7997" providerId="ADAL" clId="{653747AB-B972-477B-971B-72476AC003E2}" dt="2023-02-15T12:40:52.940" v="6896" actId="478"/>
          <ac:picMkLst>
            <pc:docMk/>
            <pc:sldMk cId="395132337" sldId="775"/>
            <ac:picMk id="6" creationId="{864382A5-96F1-0080-35CA-262E382FC14C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8" creationId="{9F1F8E8E-87CB-0B4A-7FFE-33EF7A9C5F84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1" creationId="{00376D0B-4B46-6A2E-5E7E-756CA1D7A6F9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3" creationId="{B24F5F0F-501F-D9B8-2792-2CEEEABBD344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9" creationId="{1F229CF4-A0EE-515A-2C4B-7D6E9D9D9BC5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49" creationId="{C8BEFEFA-627F-A682-BD60-AA2E08A63D18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2" creationId="{9C1C6B3B-8690-4676-87F7-7C59FAB5F976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3" creationId="{5D0CA3E5-B59A-5487-6CEA-8660392B051B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4" creationId="{4116E246-07F8-69D5-D491-ED805001B899}"/>
          </ac:picMkLst>
        </pc:pic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18" creationId="{EDF64063-03F7-99B2-0A0F-E0CCCFC02E02}"/>
          </ac:cxnSpMkLst>
        </pc:cxn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21" creationId="{C2BC798C-9B9B-E5FB-B257-B7246BBF40DE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0" creationId="{EF8E42E3-1A39-7B75-ECBE-10914E42D92D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3" creationId="{E55E229D-B746-ECDC-15E1-6E1E311CC6D7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8" creationId="{E7DFE8EB-F970-9281-396F-CD3D429F129B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41" creationId="{4BCB4E37-A7FC-4043-90BA-A222CDC918F7}"/>
          </ac:cxnSpMkLst>
        </pc:cxn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57" creationId="{A78ABBC3-F65B-F10C-7D1C-CB52E63E701A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58" creationId="{CE76127D-5CC0-078D-4436-AA01BFEDE0C8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59" creationId="{807603C6-3FEA-22DD-1E31-C95A6D93081A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63" creationId="{8F7ECD43-BBB9-D943-7F7C-97F6C753CFFB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65" creationId="{87408658-ADF4-6990-3375-52C53EE1E04F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3" creationId="{C73DDEFF-D20F-7868-728C-4010C5F9E579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4" creationId="{51DA2522-E602-DD82-D080-B0DEE0BBFDBA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8" creationId="{1CF9E340-FC98-0ACC-283B-BBC86BB1ACDD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80" creationId="{C80E04FA-01F1-1337-44A7-F7A3097C7389}"/>
          </ac:cxnSpMkLst>
        </pc:cxnChg>
      </pc:sldChg>
      <pc:sldChg chg="addSp delSp modSp new mod ord">
        <pc:chgData name="이민재" userId="f97f16f7-28a5-49bd-9e05-fb3ef63d7997" providerId="ADAL" clId="{653747AB-B972-477B-971B-72476AC003E2}" dt="2023-02-16T01:09:17.059" v="16382" actId="27636"/>
        <pc:sldMkLst>
          <pc:docMk/>
          <pc:sldMk cId="1252742580" sldId="776"/>
        </pc:sldMkLst>
        <pc:spChg chg="mod">
          <ac:chgData name="이민재" userId="f97f16f7-28a5-49bd-9e05-fb3ef63d7997" providerId="ADAL" clId="{653747AB-B972-477B-971B-72476AC003E2}" dt="2023-02-15T12:31:17.842" v="6606" actId="20577"/>
          <ac:spMkLst>
            <pc:docMk/>
            <pc:sldMk cId="1252742580" sldId="776"/>
            <ac:spMk id="2" creationId="{F5FD6824-10CB-E546-5C2C-1504D91B4ED6}"/>
          </ac:spMkLst>
        </pc:spChg>
        <pc:spChg chg="mod">
          <ac:chgData name="이민재" userId="f97f16f7-28a5-49bd-9e05-fb3ef63d7997" providerId="ADAL" clId="{653747AB-B972-477B-971B-72476AC003E2}" dt="2023-02-16T01:09:17.059" v="16382" actId="27636"/>
          <ac:spMkLst>
            <pc:docMk/>
            <pc:sldMk cId="1252742580" sldId="776"/>
            <ac:spMk id="3" creationId="{0BA0C85A-BFCA-D93E-706A-2DE4DBC12766}"/>
          </ac:spMkLst>
        </pc:spChg>
        <pc:spChg chg="add del mod">
          <ac:chgData name="이민재" userId="f97f16f7-28a5-49bd-9e05-fb3ef63d7997" providerId="ADAL" clId="{653747AB-B972-477B-971B-72476AC003E2}" dt="2023-02-15T12:27:30.614" v="6404" actId="478"/>
          <ac:spMkLst>
            <pc:docMk/>
            <pc:sldMk cId="1252742580" sldId="776"/>
            <ac:spMk id="6" creationId="{7119343B-515D-11CC-7BEE-892CB154FB16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3" creationId="{D0AEFE52-755D-A71F-BFEF-F656EB2BA4DC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4" creationId="{91A1521F-6B93-9D3E-A9BD-AECB73EC7F05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5" creationId="{F5AF9517-AC90-B87D-85A2-4EB41CCA34F2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6" creationId="{60C0D936-E752-DB71-BD7B-B3527F462F0D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7" creationId="{615A3CCF-83DD-EE16-C675-39A626DC5E03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8" creationId="{DD4F4FC3-D17B-1928-1C2B-9CF8F6D978E7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9" creationId="{92EE9411-7DF3-3212-2B24-8211EAF66B59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20" creationId="{CF234CF9-D131-0AA6-71C5-442F4C7E79C5}"/>
          </ac:spMkLst>
        </pc:spChg>
        <pc:spChg chg="add del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2" creationId="{4BA002DF-D935-3DDE-9BD8-859DAA191235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6" creationId="{81FBEE79-AEA8-1EA4-8812-911CEE0B7E9C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7" creationId="{D163F6AB-D270-0469-39DE-C36A2FD9F22F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8" creationId="{EAF64845-1F7B-7D61-2E6B-DBEBE0AA2BA2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9" creationId="{DB2E5B7F-00D6-7BFA-168F-3895AC6782C1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0" creationId="{C226A444-28EA-3DBC-909E-DC21B7E3A30C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1" creationId="{7E7F05D6-6BD6-5087-06BB-DFC121ACA548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2" creationId="{6A74C202-B1D3-EE42-0940-9B20E370385D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3" creationId="{69DD72FE-208B-5D2A-E551-512568D080DF}"/>
          </ac:spMkLst>
        </pc:spChg>
        <pc:picChg chg="add mod">
          <ac:chgData name="이민재" userId="f97f16f7-28a5-49bd-9e05-fb3ef63d7997" providerId="ADAL" clId="{653747AB-B972-477B-971B-72476AC003E2}" dt="2023-02-16T01:04:13.420" v="16057" actId="1036"/>
          <ac:picMkLst>
            <pc:docMk/>
            <pc:sldMk cId="1252742580" sldId="776"/>
            <ac:picMk id="5" creationId="{02BF645E-93DD-4838-6BE0-F65A64BC3016}"/>
          </ac:picMkLst>
        </pc:picChg>
        <pc:picChg chg="add del mod">
          <ac:chgData name="이민재" userId="f97f16f7-28a5-49bd-9e05-fb3ef63d7997" providerId="ADAL" clId="{653747AB-B972-477B-971B-72476AC003E2}" dt="2023-02-15T22:08:55.044" v="9887" actId="21"/>
          <ac:picMkLst>
            <pc:docMk/>
            <pc:sldMk cId="1252742580" sldId="776"/>
            <ac:picMk id="8" creationId="{DF035A77-6225-1D52-CD5D-6AAE12B3155A}"/>
          </ac:picMkLst>
        </pc:picChg>
        <pc:picChg chg="add del mod">
          <ac:chgData name="이민재" userId="f97f16f7-28a5-49bd-9e05-fb3ef63d7997" providerId="ADAL" clId="{653747AB-B972-477B-971B-72476AC003E2}" dt="2023-02-15T22:08:55.044" v="9887" actId="21"/>
          <ac:picMkLst>
            <pc:docMk/>
            <pc:sldMk cId="1252742580" sldId="776"/>
            <ac:picMk id="10" creationId="{E6D59EA0-CAAD-1A31-FE46-EAD1D276CDAB}"/>
          </ac:picMkLst>
        </pc:picChg>
        <pc:picChg chg="add mod">
          <ac:chgData name="이민재" userId="f97f16f7-28a5-49bd-9e05-fb3ef63d7997" providerId="ADAL" clId="{653747AB-B972-477B-971B-72476AC003E2}" dt="2023-02-16T01:04:31.848" v="16078" actId="1036"/>
          <ac:picMkLst>
            <pc:docMk/>
            <pc:sldMk cId="1252742580" sldId="776"/>
            <ac:picMk id="23" creationId="{92EA2A2F-EE27-8D2A-19C9-02D73E9C3646}"/>
          </ac:picMkLst>
        </pc:picChg>
        <pc:picChg chg="add mod">
          <ac:chgData name="이민재" userId="f97f16f7-28a5-49bd-9e05-fb3ef63d7997" providerId="ADAL" clId="{653747AB-B972-477B-971B-72476AC003E2}" dt="2023-02-16T01:04:31.848" v="16078" actId="1036"/>
          <ac:picMkLst>
            <pc:docMk/>
            <pc:sldMk cId="1252742580" sldId="776"/>
            <ac:picMk id="24" creationId="{D21649E3-9B57-7A1C-5EAD-E1162A80CFF0}"/>
          </ac:picMkLst>
        </pc:picChg>
        <pc:cxnChg chg="add del mod">
          <ac:chgData name="이민재" userId="f97f16f7-28a5-49bd-9e05-fb3ef63d7997" providerId="ADAL" clId="{653747AB-B972-477B-971B-72476AC003E2}" dt="2023-02-15T22:08:55.044" v="9887" actId="21"/>
          <ac:cxnSpMkLst>
            <pc:docMk/>
            <pc:sldMk cId="1252742580" sldId="776"/>
            <ac:cxnSpMk id="12" creationId="{4DAEF7FC-74FB-E417-2A2E-A70ACED30898}"/>
          </ac:cxnSpMkLst>
        </pc:cxnChg>
        <pc:cxnChg chg="add mod">
          <ac:chgData name="이민재" userId="f97f16f7-28a5-49bd-9e05-fb3ef63d7997" providerId="ADAL" clId="{653747AB-B972-477B-971B-72476AC003E2}" dt="2023-02-16T01:04:31.848" v="16078" actId="1036"/>
          <ac:cxnSpMkLst>
            <pc:docMk/>
            <pc:sldMk cId="1252742580" sldId="776"/>
            <ac:cxnSpMk id="25" creationId="{F40EF584-0DE1-2911-DDDD-DB4497ED2832}"/>
          </ac:cxnSpMkLst>
        </pc:cxnChg>
      </pc:sldChg>
      <pc:sldChg chg="add">
        <pc:chgData name="이민재" userId="f97f16f7-28a5-49bd-9e05-fb3ef63d7997" providerId="ADAL" clId="{653747AB-B972-477B-971B-72476AC003E2}" dt="2023-02-15T12:19:31.822" v="6095"/>
        <pc:sldMkLst>
          <pc:docMk/>
          <pc:sldMk cId="3895939038" sldId="777"/>
        </pc:sldMkLst>
      </pc:sldChg>
      <pc:sldChg chg="modSp add mod ord">
        <pc:chgData name="이민재" userId="f97f16f7-28a5-49bd-9e05-fb3ef63d7997" providerId="ADAL" clId="{653747AB-B972-477B-971B-72476AC003E2}" dt="2023-02-15T22:24:36.642" v="10836"/>
        <pc:sldMkLst>
          <pc:docMk/>
          <pc:sldMk cId="205932219" sldId="778"/>
        </pc:sldMkLst>
        <pc:spChg chg="mod">
          <ac:chgData name="이민재" userId="f97f16f7-28a5-49bd-9e05-fb3ef63d7997" providerId="ADAL" clId="{653747AB-B972-477B-971B-72476AC003E2}" dt="2023-02-15T22:20:04.330" v="10703" actId="1036"/>
          <ac:spMkLst>
            <pc:docMk/>
            <pc:sldMk cId="205932219" sldId="778"/>
            <ac:spMk id="5" creationId="{532E1452-4970-CD21-C56C-0C3FF2EE9BB9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77" creationId="{E3388685-8D4E-2448-D982-C84D777C7765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2" creationId="{2EDDA27D-21F7-1EB9-87BC-36A2F319C8E7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8" creationId="{008700A2-3D76-110B-867D-2366CEBC7E50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9" creationId="{EF35C773-B45D-4ABF-9A11-626996274FB8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92" creationId="{304345B7-39E0-9CEF-6717-AEA2658BEF0C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93" creationId="{3EC259FF-AE2F-E294-BFF0-4D8019D80ADF}"/>
          </ac:spMkLst>
        </pc:spChg>
        <pc:grpChg chg="mod">
          <ac:chgData name="이민재" userId="f97f16f7-28a5-49bd-9e05-fb3ef63d7997" providerId="ADAL" clId="{653747AB-B972-477B-971B-72476AC003E2}" dt="2023-02-15T22:20:19.999" v="10783" actId="1036"/>
          <ac:grpSpMkLst>
            <pc:docMk/>
            <pc:sldMk cId="205932219" sldId="778"/>
            <ac:grpSpMk id="8" creationId="{13CCD927-D47B-A986-0A3A-9DF597FA9ED5}"/>
          </ac:grpSpMkLst>
        </pc:grpChg>
        <pc:grpChg chg="mod">
          <ac:chgData name="이민재" userId="f97f16f7-28a5-49bd-9e05-fb3ef63d7997" providerId="ADAL" clId="{653747AB-B972-477B-971B-72476AC003E2}" dt="2023-02-15T22:20:19.999" v="10783" actId="1036"/>
          <ac:grpSpMkLst>
            <pc:docMk/>
            <pc:sldMk cId="205932219" sldId="778"/>
            <ac:grpSpMk id="9" creationId="{FFB5B7AE-24BB-9D01-6A5B-C77355EAE9BB}"/>
          </ac:grpSpMkLst>
        </pc:grpChg>
        <pc:picChg chg="mod">
          <ac:chgData name="이민재" userId="f97f16f7-28a5-49bd-9e05-fb3ef63d7997" providerId="ADAL" clId="{653747AB-B972-477B-971B-72476AC003E2}" dt="2023-02-15T22:20:28.536" v="10790" actId="1035"/>
          <ac:picMkLst>
            <pc:docMk/>
            <pc:sldMk cId="205932219" sldId="778"/>
            <ac:picMk id="273" creationId="{CB30783E-3BCD-8210-FEE6-829B66A61327}"/>
          </ac:picMkLst>
        </pc:pic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2" creationId="{3E47E897-9E1B-1733-7A17-4F6CCE8E9852}"/>
          </ac:cxnSpMkLst>
        </pc:cxn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6" creationId="{A45F49B4-4D8A-614F-B121-5189674568C9}"/>
          </ac:cxnSpMkLst>
        </pc:cxn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290" creationId="{11D2B11A-6BBA-B720-C553-6F67BEEF81C7}"/>
          </ac:cxnSpMkLst>
        </pc:cxnChg>
      </pc:sldChg>
      <pc:sldChg chg="addSp delSp modSp add del mod">
        <pc:chgData name="이민재" userId="f97f16f7-28a5-49bd-9e05-fb3ef63d7997" providerId="ADAL" clId="{653747AB-B972-477B-971B-72476AC003E2}" dt="2023-02-15T12:47:36.713" v="7109" actId="47"/>
        <pc:sldMkLst>
          <pc:docMk/>
          <pc:sldMk cId="3752348975" sldId="778"/>
        </pc:sldMkLst>
        <pc:spChg chg="add del mod">
          <ac:chgData name="이민재" userId="f97f16f7-28a5-49bd-9e05-fb3ef63d7997" providerId="ADAL" clId="{653747AB-B972-477B-971B-72476AC003E2}" dt="2023-02-15T12:41:57.154" v="6944" actId="21"/>
          <ac:spMkLst>
            <pc:docMk/>
            <pc:sldMk cId="3752348975" sldId="778"/>
            <ac:spMk id="2" creationId="{1A6134CF-4522-F090-5604-A40761EB02A7}"/>
          </ac:spMkLst>
        </pc:spChg>
      </pc:sldChg>
      <pc:sldChg chg="add ord">
        <pc:chgData name="이민재" userId="f97f16f7-28a5-49bd-9e05-fb3ef63d7997" providerId="ADAL" clId="{653747AB-B972-477B-971B-72476AC003E2}" dt="2023-02-15T22:24:36.642" v="10836"/>
        <pc:sldMkLst>
          <pc:docMk/>
          <pc:sldMk cId="92336970" sldId="779"/>
        </pc:sldMkLst>
      </pc:sldChg>
      <pc:sldChg chg="add ord">
        <pc:chgData name="이민재" userId="f97f16f7-28a5-49bd-9e05-fb3ef63d7997" providerId="ADAL" clId="{653747AB-B972-477B-971B-72476AC003E2}" dt="2023-02-16T01:33:42.500" v="17050"/>
        <pc:sldMkLst>
          <pc:docMk/>
          <pc:sldMk cId="451139696" sldId="780"/>
        </pc:sldMkLst>
      </pc:sldChg>
      <pc:sldChg chg="add ord">
        <pc:chgData name="이민재" userId="f97f16f7-28a5-49bd-9e05-fb3ef63d7997" providerId="ADAL" clId="{653747AB-B972-477B-971B-72476AC003E2}" dt="2023-02-16T01:33:42.500" v="17050"/>
        <pc:sldMkLst>
          <pc:docMk/>
          <pc:sldMk cId="691488367" sldId="781"/>
        </pc:sldMkLst>
      </pc:sldChg>
      <pc:sldChg chg="add">
        <pc:chgData name="이민재" userId="f97f16f7-28a5-49bd-9e05-fb3ef63d7997" providerId="ADAL" clId="{653747AB-B972-477B-971B-72476AC003E2}" dt="2023-02-16T01:43:05.737" v="17434"/>
        <pc:sldMkLst>
          <pc:docMk/>
          <pc:sldMk cId="68503606" sldId="782"/>
        </pc:sldMkLst>
      </pc:sldChg>
      <pc:sldChg chg="addSp delSp modSp add mod">
        <pc:chgData name="이민재" userId="f97f16f7-28a5-49bd-9e05-fb3ef63d7997" providerId="ADAL" clId="{653747AB-B972-477B-971B-72476AC003E2}" dt="2023-02-16T08:10:40.213" v="21523" actId="14734"/>
        <pc:sldMkLst>
          <pc:docMk/>
          <pc:sldMk cId="3432235284" sldId="783"/>
        </pc:sldMkLst>
        <pc:spChg chg="mod">
          <ac:chgData name="이민재" userId="f97f16f7-28a5-49bd-9e05-fb3ef63d7997" providerId="ADAL" clId="{653747AB-B972-477B-971B-72476AC003E2}" dt="2023-02-16T05:58:45.592" v="21510" actId="20577"/>
          <ac:spMkLst>
            <pc:docMk/>
            <pc:sldMk cId="3432235284" sldId="783"/>
            <ac:spMk id="3" creationId="{E1702CF2-214D-015D-E3AA-6177B2E80D06}"/>
          </ac:spMkLst>
        </pc:spChg>
        <pc:spChg chg="add mod">
          <ac:chgData name="이민재" userId="f97f16f7-28a5-49bd-9e05-fb3ef63d7997" providerId="ADAL" clId="{653747AB-B972-477B-971B-72476AC003E2}" dt="2023-02-16T05:57:56.249" v="21463" actId="1036"/>
          <ac:spMkLst>
            <pc:docMk/>
            <pc:sldMk cId="3432235284" sldId="783"/>
            <ac:spMk id="12" creationId="{C64F0760-5542-1302-A1F6-5CB410F4399E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5" creationId="{7E3CCB71-2167-8E49-C694-583411102B7C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6" creationId="{4B2AB001-DA78-DBCB-723D-A53FF8F4F24A}"/>
          </ac:spMkLst>
        </pc:spChg>
        <pc:spChg chg="add mod">
          <ac:chgData name="이민재" userId="f97f16f7-28a5-49bd-9e05-fb3ef63d7997" providerId="ADAL" clId="{653747AB-B972-477B-971B-72476AC003E2}" dt="2023-02-16T05:57:56.249" v="21463" actId="1036"/>
          <ac:spMkLst>
            <pc:docMk/>
            <pc:sldMk cId="3432235284" sldId="783"/>
            <ac:spMk id="17" creationId="{70505062-5F54-B21E-71B1-C10E0E2FC635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8" creationId="{C1C0B27B-42DD-304B-9C0A-B2241A79B19C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9" creationId="{C9CD40B2-95FB-94E6-F98B-1EA50FA3D346}"/>
          </ac:spMkLst>
        </pc:spChg>
        <pc:graphicFrameChg chg="add mod modGraphic">
          <ac:chgData name="이민재" userId="f97f16f7-28a5-49bd-9e05-fb3ef63d7997" providerId="ADAL" clId="{653747AB-B972-477B-971B-72476AC003E2}" dt="2023-02-16T08:10:40.213" v="21523" actId="14734"/>
          <ac:graphicFrameMkLst>
            <pc:docMk/>
            <pc:sldMk cId="3432235284" sldId="783"/>
            <ac:graphicFrameMk id="5" creationId="{C543991A-AFE0-276F-77AD-FA34AEECEA30}"/>
          </ac:graphicFrameMkLst>
        </pc:graphicFrameChg>
        <pc:graphicFrameChg chg="add del mod">
          <ac:chgData name="이민재" userId="f97f16f7-28a5-49bd-9e05-fb3ef63d7997" providerId="ADAL" clId="{653747AB-B972-477B-971B-72476AC003E2}" dt="2023-02-16T05:36:31.578" v="20582" actId="478"/>
          <ac:graphicFrameMkLst>
            <pc:docMk/>
            <pc:sldMk cId="3432235284" sldId="783"/>
            <ac:graphicFrameMk id="6" creationId="{26A48050-1A97-A14A-2F22-49C9A3E7C944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47:25.140" v="20883" actId="478"/>
          <ac:graphicFrameMkLst>
            <pc:docMk/>
            <pc:sldMk cId="3432235284" sldId="783"/>
            <ac:graphicFrameMk id="6" creationId="{2DBF63A3-2395-DA2D-55F6-DF31EF416C94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7" creationId="{C8967169-CEE4-6E82-34A9-740FE07ED77E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8" creationId="{59C9A73F-8EB4-F93D-1A21-3A612813CC52}"/>
          </ac:graphicFrameMkLst>
        </pc:graphicFrameChg>
        <pc:graphicFrameChg chg="add mod modGraphic">
          <ac:chgData name="이민재" userId="f97f16f7-28a5-49bd-9e05-fb3ef63d7997" providerId="ADAL" clId="{653747AB-B972-477B-971B-72476AC003E2}" dt="2023-02-16T05:57:44.351" v="21449" actId="1076"/>
          <ac:graphicFrameMkLst>
            <pc:docMk/>
            <pc:sldMk cId="3432235284" sldId="783"/>
            <ac:graphicFrameMk id="9" creationId="{0A0228E6-332B-BC62-BE3E-107A1087807B}"/>
          </ac:graphicFrameMkLst>
        </pc:graphicFrameChg>
        <pc:graphicFrameChg chg="add mod">
          <ac:chgData name="이민재" userId="f97f16f7-28a5-49bd-9e05-fb3ef63d7997" providerId="ADAL" clId="{653747AB-B972-477B-971B-72476AC003E2}" dt="2023-02-16T05:30:41.762" v="20284" actId="571"/>
          <ac:graphicFrameMkLst>
            <pc:docMk/>
            <pc:sldMk cId="3432235284" sldId="783"/>
            <ac:graphicFrameMk id="9" creationId="{FAED1A6D-1FBA-B419-2F8F-A6F976DECA62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10" creationId="{1675C43B-2DF3-F5DF-C2F6-C43A3508ABBF}"/>
          </ac:graphicFrameMkLst>
        </pc:graphicFrameChg>
        <pc:graphicFrameChg chg="add del mod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11" creationId="{796BD2C7-DCB5-B502-7F8A-7ACEB8E6A5C0}"/>
          </ac:graphicFrameMkLst>
        </pc:graphicFrameChg>
        <pc:picChg chg="add mod modCrop">
          <ac:chgData name="이민재" userId="f97f16f7-28a5-49bd-9e05-fb3ef63d7997" providerId="ADAL" clId="{653747AB-B972-477B-971B-72476AC003E2}" dt="2023-02-16T05:59:24.959" v="21519" actId="1076"/>
          <ac:picMkLst>
            <pc:docMk/>
            <pc:sldMk cId="3432235284" sldId="783"/>
            <ac:picMk id="21" creationId="{A8093B34-8DEC-9DB9-CB71-246E36CEF9CF}"/>
          </ac:picMkLst>
        </pc:picChg>
        <pc:picChg chg="add mod modCrop">
          <ac:chgData name="이민재" userId="f97f16f7-28a5-49bd-9e05-fb3ef63d7997" providerId="ADAL" clId="{653747AB-B972-477B-971B-72476AC003E2}" dt="2023-02-16T05:59:23.866" v="21518" actId="1076"/>
          <ac:picMkLst>
            <pc:docMk/>
            <pc:sldMk cId="3432235284" sldId="783"/>
            <ac:picMk id="22" creationId="{5CE3B4D3-B912-D781-1814-832846E2CBF4}"/>
          </ac:picMkLst>
        </pc:picChg>
        <pc:cxnChg chg="add del mod">
          <ac:chgData name="이민재" userId="f97f16f7-28a5-49bd-9e05-fb3ef63d7997" providerId="ADAL" clId="{653747AB-B972-477B-971B-72476AC003E2}" dt="2023-02-16T05:58:02.174" v="21465" actId="478"/>
          <ac:cxnSpMkLst>
            <pc:docMk/>
            <pc:sldMk cId="3432235284" sldId="783"/>
            <ac:cxnSpMk id="13" creationId="{EB9ED4DF-7056-47C3-C2CB-BD4BB1346712}"/>
          </ac:cxnSpMkLst>
        </pc:cxnChg>
        <pc:cxnChg chg="add del mod">
          <ac:chgData name="이민재" userId="f97f16f7-28a5-49bd-9e05-fb3ef63d7997" providerId="ADAL" clId="{653747AB-B972-477B-971B-72476AC003E2}" dt="2023-02-16T05:58:02.174" v="21465" actId="478"/>
          <ac:cxnSpMkLst>
            <pc:docMk/>
            <pc:sldMk cId="3432235284" sldId="783"/>
            <ac:cxnSpMk id="14" creationId="{AC3877CF-89D3-8ABE-5FB3-04BA2A540D4A}"/>
          </ac:cxnSpMkLst>
        </pc:cxnChg>
      </pc:sldChg>
      <pc:sldChg chg="delSp modSp add mod">
        <pc:chgData name="이민재" userId="f97f16f7-28a5-49bd-9e05-fb3ef63d7997" providerId="ADAL" clId="{653747AB-B972-477B-971B-72476AC003E2}" dt="2023-02-16T06:26:13.701" v="21521"/>
        <pc:sldMkLst>
          <pc:docMk/>
          <pc:sldMk cId="3242285762" sldId="784"/>
        </pc:sldMkLst>
        <pc:spChg chg="mod">
          <ac:chgData name="이민재" userId="f97f16f7-28a5-49bd-9e05-fb3ef63d7997" providerId="ADAL" clId="{653747AB-B972-477B-971B-72476AC003E2}" dt="2023-02-16T06:26:13.701" v="21521"/>
          <ac:spMkLst>
            <pc:docMk/>
            <pc:sldMk cId="3242285762" sldId="784"/>
            <ac:spMk id="3" creationId="{E1702CF2-214D-015D-E3AA-6177B2E80D06}"/>
          </ac:spMkLst>
        </pc:spChg>
        <pc:spChg chg="del">
          <ac:chgData name="이민재" userId="f97f16f7-28a5-49bd-9e05-fb3ef63d7997" providerId="ADAL" clId="{653747AB-B972-477B-971B-72476AC003E2}" dt="2023-02-16T05:52:12.698" v="21095" actId="478"/>
          <ac:spMkLst>
            <pc:docMk/>
            <pc:sldMk cId="3242285762" sldId="784"/>
            <ac:spMk id="12" creationId="{C64F0760-5542-1302-A1F6-5CB410F4399E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5" creationId="{7E3CCB71-2167-8E49-C694-583411102B7C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6" creationId="{4B2AB001-DA78-DBCB-723D-A53FF8F4F24A}"/>
          </ac:spMkLst>
        </pc:spChg>
        <pc:spChg chg="del">
          <ac:chgData name="이민재" userId="f97f16f7-28a5-49bd-9e05-fb3ef63d7997" providerId="ADAL" clId="{653747AB-B972-477B-971B-72476AC003E2}" dt="2023-02-16T05:52:12.698" v="21095" actId="478"/>
          <ac:spMkLst>
            <pc:docMk/>
            <pc:sldMk cId="3242285762" sldId="784"/>
            <ac:spMk id="17" creationId="{70505062-5F54-B21E-71B1-C10E0E2FC635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8" creationId="{C1C0B27B-42DD-304B-9C0A-B2241A79B19C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9" creationId="{C9CD40B2-95FB-94E6-F98B-1EA50FA3D346}"/>
          </ac:spMkLst>
        </pc:spChg>
        <pc:graphicFrameChg chg="del">
          <ac:chgData name="이민재" userId="f97f16f7-28a5-49bd-9e05-fb3ef63d7997" providerId="ADAL" clId="{653747AB-B972-477B-971B-72476AC003E2}" dt="2023-02-16T05:52:12.698" v="21095" actId="478"/>
          <ac:graphicFrameMkLst>
            <pc:docMk/>
            <pc:sldMk cId="3242285762" sldId="784"/>
            <ac:graphicFrameMk id="5" creationId="{C543991A-AFE0-276F-77AD-FA34AEECEA30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7" creationId="{C8967169-CEE4-6E82-34A9-740FE07ED77E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8" creationId="{59C9A73F-8EB4-F93D-1A21-3A612813CC52}"/>
          </ac:graphicFrameMkLst>
        </pc:graphicFrameChg>
        <pc:graphicFrameChg chg="del">
          <ac:chgData name="이민재" userId="f97f16f7-28a5-49bd-9e05-fb3ef63d7997" providerId="ADAL" clId="{653747AB-B972-477B-971B-72476AC003E2}" dt="2023-02-16T05:52:12.698" v="21095" actId="478"/>
          <ac:graphicFrameMkLst>
            <pc:docMk/>
            <pc:sldMk cId="3242285762" sldId="784"/>
            <ac:graphicFrameMk id="9" creationId="{0A0228E6-332B-BC62-BE3E-107A1087807B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10" creationId="{1675C43B-2DF3-F5DF-C2F6-C43A3508ABBF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11" creationId="{796BD2C7-DCB5-B502-7F8A-7ACEB8E6A5C0}"/>
          </ac:graphicFrameMkLst>
        </pc:graphicFrameChg>
        <pc:cxnChg chg="del">
          <ac:chgData name="이민재" userId="f97f16f7-28a5-49bd-9e05-fb3ef63d7997" providerId="ADAL" clId="{653747AB-B972-477B-971B-72476AC003E2}" dt="2023-02-16T05:52:10.862" v="21094" actId="478"/>
          <ac:cxnSpMkLst>
            <pc:docMk/>
            <pc:sldMk cId="3242285762" sldId="784"/>
            <ac:cxnSpMk id="13" creationId="{EB9ED4DF-7056-47C3-C2CB-BD4BB1346712}"/>
          </ac:cxnSpMkLst>
        </pc:cxnChg>
        <pc:cxnChg chg="del">
          <ac:chgData name="이민재" userId="f97f16f7-28a5-49bd-9e05-fb3ef63d7997" providerId="ADAL" clId="{653747AB-B972-477B-971B-72476AC003E2}" dt="2023-02-16T05:52:10.862" v="21094" actId="478"/>
          <ac:cxnSpMkLst>
            <pc:docMk/>
            <pc:sldMk cId="3242285762" sldId="784"/>
            <ac:cxnSpMk id="14" creationId="{AC3877CF-89D3-8ABE-5FB3-04BA2A540D4A}"/>
          </ac:cxnSpMkLst>
        </pc:cxnChg>
      </pc:sldChg>
      <pc:sldChg chg="add">
        <pc:chgData name="이민재" userId="f97f16f7-28a5-49bd-9e05-fb3ef63d7997" providerId="ADAL" clId="{653747AB-B972-477B-971B-72476AC003E2}" dt="2023-02-16T05:58:00.054" v="21464"/>
        <pc:sldMkLst>
          <pc:docMk/>
          <pc:sldMk cId="134127716" sldId="785"/>
        </pc:sldMkLst>
      </pc:sldChg>
      <pc:sldMasterChg chg="modSldLayout">
        <pc:chgData name="이민재" userId="f97f16f7-28a5-49bd-9e05-fb3ef63d7997" providerId="ADAL" clId="{653747AB-B972-477B-971B-72476AC003E2}" dt="2023-02-14T05:30:55.334" v="1513" actId="404"/>
        <pc:sldMasterMkLst>
          <pc:docMk/>
          <pc:sldMasterMk cId="0" sldId="2147483661"/>
        </pc:sldMasterMkLst>
        <pc:sldLayoutChg chg="modSp">
          <pc:chgData name="이민재" userId="f97f16f7-28a5-49bd-9e05-fb3ef63d7997" providerId="ADAL" clId="{653747AB-B972-477B-971B-72476AC003E2}" dt="2023-02-14T05:30:55.334" v="1513" actId="404"/>
          <pc:sldLayoutMkLst>
            <pc:docMk/>
            <pc:sldMasterMk cId="0" sldId="2147483661"/>
            <pc:sldLayoutMk cId="0" sldId="2147483661"/>
          </pc:sldLayoutMkLst>
          <pc:spChg chg="mod">
            <ac:chgData name="이민재" userId="f97f16f7-28a5-49bd-9e05-fb3ef63d7997" providerId="ADAL" clId="{653747AB-B972-477B-971B-72476AC003E2}" dt="2023-02-14T05:30:55.334" v="1513" actId="404"/>
            <ac:spMkLst>
              <pc:docMk/>
              <pc:sldMasterMk cId="0" sldId="2147483661"/>
              <pc:sldLayoutMk cId="0" sldId="2147483661"/>
              <ac:spMk id="21" creationId="{00000000-0000-0000-0000-000000000000}"/>
            </ac:spMkLst>
          </pc:spChg>
        </pc:sldLayoutChg>
      </pc:sldMasterChg>
    </pc:docChg>
  </pc:docChgLst>
  <pc:docChgLst>
    <pc:chgData name="이민재" userId="f97f16f7-28a5-49bd-9e05-fb3ef63d7997" providerId="ADAL" clId="{E2EDBD44-3FE2-4178-988B-8E47EE3CF346}"/>
    <pc:docChg chg="undo custSel addSld delSld modSld modSection">
      <pc:chgData name="이민재" userId="f97f16f7-28a5-49bd-9e05-fb3ef63d7997" providerId="ADAL" clId="{E2EDBD44-3FE2-4178-988B-8E47EE3CF346}" dt="2023-07-05T15:45:31.065" v="4821" actId="1076"/>
      <pc:docMkLst>
        <pc:docMk/>
      </pc:docMkLst>
      <pc:sldChg chg="modSp mod">
        <pc:chgData name="이민재" userId="f97f16f7-28a5-49bd-9e05-fb3ef63d7997" providerId="ADAL" clId="{E2EDBD44-3FE2-4178-988B-8E47EE3CF346}" dt="2023-06-29T11:12:39.968" v="359" actId="6549"/>
        <pc:sldMkLst>
          <pc:docMk/>
          <pc:sldMk cId="2084479822" sldId="799"/>
        </pc:sldMkLst>
        <pc:spChg chg="mod">
          <ac:chgData name="이민재" userId="f97f16f7-28a5-49bd-9e05-fb3ef63d7997" providerId="ADAL" clId="{E2EDBD44-3FE2-4178-988B-8E47EE3CF346}" dt="2023-06-29T11:12:39.968" v="359" actId="6549"/>
          <ac:spMkLst>
            <pc:docMk/>
            <pc:sldMk cId="2084479822" sldId="799"/>
            <ac:spMk id="3" creationId="{096F597F-8CCB-1C42-818E-E32B3D174960}"/>
          </ac:spMkLst>
        </pc:spChg>
      </pc:sldChg>
      <pc:sldChg chg="addSp delSp modSp new mod">
        <pc:chgData name="이민재" userId="f97f16f7-28a5-49bd-9e05-fb3ef63d7997" providerId="ADAL" clId="{E2EDBD44-3FE2-4178-988B-8E47EE3CF346}" dt="2023-07-03T06:57:07.377" v="2387" actId="1076"/>
        <pc:sldMkLst>
          <pc:docMk/>
          <pc:sldMk cId="1179715184" sldId="805"/>
        </pc:sldMkLst>
        <pc:spChg chg="mod">
          <ac:chgData name="이민재" userId="f97f16f7-28a5-49bd-9e05-fb3ef63d7997" providerId="ADAL" clId="{E2EDBD44-3FE2-4178-988B-8E47EE3CF346}" dt="2023-07-03T06:55:53.021" v="2330" actId="20577"/>
          <ac:spMkLst>
            <pc:docMk/>
            <pc:sldMk cId="1179715184" sldId="805"/>
            <ac:spMk id="2" creationId="{7FB39A1D-FC23-B490-FEC4-ACD41A86F2EE}"/>
          </ac:spMkLst>
        </pc:spChg>
        <pc:spChg chg="mod">
          <ac:chgData name="이민재" userId="f97f16f7-28a5-49bd-9e05-fb3ef63d7997" providerId="ADAL" clId="{E2EDBD44-3FE2-4178-988B-8E47EE3CF346}" dt="2023-07-03T06:56:53.199" v="2377" actId="20577"/>
          <ac:spMkLst>
            <pc:docMk/>
            <pc:sldMk cId="1179715184" sldId="805"/>
            <ac:spMk id="3" creationId="{6664B3BC-54E6-5AD7-F87D-3AA270D73CB2}"/>
          </ac:spMkLst>
        </pc:spChg>
        <pc:spChg chg="add mod">
          <ac:chgData name="이민재" userId="f97f16f7-28a5-49bd-9e05-fb3ef63d7997" providerId="ADAL" clId="{E2EDBD44-3FE2-4178-988B-8E47EE3CF346}" dt="2023-07-03T06:57:07.377" v="2387" actId="1076"/>
          <ac:spMkLst>
            <pc:docMk/>
            <pc:sldMk cId="1179715184" sldId="805"/>
            <ac:spMk id="16" creationId="{67942C08-604A-C091-E81B-74A8BDE0BF1B}"/>
          </ac:spMkLst>
        </pc:spChg>
        <pc:picChg chg="add del mod">
          <ac:chgData name="이민재" userId="f97f16f7-28a5-49bd-9e05-fb3ef63d7997" providerId="ADAL" clId="{E2EDBD44-3FE2-4178-988B-8E47EE3CF346}" dt="2023-07-03T06:56:12.657" v="2336" actId="478"/>
          <ac:picMkLst>
            <pc:docMk/>
            <pc:sldMk cId="1179715184" sldId="805"/>
            <ac:picMk id="6" creationId="{1C84E63D-D95D-91CA-8ACA-A1B1007EF954}"/>
          </ac:picMkLst>
        </pc:picChg>
        <pc:picChg chg="add mod">
          <ac:chgData name="이민재" userId="f97f16f7-28a5-49bd-9e05-fb3ef63d7997" providerId="ADAL" clId="{E2EDBD44-3FE2-4178-988B-8E47EE3CF346}" dt="2023-07-03T06:56:59.847" v="2384" actId="1076"/>
          <ac:picMkLst>
            <pc:docMk/>
            <pc:sldMk cId="1179715184" sldId="805"/>
            <ac:picMk id="8" creationId="{8AD212AC-63F3-B6CF-4E40-F70F515550FD}"/>
          </ac:picMkLst>
        </pc:picChg>
        <pc:picChg chg="add del mod">
          <ac:chgData name="이민재" userId="f97f16f7-28a5-49bd-9e05-fb3ef63d7997" providerId="ADAL" clId="{E2EDBD44-3FE2-4178-988B-8E47EE3CF346}" dt="2023-07-03T06:47:29.587" v="929" actId="478"/>
          <ac:picMkLst>
            <pc:docMk/>
            <pc:sldMk cId="1179715184" sldId="805"/>
            <ac:picMk id="10" creationId="{2B76C6E0-1D2E-0E5E-F46D-2C77B63268FB}"/>
          </ac:picMkLst>
        </pc:picChg>
        <pc:picChg chg="add mod">
          <ac:chgData name="이민재" userId="f97f16f7-28a5-49bd-9e05-fb3ef63d7997" providerId="ADAL" clId="{E2EDBD44-3FE2-4178-988B-8E47EE3CF346}" dt="2023-07-03T06:57:03.887" v="2386" actId="1076"/>
          <ac:picMkLst>
            <pc:docMk/>
            <pc:sldMk cId="1179715184" sldId="805"/>
            <ac:picMk id="12" creationId="{9651FA7A-0D78-02D1-465E-17A3F5686154}"/>
          </ac:picMkLst>
        </pc:picChg>
        <pc:picChg chg="add mod">
          <ac:chgData name="이민재" userId="f97f16f7-28a5-49bd-9e05-fb3ef63d7997" providerId="ADAL" clId="{E2EDBD44-3FE2-4178-988B-8E47EE3CF346}" dt="2023-07-03T06:55:59.953" v="2333" actId="1076"/>
          <ac:picMkLst>
            <pc:docMk/>
            <pc:sldMk cId="1179715184" sldId="805"/>
            <ac:picMk id="14" creationId="{38DE852C-6919-B7D5-0F48-7A33D2F8AF99}"/>
          </ac:picMkLst>
        </pc:picChg>
      </pc:sldChg>
      <pc:sldChg chg="modSp new del mod">
        <pc:chgData name="이민재" userId="f97f16f7-28a5-49bd-9e05-fb3ef63d7997" providerId="ADAL" clId="{E2EDBD44-3FE2-4178-988B-8E47EE3CF346}" dt="2023-07-03T06:18:14.603" v="877" actId="47"/>
        <pc:sldMkLst>
          <pc:docMk/>
          <pc:sldMk cId="50143499" sldId="806"/>
        </pc:sldMkLst>
        <pc:spChg chg="mod">
          <ac:chgData name="이민재" userId="f97f16f7-28a5-49bd-9e05-fb3ef63d7997" providerId="ADAL" clId="{E2EDBD44-3FE2-4178-988B-8E47EE3CF346}" dt="2023-07-03T03:08:32.729" v="752" actId="20577"/>
          <ac:spMkLst>
            <pc:docMk/>
            <pc:sldMk cId="50143499" sldId="806"/>
            <ac:spMk id="2" creationId="{5AEC10D6-D3D4-A552-1906-52AD1C33C188}"/>
          </ac:spMkLst>
        </pc:spChg>
        <pc:spChg chg="mod">
          <ac:chgData name="이민재" userId="f97f16f7-28a5-49bd-9e05-fb3ef63d7997" providerId="ADAL" clId="{E2EDBD44-3FE2-4178-988B-8E47EE3CF346}" dt="2023-07-03T03:08:47.676" v="773" actId="20577"/>
          <ac:spMkLst>
            <pc:docMk/>
            <pc:sldMk cId="50143499" sldId="806"/>
            <ac:spMk id="3" creationId="{06F94599-4F60-8350-7544-D2151A7F3B5A}"/>
          </ac:spMkLst>
        </pc:spChg>
      </pc:sldChg>
      <pc:sldChg chg="addSp delSp modSp new mod">
        <pc:chgData name="이민재" userId="f97f16f7-28a5-49bd-9e05-fb3ef63d7997" providerId="ADAL" clId="{E2EDBD44-3FE2-4178-988B-8E47EE3CF346}" dt="2023-07-05T15:10:27.199" v="4400" actId="27918"/>
        <pc:sldMkLst>
          <pc:docMk/>
          <pc:sldMk cId="3319697763" sldId="806"/>
        </pc:sldMkLst>
        <pc:spChg chg="mod">
          <ac:chgData name="이민재" userId="f97f16f7-28a5-49bd-9e05-fb3ef63d7997" providerId="ADAL" clId="{E2EDBD44-3FE2-4178-988B-8E47EE3CF346}" dt="2023-07-04T11:18:25.100" v="2414" actId="20577"/>
          <ac:spMkLst>
            <pc:docMk/>
            <pc:sldMk cId="3319697763" sldId="806"/>
            <ac:spMk id="2" creationId="{F9247BAD-3025-EDC9-F6F6-AD84F6843D69}"/>
          </ac:spMkLst>
        </pc:spChg>
        <pc:spChg chg="mod">
          <ac:chgData name="이민재" userId="f97f16f7-28a5-49bd-9e05-fb3ef63d7997" providerId="ADAL" clId="{E2EDBD44-3FE2-4178-988B-8E47EE3CF346}" dt="2023-07-04T14:22:35.595" v="3636" actId="20577"/>
          <ac:spMkLst>
            <pc:docMk/>
            <pc:sldMk cId="3319697763" sldId="806"/>
            <ac:spMk id="3" creationId="{7759FFF0-0947-3117-A12C-8FD7D7237DB5}"/>
          </ac:spMkLst>
        </pc:spChg>
        <pc:graphicFrameChg chg="add mod">
          <ac:chgData name="이민재" userId="f97f16f7-28a5-49bd-9e05-fb3ef63d7997" providerId="ADAL" clId="{E2EDBD44-3FE2-4178-988B-8E47EE3CF346}" dt="2023-07-04T23:12:19.143" v="3870" actId="207"/>
          <ac:graphicFrameMkLst>
            <pc:docMk/>
            <pc:sldMk cId="3319697763" sldId="806"/>
            <ac:graphicFrameMk id="26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34:46.263" v="3893" actId="21"/>
          <ac:graphicFrameMkLst>
            <pc:docMk/>
            <pc:sldMk cId="3319697763" sldId="806"/>
            <ac:graphicFrameMk id="27" creationId="{56485207-E8EF-67BA-F7B8-AA8A4CAE384C}"/>
          </ac:graphicFrameMkLst>
        </pc:graphicFrame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6" creationId="{F916E846-1253-9D57-0F26-7F07D6B3F146}"/>
          </ac:picMkLst>
        </pc:picChg>
        <pc:picChg chg="add mod">
          <ac:chgData name="이민재" userId="f97f16f7-28a5-49bd-9e05-fb3ef63d7997" providerId="ADAL" clId="{E2EDBD44-3FE2-4178-988B-8E47EE3CF346}" dt="2023-07-04T23:11:35.492" v="3868" actId="1076"/>
          <ac:picMkLst>
            <pc:docMk/>
            <pc:sldMk cId="3319697763" sldId="806"/>
            <ac:picMk id="7" creationId="{0DF111CB-1431-C56E-5C70-C13631764435}"/>
          </ac:picMkLst>
        </pc:picChg>
        <pc:picChg chg="add del mod">
          <ac:chgData name="이민재" userId="f97f16f7-28a5-49bd-9e05-fb3ef63d7997" providerId="ADAL" clId="{E2EDBD44-3FE2-4178-988B-8E47EE3CF346}" dt="2023-07-04T23:11:07.078" v="3860" actId="21"/>
          <ac:picMkLst>
            <pc:docMk/>
            <pc:sldMk cId="3319697763" sldId="806"/>
            <ac:picMk id="9" creationId="{361C3796-86DF-15E6-5E01-AC88C6FE5258}"/>
          </ac:picMkLst>
        </pc:picChg>
        <pc:picChg chg="add del mod">
          <ac:chgData name="이민재" userId="f97f16f7-28a5-49bd-9e05-fb3ef63d7997" providerId="ADAL" clId="{E2EDBD44-3FE2-4178-988B-8E47EE3CF346}" dt="2023-07-04T23:11:07.078" v="3860" actId="21"/>
          <ac:picMkLst>
            <pc:docMk/>
            <pc:sldMk cId="3319697763" sldId="806"/>
            <ac:picMk id="11" creationId="{A2ADD18D-A899-95DC-DBEE-9C03C312D301}"/>
          </ac:picMkLst>
        </pc:picChg>
        <pc:picChg chg="add del mod">
          <ac:chgData name="이민재" userId="f97f16f7-28a5-49bd-9e05-fb3ef63d7997" providerId="ADAL" clId="{E2EDBD44-3FE2-4178-988B-8E47EE3CF346}" dt="2023-07-04T22:39:36.145" v="3700" actId="478"/>
          <ac:picMkLst>
            <pc:docMk/>
            <pc:sldMk cId="3319697763" sldId="806"/>
            <ac:picMk id="13" creationId="{2724CC96-F4B4-7350-7196-8983F6D917D7}"/>
          </ac:picMkLst>
        </pc:picChg>
        <pc:picChg chg="add del mod">
          <ac:chgData name="이민재" userId="f97f16f7-28a5-49bd-9e05-fb3ef63d7997" providerId="ADAL" clId="{E2EDBD44-3FE2-4178-988B-8E47EE3CF346}" dt="2023-07-04T22:39:36.793" v="3701" actId="478"/>
          <ac:picMkLst>
            <pc:docMk/>
            <pc:sldMk cId="3319697763" sldId="806"/>
            <ac:picMk id="15" creationId="{AD6C5B95-3E3F-6031-5FCD-33762A28B320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17" creationId="{66359AC5-F80D-8116-B62B-34FA69F5C2B2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19" creationId="{D080743E-14FE-A0EF-2B1D-10580B9755A7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1" creationId="{19F90B31-6EB0-3854-A8F8-893B8C90CFAC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3" creationId="{E4E01E0C-3D2D-0C53-697C-603FD34013F2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5" creationId="{DE3C2110-FF08-15A0-CECD-230FD7D14E9D}"/>
          </ac:picMkLst>
        </pc:picChg>
        <pc:picChg chg="add mod">
          <ac:chgData name="이민재" userId="f97f16f7-28a5-49bd-9e05-fb3ef63d7997" providerId="ADAL" clId="{E2EDBD44-3FE2-4178-988B-8E47EE3CF346}" dt="2023-07-04T23:33:46.157" v="3888" actId="14100"/>
          <ac:picMkLst>
            <pc:docMk/>
            <pc:sldMk cId="3319697763" sldId="806"/>
            <ac:picMk id="29" creationId="{39851629-9586-6AD0-116E-975C54D9830B}"/>
          </ac:picMkLst>
        </pc:picChg>
      </pc:sldChg>
      <pc:sldChg chg="add del">
        <pc:chgData name="이민재" userId="f97f16f7-28a5-49bd-9e05-fb3ef63d7997" providerId="ADAL" clId="{E2EDBD44-3FE2-4178-988B-8E47EE3CF346}" dt="2023-07-03T06:34:07.257" v="881" actId="47"/>
        <pc:sldMkLst>
          <pc:docMk/>
          <pc:sldMk cId="3898762758" sldId="806"/>
        </pc:sldMkLst>
      </pc:sldChg>
      <pc:sldChg chg="addSp modSp new mod">
        <pc:chgData name="이민재" userId="f97f16f7-28a5-49bd-9e05-fb3ef63d7997" providerId="ADAL" clId="{E2EDBD44-3FE2-4178-988B-8E47EE3CF346}" dt="2023-07-05T15:45:31.065" v="4821" actId="1076"/>
        <pc:sldMkLst>
          <pc:docMk/>
          <pc:sldMk cId="2292085917" sldId="807"/>
        </pc:sldMkLst>
        <pc:spChg chg="mod">
          <ac:chgData name="이민재" userId="f97f16f7-28a5-49bd-9e05-fb3ef63d7997" providerId="ADAL" clId="{E2EDBD44-3FE2-4178-988B-8E47EE3CF346}" dt="2023-07-04T14:14:45.483" v="3581" actId="20577"/>
          <ac:spMkLst>
            <pc:docMk/>
            <pc:sldMk cId="2292085917" sldId="807"/>
            <ac:spMk id="2" creationId="{4743A537-8000-B296-81F1-C00226888C27}"/>
          </ac:spMkLst>
        </pc:spChg>
        <pc:graphicFrameChg chg="add mod">
          <ac:chgData name="이민재" userId="f97f16f7-28a5-49bd-9e05-fb3ef63d7997" providerId="ADAL" clId="{E2EDBD44-3FE2-4178-988B-8E47EE3CF346}" dt="2023-07-05T15:45:28.219" v="4820" actId="1076"/>
          <ac:graphicFrameMkLst>
            <pc:docMk/>
            <pc:sldMk cId="2292085917" sldId="807"/>
            <ac:graphicFrameMk id="5" creationId="{88A93C8F-B440-DEE8-62A7-80DDFC7287F9}"/>
          </ac:graphicFrameMkLst>
        </pc:graphicFrameChg>
        <pc:graphicFrameChg chg="add mod">
          <ac:chgData name="이민재" userId="f97f16f7-28a5-49bd-9e05-fb3ef63d7997" providerId="ADAL" clId="{E2EDBD44-3FE2-4178-988B-8E47EE3CF346}" dt="2023-07-05T15:45:31.065" v="4821" actId="1076"/>
          <ac:graphicFrameMkLst>
            <pc:docMk/>
            <pc:sldMk cId="2292085917" sldId="807"/>
            <ac:graphicFrameMk id="6" creationId="{4283B95A-74F0-5E42-99FC-07F89B11C58B}"/>
          </ac:graphicFrameMkLst>
        </pc:graphicFrameChg>
      </pc:sldChg>
      <pc:sldChg chg="addSp modSp new mod">
        <pc:chgData name="이민재" userId="f97f16f7-28a5-49bd-9e05-fb3ef63d7997" providerId="ADAL" clId="{E2EDBD44-3FE2-4178-988B-8E47EE3CF346}" dt="2023-07-04T23:11:23.615" v="3866" actId="1076"/>
        <pc:sldMkLst>
          <pc:docMk/>
          <pc:sldMk cId="3486037824" sldId="808"/>
        </pc:sldMkLst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5" creationId="{C5BB16C1-A088-1DA1-CF83-4A9465CCD31B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6" creationId="{02377AD6-33DE-3375-9327-248A99A1655D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7" creationId="{628B6F68-573C-6B5B-7710-AA13018E21E4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8" creationId="{30580C2B-6BE8-E3DE-CD1D-E922472B1E7D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9" creationId="{6DFADA49-17F0-72A4-F679-11A7E0CCCAD9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10" creationId="{F9CBE9DE-5687-5F6F-D814-E78A5D349BE3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11" creationId="{BD6BA3DE-ABA5-0F40-15A5-9CED7EFB88B5}"/>
          </ac:picMkLst>
        </pc:picChg>
        <pc:picChg chg="add mod">
          <ac:chgData name="이민재" userId="f97f16f7-28a5-49bd-9e05-fb3ef63d7997" providerId="ADAL" clId="{E2EDBD44-3FE2-4178-988B-8E47EE3CF346}" dt="2023-07-04T23:11:23.615" v="3866" actId="1076"/>
          <ac:picMkLst>
            <pc:docMk/>
            <pc:sldMk cId="3486037824" sldId="808"/>
            <ac:picMk id="12" creationId="{3E222A8A-E6B7-907A-8D0A-063B064F492C}"/>
          </ac:picMkLst>
        </pc:picChg>
      </pc:sldChg>
      <pc:sldChg chg="addSp delSp modSp new mod">
        <pc:chgData name="이민재" userId="f97f16f7-28a5-49bd-9e05-fb3ef63d7997" providerId="ADAL" clId="{E2EDBD44-3FE2-4178-988B-8E47EE3CF346}" dt="2023-07-05T15:16:14.481" v="4816" actId="1076"/>
        <pc:sldMkLst>
          <pc:docMk/>
          <pc:sldMk cId="558766225" sldId="809"/>
        </pc:sldMkLst>
        <pc:spChg chg="del">
          <ac:chgData name="이민재" userId="f97f16f7-28a5-49bd-9e05-fb3ef63d7997" providerId="ADAL" clId="{E2EDBD44-3FE2-4178-988B-8E47EE3CF346}" dt="2023-07-05T04:37:09.380" v="3901" actId="478"/>
          <ac:spMkLst>
            <pc:docMk/>
            <pc:sldMk cId="558766225" sldId="809"/>
            <ac:spMk id="2" creationId="{4D30104B-291D-31F4-CF9C-62312DFF1A34}"/>
          </ac:spMkLst>
        </pc:spChg>
        <pc:spChg chg="del">
          <ac:chgData name="이민재" userId="f97f16f7-28a5-49bd-9e05-fb3ef63d7997" providerId="ADAL" clId="{E2EDBD44-3FE2-4178-988B-8E47EE3CF346}" dt="2023-07-05T04:37:08.468" v="3900" actId="478"/>
          <ac:spMkLst>
            <pc:docMk/>
            <pc:sldMk cId="558766225" sldId="809"/>
            <ac:spMk id="3" creationId="{EFF2A270-6B72-AD3C-CA4D-E658ABB72592}"/>
          </ac:spMkLst>
        </pc:spChg>
        <pc:spChg chg="add del mod">
          <ac:chgData name="이민재" userId="f97f16f7-28a5-49bd-9e05-fb3ef63d7997" providerId="ADAL" clId="{E2EDBD44-3FE2-4178-988B-8E47EE3CF346}" dt="2023-07-05T04:42:02.690" v="3922" actId="478"/>
          <ac:spMkLst>
            <pc:docMk/>
            <pc:sldMk cId="558766225" sldId="809"/>
            <ac:spMk id="10" creationId="{30B7ACC7-37DC-6351-9EF7-A9EA16098099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3" creationId="{8C837EAF-B77C-9BA0-F0D3-EF5720A74546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4" creationId="{D8026300-DE9E-CD7C-4D51-54A07948DBD4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5" creationId="{4FDFAD16-068A-0CD1-0903-39D63BF04863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6" creationId="{3F7C095B-C0B2-94D0-148F-55283887B183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7" creationId="{EBA58FA4-A0DF-B9D3-0E87-53EAA95FF4EC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8" creationId="{11F061F2-5153-CDF1-3DD0-27C3C061FB9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9" creationId="{407060E4-2FA2-B734-630F-B49FFBB160B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0" creationId="{76077930-CCA0-603E-D9D6-14BD1937361E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1" creationId="{68CADE54-D5E8-7B96-4C5D-774536E5347C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2" creationId="{A0803F63-CE11-9A8F-B918-9B8679292B4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3" creationId="{869F28A7-BCF5-CBE6-92AC-F2404110433A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4" creationId="{AC8989D0-BB6C-2A99-ABC4-52D9EFD3601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5" creationId="{39E092A7-0AB4-7C22-1C9F-24B485E3032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6" creationId="{D1FF8B0D-AFA3-BE28-B1BA-FE17280F719D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7" creationId="{A73EF53E-A79D-5D90-6677-313C8886926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8" creationId="{CC625C52-65E9-ABB3-3442-B5DF9ADE6F8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9" creationId="{6F33ADB9-9CD8-10D0-F99B-114E5088D64E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0" creationId="{2848E791-1FB9-96DC-18BF-D0C2792CD1B8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1" creationId="{CC63960F-9627-127F-4E39-8D5E1B06BC14}"/>
          </ac:spMkLst>
        </pc:spChg>
        <pc:spChg chg="add del mod">
          <ac:chgData name="이민재" userId="f97f16f7-28a5-49bd-9e05-fb3ef63d7997" providerId="ADAL" clId="{E2EDBD44-3FE2-4178-988B-8E47EE3CF346}" dt="2023-07-05T15:10:48.192" v="4441" actId="478"/>
          <ac:spMkLst>
            <pc:docMk/>
            <pc:sldMk cId="558766225" sldId="809"/>
            <ac:spMk id="42" creationId="{E0173E21-BC4D-31CF-403A-020C6C6E7B40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3" creationId="{2D5943ED-4D4F-A217-8B62-481B4E334ADB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4" creationId="{58AF0EE8-5102-ED4E-6F5F-274FBD0FEA19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5" creationId="{8AE0646E-4FB3-A06E-8A79-0AB5189E20E5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6" creationId="{1078C581-78BB-1BFE-7184-7B4AB099A0E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7" creationId="{58DDD60B-7A76-4718-C438-A96D6DD0DE8A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8" creationId="{05BE6B68-4385-CF71-50EA-52711B4A8574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9" creationId="{E4968523-ADE0-D2BB-6AC0-893B96053F9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0" creationId="{6A95EBEC-89DB-5AF3-1521-C390A22E7C85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1" creationId="{B9E5E65B-E75C-1728-DDCD-4BF022A20F6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2" creationId="{B086D579-7182-6CE7-1707-16AB83F08E1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3" creationId="{5F969AD8-3DB4-AB99-AE0B-DE1DAE0D63AD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6" creationId="{A645BA0A-05FF-23EA-01A8-A830433A6180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7" creationId="{5F89757F-EF6B-0530-E691-B0D18B244408}"/>
          </ac:spMkLst>
        </pc:sp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5" creationId="{8BCC4DC1-4F84-9F59-B2DF-A3EBF02C9575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6" creationId="{344B4CEA-2CA7-B3B8-D3A2-0FA5776DB7B7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39:35.988" v="3907" actId="478"/>
          <ac:graphicFrameMkLst>
            <pc:docMk/>
            <pc:sldMk cId="558766225" sldId="809"/>
            <ac:graphicFrameMk id="7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8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9" creationId="{56485207-E8EF-67BA-F7B8-AA8A4CAE384C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1" creationId="{A0F4598A-ABDD-DFCC-30EC-CC15BFB292C4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4" creationId="{576742E0-3062-E7A0-50BB-F5228E8D7E67}"/>
          </ac:graphicFrameMkLst>
        </pc:graphicFrameChg>
        <pc:graphicFrameChg chg="add del mod modGraphic">
          <ac:chgData name="이민재" userId="f97f16f7-28a5-49bd-9e05-fb3ef63d7997" providerId="ADAL" clId="{E2EDBD44-3FE2-4178-988B-8E47EE3CF346}" dt="2023-07-05T05:09:19.402" v="4019" actId="21"/>
          <ac:graphicFrameMkLst>
            <pc:docMk/>
            <pc:sldMk cId="558766225" sldId="809"/>
            <ac:graphicFrameMk id="15" creationId="{7EDC918E-0D45-B51F-9EC8-6709141384A5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6" creationId="{B3EAFD5D-33D5-F3A9-8611-60F9E02BADEF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17" creationId="{292E0FFD-BE02-2D92-CFB3-EF8F5C10E22F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5:06:49.664" v="4006" actId="478"/>
          <ac:graphicFrameMkLst>
            <pc:docMk/>
            <pc:sldMk cId="558766225" sldId="809"/>
            <ac:graphicFrameMk id="18" creationId="{B8BA9D43-4965-045F-5E19-5370CB88F737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19" creationId="{B5FE2BAD-30A2-46C4-8405-E1B804D49FE4}"/>
          </ac:graphicFrameMkLst>
        </pc:graphicFrameChg>
        <pc:graphicFrameChg chg="add mod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20" creationId="{747353F5-AE9D-A56C-696E-C3DE70322876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21" creationId="{870C4067-A031-AF45-BD35-BFA1D06AE0E3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22" creationId="{1B382717-CC07-C597-37A2-7DA5669C257E}"/>
          </ac:graphicFrameMkLst>
        </pc:graphicFrameChg>
        <pc:picChg chg="add mod">
          <ac:chgData name="이민재" userId="f97f16f7-28a5-49bd-9e05-fb3ef63d7997" providerId="ADAL" clId="{E2EDBD44-3FE2-4178-988B-8E47EE3CF346}" dt="2023-07-05T15:16:10.305" v="4815" actId="1076"/>
          <ac:picMkLst>
            <pc:docMk/>
            <pc:sldMk cId="558766225" sldId="809"/>
            <ac:picMk id="13" creationId="{842FFBF0-AADB-41BE-68B1-3184DB0039D7}"/>
          </ac:picMkLst>
        </pc:picChg>
        <pc:cxnChg chg="add mod">
          <ac:chgData name="이민재" userId="f97f16f7-28a5-49bd-9e05-fb3ef63d7997" providerId="ADAL" clId="{E2EDBD44-3FE2-4178-988B-8E47EE3CF346}" dt="2023-07-05T15:16:14.481" v="4816" actId="1076"/>
          <ac:cxnSpMkLst>
            <pc:docMk/>
            <pc:sldMk cId="558766225" sldId="809"/>
            <ac:cxnSpMk id="55" creationId="{872FB2DB-58A5-91C0-4DB4-4F589456956D}"/>
          </ac:cxnSpMkLst>
        </pc:cxnChg>
      </pc:sldChg>
      <pc:sldChg chg="add">
        <pc:chgData name="이민재" userId="f97f16f7-28a5-49bd-9e05-fb3ef63d7997" providerId="ADAL" clId="{E2EDBD44-3FE2-4178-988B-8E47EE3CF346}" dt="2023-07-05T04:42:41.755" v="3923"/>
        <pc:sldMkLst>
          <pc:docMk/>
          <pc:sldMk cId="1829761724" sldId="810"/>
        </pc:sldMkLst>
      </pc:sldChg>
    </pc:docChg>
  </pc:docChgLst>
  <pc:docChgLst>
    <pc:chgData name="이민재" userId="f97f16f7-28a5-49bd-9e05-fb3ef63d7997" providerId="ADAL" clId="{039C9C82-348A-4337-B557-B07A7466FE29}"/>
    <pc:docChg chg="undo custSel delSld modSld sldOrd modSection">
      <pc:chgData name="이민재" userId="f97f16f7-28a5-49bd-9e05-fb3ef63d7997" providerId="ADAL" clId="{039C9C82-348A-4337-B557-B07A7466FE29}" dt="2023-08-01T00:35:04.270" v="21" actId="20577"/>
      <pc:docMkLst>
        <pc:docMk/>
      </pc:docMkLst>
      <pc:sldChg chg="modSp mod">
        <pc:chgData name="이민재" userId="f97f16f7-28a5-49bd-9e05-fb3ef63d7997" providerId="ADAL" clId="{039C9C82-348A-4337-B557-B07A7466FE29}" dt="2023-08-01T00:35:04.270" v="21" actId="20577"/>
        <pc:sldMkLst>
          <pc:docMk/>
          <pc:sldMk cId="1482395489" sldId="311"/>
        </pc:sldMkLst>
        <pc:spChg chg="mod">
          <ac:chgData name="이민재" userId="f97f16f7-28a5-49bd-9e05-fb3ef63d7997" providerId="ADAL" clId="{039C9C82-348A-4337-B557-B07A7466FE29}" dt="2023-08-01T00:35:04.270" v="21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이민재" userId="f97f16f7-28a5-49bd-9e05-fb3ef63d7997" providerId="ADAL" clId="{039C9C82-348A-4337-B557-B07A7466FE29}" dt="2023-08-01T00:34:01.081" v="0" actId="47"/>
        <pc:sldMkLst>
          <pc:docMk/>
          <pc:sldMk cId="248366604" sldId="820"/>
        </pc:sldMkLst>
      </pc:sldChg>
      <pc:sldChg chg="del">
        <pc:chgData name="이민재" userId="f97f16f7-28a5-49bd-9e05-fb3ef63d7997" providerId="ADAL" clId="{039C9C82-348A-4337-B557-B07A7466FE29}" dt="2023-08-01T00:34:01.391" v="1" actId="47"/>
        <pc:sldMkLst>
          <pc:docMk/>
          <pc:sldMk cId="3861346868" sldId="821"/>
        </pc:sldMkLst>
      </pc:sldChg>
      <pc:sldChg chg="del">
        <pc:chgData name="이민재" userId="f97f16f7-28a5-49bd-9e05-fb3ef63d7997" providerId="ADAL" clId="{039C9C82-348A-4337-B557-B07A7466FE29}" dt="2023-08-01T00:34:01.848" v="3" actId="47"/>
        <pc:sldMkLst>
          <pc:docMk/>
          <pc:sldMk cId="3940958460" sldId="822"/>
        </pc:sldMkLst>
      </pc:sldChg>
      <pc:sldChg chg="del">
        <pc:chgData name="이민재" userId="f97f16f7-28a5-49bd-9e05-fb3ef63d7997" providerId="ADAL" clId="{039C9C82-348A-4337-B557-B07A7466FE29}" dt="2023-08-01T00:34:01.715" v="2" actId="47"/>
        <pc:sldMkLst>
          <pc:docMk/>
          <pc:sldMk cId="4171110279" sldId="823"/>
        </pc:sldMkLst>
      </pc:sldChg>
      <pc:sldChg chg="del">
        <pc:chgData name="이민재" userId="f97f16f7-28a5-49bd-9e05-fb3ef63d7997" providerId="ADAL" clId="{039C9C82-348A-4337-B557-B07A7466FE29}" dt="2023-08-01T00:34:02.582" v="4" actId="47"/>
        <pc:sldMkLst>
          <pc:docMk/>
          <pc:sldMk cId="75514760" sldId="829"/>
        </pc:sldMkLst>
      </pc:sldChg>
      <pc:sldChg chg="del">
        <pc:chgData name="이민재" userId="f97f16f7-28a5-49bd-9e05-fb3ef63d7997" providerId="ADAL" clId="{039C9C82-348A-4337-B557-B07A7466FE29}" dt="2023-08-01T00:34:02.916" v="5" actId="47"/>
        <pc:sldMkLst>
          <pc:docMk/>
          <pc:sldMk cId="2900533680" sldId="841"/>
        </pc:sldMkLst>
      </pc:sldChg>
      <pc:sldChg chg="del">
        <pc:chgData name="이민재" userId="f97f16f7-28a5-49bd-9e05-fb3ef63d7997" providerId="ADAL" clId="{039C9C82-348A-4337-B557-B07A7466FE29}" dt="2023-08-01T00:34:04.329" v="6" actId="47"/>
        <pc:sldMkLst>
          <pc:docMk/>
          <pc:sldMk cId="1711690427" sldId="845"/>
        </pc:sldMkLst>
      </pc:sldChg>
      <pc:sldChg chg="addSp delSp modSp mod ord">
        <pc:chgData name="이민재" userId="f97f16f7-28a5-49bd-9e05-fb3ef63d7997" providerId="ADAL" clId="{039C9C82-348A-4337-B557-B07A7466FE29}" dt="2023-08-01T00:34:51.473" v="15" actId="1076"/>
        <pc:sldMkLst>
          <pc:docMk/>
          <pc:sldMk cId="3273136574" sldId="847"/>
        </pc:sldMkLst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6" creationId="{A5B41DA1-0E99-B308-337A-A985310CD2A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" creationId="{135967EA-8730-7B42-429A-0D8B9594CD4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" creationId="{DAD52D61-E149-5113-A794-3CFEFFFA1B4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" creationId="{C2940180-679C-1917-FEE3-2FD56E1B849A}"/>
          </ac:spMkLst>
        </pc:spChg>
        <pc:spChg chg="add del mod">
          <ac:chgData name="이민재" userId="f97f16f7-28a5-49bd-9e05-fb3ef63d7997" providerId="ADAL" clId="{039C9C82-348A-4337-B557-B07A7466FE29}" dt="2023-08-01T00:34:42.509" v="14"/>
          <ac:spMkLst>
            <pc:docMk/>
            <pc:sldMk cId="3273136574" sldId="847"/>
            <ac:spMk id="14" creationId="{49E7BC7D-81C6-2CFC-B696-59063EAEF30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5" creationId="{859DCBFA-F9D7-090B-3877-0F5BF007E89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" creationId="{88644D3B-5F36-6949-F555-A557B1EB7D8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8" creationId="{42B5F359-4849-1084-40E2-FD3478A2425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9" creationId="{D91B5B54-5AEC-1162-CAC8-5EA5AE08CF3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1" creationId="{CC535211-E57F-EFB8-517F-1E278322AF5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2" creationId="{B81C55FB-B24A-1225-E43A-189A788E654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3" creationId="{2FF17860-68C7-8DFC-7DE7-4F9B40765C3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3" creationId="{E0AACD1F-C342-414E-862F-41DAFC3A491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4" creationId="{E780EA2D-C83D-B2AA-E4E2-77DB12EA610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6" creationId="{6A15A937-1224-8D00-0065-FCC124B630D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7" creationId="{6F3756BA-3326-EED1-7B66-0EE0A5BE9EF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8" creationId="{CF9A5669-5438-DE8F-286D-C5A15EBCB7D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0" creationId="{4094E1B4-4307-DCF5-FD73-AA2A214F3B7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1" creationId="{F7B61806-ECC0-5355-5955-F02DB78703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2" creationId="{DD278648-7095-8699-B984-6A4F4DEA58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3" creationId="{D69690E4-E3A3-BB23-5C1B-083691EEF5E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4" creationId="{0524238E-77AA-F32C-B1B3-B342E979DD8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7" creationId="{A8F050B3-3CD7-D9E4-6747-EA3EC678DB1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9" creationId="{3599F78B-FA25-56BA-F33D-00B4420022B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6" creationId="{C08E3A4E-6E58-1300-6D23-A3026069E10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7" creationId="{89CC8A67-2879-95A0-AD6D-915EE808D2D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4" creationId="{A3E45346-AA53-EEDE-E077-4B76558D9F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5" creationId="{D67714F1-1512-5433-2439-7235F6A567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8" creationId="{65359B30-775F-1815-684B-1A7C12D024A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9" creationId="{485B3A4B-7A58-20C1-2FC8-21346ECAC78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39" creationId="{9B87E1A8-4BEF-1F89-B036-02E0E3C885D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59" creationId="{5097CBE9-44A9-74A2-5DAE-03C6AE22789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0" creationId="{3B9D2F82-15D1-610C-0F69-FB1EB5D006A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1" creationId="{1688ED4A-010B-7E06-C470-3BB256E226F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2" creationId="{A81C0B02-D9A1-0F8B-C81C-8BCF71FEC1B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3" creationId="{077DFC14-5CE0-E8D4-AF70-DF3B7F18E8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80" creationId="{6D4B3F4F-3B9D-A75B-5CD5-E6CA73F65D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6" creationId="{911720E2-4291-D563-3AB1-65BE5D40481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7" creationId="{F049A875-C419-D78E-33E2-B4555D848A4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8" creationId="{4CEC8248-E502-018D-B439-2B8F08EC552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9" creationId="{F670B1F4-7846-8810-508B-5018B99A0C8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0" creationId="{2010F9B9-054C-D6A7-97CC-F1EF94FD610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1" creationId="{DDBC5374-B9CF-8B22-7904-C209B4F6BD1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2" creationId="{A154EB3B-70F9-2C82-D40D-B2D6B157725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3" creationId="{556CF938-1A61-ACD3-6F80-FF829B72B94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4" creationId="{E18C0A57-5107-9A04-14E8-8CC16318100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5" creationId="{BE65596C-550E-6E11-2969-8A1FB759FBB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6" creationId="{AD1BA3DF-F3DF-2033-32BB-9950BED7BCD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7" creationId="{8C317556-5DFB-EED4-0AC4-12A26A888B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8" creationId="{668C7DA1-625C-F4B3-E2A1-73A11FA8AF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9" creationId="{A20AFE9F-2433-78D9-9991-0D5FFCA05AF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20" creationId="{85136E1C-4DAA-C44C-8CA4-8963E8E8D6B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21" creationId="{6A1762A4-E3A1-E13C-3065-E98679A54A3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36" creationId="{B2990081-C5D3-B617-055E-253719C1434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17" creationId="{B5AA6AEC-80D7-3C7D-DC77-38D96DA7A3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26" creationId="{BF87F7F9-5589-29CC-CBF9-324C8EFC0EA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1" creationId="{9B55EAEC-3EDD-C510-496B-ED2984B7930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2" creationId="{C8CD0D75-9B30-CB60-42E3-4270F92EE7C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3" creationId="{817222BC-EAE5-BA9B-A4D4-C959B049767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4" creationId="{BE4B27D6-9BD8-5225-3721-6AD24BBCDB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5" creationId="{C51FE0EB-C2FF-9952-E2B1-D3C42C6000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6" creationId="{E96CB3F7-6B52-FF04-7100-52F8FADB186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7" creationId="{67E1C062-38C4-87BC-459F-969E4793F35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8" creationId="{8359C8F8-62EB-82EA-B3EE-58AABF70AD2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9" creationId="{6FA418CA-3780-A5E6-C773-B70625046D1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0" creationId="{191A02C0-526B-916F-B970-85CD0B0FA19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1" creationId="{156850CE-7B83-9A0F-4A17-53A8CF337F4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2" creationId="{876E8889-8A6C-82BC-84F4-D7BA6BC9477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3" creationId="{C48B2EAF-6C20-5769-4190-F597E91C30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4" creationId="{13EA00F5-FC00-B3D3-A158-D05F7C070D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5" creationId="{117D8F32-E7EF-8FE9-5F06-1D130FA2ADB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6" creationId="{5CC6B01A-627B-3740-7E64-A29E25DCA32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1" creationId="{F8183BBE-0062-814E-E4B2-617EFA43098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2" creationId="{1578E298-BAC8-DCFC-33AE-748C3231BAC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3" creationId="{67B3BED4-2BB0-604B-3FB6-FBC6B167B91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4" creationId="{DC466BE8-AA17-B0F8-0BCC-42BDC1072A3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5" creationId="{D6BC2156-7303-D83F-EAF8-BCA3823D7A7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8" creationId="{8BF29DBD-256A-CE1F-EC95-D29F9414F7F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9" creationId="{0F82CBBD-27AB-647E-0770-C371A0D1A12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0" creationId="{45C2B577-C036-A961-DE6B-22AD4FB349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7" creationId="{002FDCA6-BEBB-6283-DAE0-A73836FB679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8" creationId="{04223EC1-D183-6E67-7B14-32638BC88F5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9" creationId="{5C3242C6-0961-7C5F-FA45-DF58CB2C999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70" creationId="{1A073273-DFB1-B565-A6D6-E144C76D787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7" creationId="{EAC76FE0-C23B-E54E-EA54-3A0C845F5AD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8" creationId="{5A3C8E45-F575-FFE1-BD7F-153ED774131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9" creationId="{D9A9EDB1-5EE1-5195-8DB7-F3F71113A7F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0" creationId="{B9BD15C2-C6BD-48AB-2C4B-CBC977F9FD8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2" creationId="{BE72B63F-F317-1443-0343-DE164978D7D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3" creationId="{71A73C9A-31DC-5D01-F97F-AEB54A19827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9" creationId="{F3A273B2-0766-98FD-3393-7DB1EC4E7F7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1" creationId="{9BABAF5E-E87B-9853-BEA0-D3C592613B4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2" creationId="{BA779B88-1F32-2DEF-B3D3-38310C8B388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3" creationId="{C05C265A-BBDB-9C53-044B-26628D3F5A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4" creationId="{D91EDC3D-5F7B-9E5C-A102-7DEA57E179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5" creationId="{796A3D4E-2D12-9FEF-2E00-2EA7ECA6169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2" creationId="{19FF2261-845B-7A86-0CE5-63D16BB3CF8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3" creationId="{1807C78D-F0DE-92A3-F44A-5E667CA4E69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4" creationId="{6221F600-0C68-1C5F-BCC5-F0D22040CC9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5" creationId="{AD213FB2-7EE3-04D1-0351-616EDEAA6C8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6" creationId="{9810E22B-A5B0-D15F-6979-09007445D1B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7" creationId="{D1ECC804-AD8E-857B-2BCB-F2C2D25348A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8" creationId="{6862A841-D515-DDA8-8A53-A322DBA34AD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9" creationId="{477DF471-5610-156A-6457-4CC8195DB48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1" creationId="{9201F638-B7D6-7B9D-8CB6-5D9C25322F8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2" creationId="{56BE36A8-C534-7DF5-CFFF-1FE86DE5192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3" creationId="{E9A15C8F-EAE5-A239-1639-B4578471FCB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4" creationId="{D42C29C3-2C1C-56E8-FA48-B51805DEC43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6" creationId="{E0E316D4-34CA-AFAD-93F4-0037664E3C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8" creationId="{F947E84D-509E-D7F5-5394-6FE14FD22D0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1" creationId="{F4B01BF0-BA5E-5A6B-91DD-32FAE202C18B}"/>
          </ac:spMkLst>
        </pc:spChg>
        <pc:spChg chg="add del mod">
          <ac:chgData name="이민재" userId="f97f16f7-28a5-49bd-9e05-fb3ef63d7997" providerId="ADAL" clId="{039C9C82-348A-4337-B557-B07A7466FE29}" dt="2023-08-01T00:34:42.224" v="13" actId="478"/>
          <ac:spMkLst>
            <pc:docMk/>
            <pc:sldMk cId="3273136574" sldId="847"/>
            <ac:spMk id="462" creationId="{BE373DBB-7461-31E5-3E37-15A51793CD2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7" creationId="{1BCF0AC1-65C2-2E4F-FEDE-8AAF3C3DF87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8" creationId="{EC5B9F16-194F-9DE3-5CDC-D3E36E9D896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3" creationId="{9A88F01E-6134-91E9-CCA9-A0FAF00B7ED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6" creationId="{DB48C05C-B0D5-9864-0938-114CC02EA2A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7" creationId="{32D354F9-FBD8-904E-B69C-108291ACFD8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2" creationId="{459A967D-1D2D-456B-3E09-0B572886E04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3" creationId="{049AF31B-0A1D-EFD9-EC4A-270A04D7692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8" creationId="{6441F762-D556-BC41-87AE-3220CC6F4552}"/>
          </ac:spMkLst>
        </pc:s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2" creationId="{9F8CB6F8-7FF5-6C40-687A-873DA473086D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" creationId="{B76383ED-F4A7-0254-30BE-E988BE516240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22" creationId="{7DD48696-B0CB-C5F4-8824-5779907AB512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54" creationId="{74074763-EA51-2AC5-FA87-E7123F7014B5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1" creationId="{7FF63947-7C5D-5518-D5FE-257A06AC9BBB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6" creationId="{553EDAD1-83EC-586D-6406-E6FD85C09DC8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91" creationId="{EF3B1B7B-04E6-7788-2269-0F5318074F20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96" creationId="{4C4F7B8E-D0AE-28DE-F004-BF8F666545C6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385" creationId="{46CEABD3-7968-A199-A68A-EC1CB860148D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401" creationId="{5043E8F1-1957-CFC7-725E-A4E2527737DD}"/>
          </ac:grpSpMkLst>
        </pc:grp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5" creationId="{94C9B34E-EFDA-F375-2508-1D3682022F6D}"/>
          </ac:graphicFrameMkLst>
        </pc:graphicFrameChg>
        <pc:graphicFrameChg chg="del">
          <ac:chgData name="이민재" userId="f97f16f7-28a5-49bd-9e05-fb3ef63d7997" providerId="ADAL" clId="{039C9C82-348A-4337-B557-B07A7466FE29}" dt="2023-08-01T00:34:07.361" v="7" actId="478"/>
          <ac:graphicFrameMkLst>
            <pc:docMk/>
            <pc:sldMk cId="3273136574" sldId="847"/>
            <ac:graphicFrameMk id="8" creationId="{28990E60-BFD1-B8DF-E08B-C88C1691615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2" creationId="{621A5FF4-4657-D39F-8A26-5512776D547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" creationId="{A286AA69-B7CF-6159-CEA0-693FF3FA1AA2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4" creationId="{549D8F1B-3B14-A698-92C2-8EFA837ABE4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6" creationId="{B48BB94E-3768-51B9-2811-CA5FA4D6CE1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8" creationId="{AD6CEEA2-77AE-17F6-7226-6D90178AA42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0" creationId="{7DDCCA94-E40C-7D43-D638-BA6E8837B06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2" creationId="{3B3383B1-F73A-527A-EA94-FBED750240E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9" creationId="{69681813-B7D0-DD8E-95F1-733073C8AD9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05" creationId="{E3BBE2E2-46D2-9D31-2F6C-74E26312680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08" creationId="{5973F466-8DFA-8536-0C58-89785FB9C56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12" creationId="{AC63604C-2529-B145-C6E4-91E9B4AD344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26" creationId="{4619556B-51E6-A2FF-715D-65019091D53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6" creationId="{26FDD7EA-7D18-C292-30F4-63DE93111A15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7" creationId="{5CBD5845-76EA-0BAA-FFB2-CE94561D32B1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8" creationId="{0E9D3380-D01F-FB8B-BF0B-A25706052D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58" creationId="{241A74B0-4C95-AF5D-389F-3CE114E3827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4" creationId="{A99327FB-165D-91B1-C0EF-1C375AC9DB21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5" creationId="{A3677E5F-C8A5-C4FC-7904-F5BC8CF5CD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6" creationId="{B39D848B-F67D-5994-9EBB-F1AB915912D7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7" creationId="{8C2EA260-1933-1821-A6C1-E00280B589F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8" creationId="{3517E9CD-C4CA-FCE4-7569-A7A51B168FB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9" creationId="{F5B260CB-5CF5-A20C-DC6F-F1079ECA7D0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0" creationId="{CB556BEA-4CEA-B8AD-2374-4B7703C27AC5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1" creationId="{F88562B4-DF8C-F165-C731-1D9938D3E0A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2" creationId="{11D6D197-D412-0145-7A1B-6849D686C0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3" creationId="{3A5FACCF-12AB-188A-8B8D-8B2B5D5A993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4" creationId="{D475978C-7D6E-A180-E0AB-242A461E093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5" creationId="{DE3824A9-8618-BE9A-84B8-9810228EE4A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6" creationId="{1C19A919-5778-B41B-FD74-926EEBD8032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7" creationId="{962C8280-E5D3-25A2-A5B0-6DE28FE48CB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8" creationId="{15907DE5-06B8-BBF0-DE5F-36D2CEB50ED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9" creationId="{1A9ECC91-BAEF-7486-25B0-A8A3B602A2C3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6" creationId="{FA7079B7-9BEE-AA6C-BCFB-8EC81486A74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7" creationId="{93DC5FFA-0A52-D3F9-3BB6-288D1B067CA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8" creationId="{C12BC369-E542-4871-07B1-71573F42BE2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9" creationId="{09483F69-5834-594F-320D-350A4AA392B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0" creationId="{4AE3BEDF-8705-F655-1C9F-8C0A6C62160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1" creationId="{10F1F2DB-FAA6-90D9-6EB6-F563FED624F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2" creationId="{367CC10F-CBC9-A1A8-167A-5949BB42C6E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3" creationId="{2B2E9367-2BFB-6918-8ECC-21E11884EDB2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18" creationId="{129BB8C6-E898-AD28-11D3-0F9DDB039B7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7" creationId="{2B86058F-3139-3595-BF55-89BCCBC57D4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8" creationId="{18034EDD-FD5F-63F1-27A5-4CA821B2B51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9" creationId="{CECB2A77-B9F3-1567-F714-995010FA7D9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50" creationId="{B2E08573-159A-624D-404D-3FF0A829491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28" creationId="{7ECC109A-8060-7505-87A3-8E642A6EBEB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57" creationId="{AFAE1175-A900-B36C-17E7-5DED3E3BFEE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74" creationId="{AE760784-5152-F203-C666-207B288184E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75" creationId="{4F5DCE17-E31E-C1E6-752C-110443B7CB5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505" creationId="{7E79838D-19EB-7862-553F-C24AD48F1749}"/>
          </ac:graphicFrameMkLst>
        </pc:graphicFrame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9" creationId="{4D5AB37B-1524-938E-F73A-643890187B53}"/>
          </ac:picMkLst>
        </pc:pic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506" creationId="{CAC54EF0-AFA1-2D0C-22C7-F13D7EAD4B76}"/>
          </ac:picMkLst>
        </pc:pic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507" creationId="{CD136CBF-F9B3-CE94-D7D8-B2A4A61F6F42}"/>
          </ac:picMkLst>
        </pc:pic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80" creationId="{BDDEA510-2AF1-EFA9-45A9-51E9B24F004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95" creationId="{4B91C91A-131B-143E-4151-E0BE0BA809E0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06" creationId="{BDE62C8C-8AF0-DA08-2413-3ADC8D233F6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14" creationId="{E769ADB8-754A-1A0F-F54E-6636700A62D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21" creationId="{D00D92B2-200C-77ED-D61A-87E623AC217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0" creationId="{1C8217C2-38E9-BDAF-96AD-7D53A57DCB7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1" creationId="{D8D5D43C-89EF-21E8-BA63-5AD6E88127D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2" creationId="{6A847E20-A544-939A-3C9A-77D96C83525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3" creationId="{8801F728-8B05-FF0C-1834-E1A7817F85A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4" creationId="{6EE4752E-1724-FCA3-1E94-CA14F149BAB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5" creationId="{6BDB20DE-43F9-F1DA-5D8A-69BB35CAE95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0" creationId="{A2D8B01E-0A5A-AE7A-636D-02592DE21EE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1" creationId="{E55485EC-7CCF-0E2A-EE5B-A9479C6B4CE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2" creationId="{2E385911-333D-ECA4-9949-B8F235D439E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6" creationId="{4AE53B80-4F05-5431-9693-CE971E1A2B0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7" creationId="{374297B6-E951-6597-AA60-F2BC18099728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8" creationId="{56382012-31D8-529D-42D2-5BD7A711361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9" creationId="{A718FECC-4A6A-9F82-A892-060CDDF9458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51" creationId="{4CE9163F-B76E-AE86-E37D-4CC90C987D2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53" creationId="{6FDACB36-A0AB-8C44-4237-3E6629F208E7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2" creationId="{6DEBE3B3-759A-BF56-ED3C-8BA80403D96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3" creationId="{8664DC69-772D-F520-8C22-3DACBB077B2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4" creationId="{2F0D6049-87F0-6540-E212-3E808ACB7042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5" creationId="{01EA7B64-2CE0-A0E5-7275-E113405022F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2" creationId="{B8779CE9-DAC7-A254-1DCF-A64EFBB767CF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3" creationId="{D85477D5-C992-8A48-DE32-28AFAB0E21E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4" creationId="{800D75C2-A652-F952-714A-37115136E0C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5" creationId="{67574ACB-D04E-2649-D584-9CFC15E7C57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4" creationId="{098CA994-C955-1E6F-DF14-99CF45DB6ED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7" creationId="{EE4B37CB-53D0-4194-1B14-FC2617EBE27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8" creationId="{BAC779F7-A626-E2BB-D749-ABF3DF035B4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9" creationId="{8A311A68-7797-0B44-C028-5FBDC67FE02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0" creationId="{4F54057B-2853-CFCF-8B40-0F53FE11736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1" creationId="{6BDD5438-65CA-FE26-0418-B7BAE30CA2B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2" creationId="{26B4EA94-B543-99BF-E88B-8DE78B5A036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2" creationId="{F9284925-D534-7F29-3ECC-DEFC5A7D87D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3" creationId="{C06ACD92-E3CE-4DE1-1A32-D9B8A95E883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4" creationId="{7D91EAAA-4A7C-AB53-D58E-38D93EEDF00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5" creationId="{090536E3-9288-C156-DC87-C7CF7B1BC2A8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7" creationId="{598AC490-BC94-EAFB-1CAC-A83EED39ECD0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8" creationId="{F0B6BAF7-1C9B-B421-EE97-C68FB727DF6E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9" creationId="{4BC75D77-557A-E0EE-92AF-88BA91764CF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30" creationId="{DEC8E83F-0520-330A-53DA-807159BDC627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21" creationId="{297A9A20-669B-66CF-AC46-BAEE5C8D8BE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6" creationId="{772D849B-FC4C-18BC-5F22-8FE226B25B0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7" creationId="{11D61E0D-7A64-6DA1-0B88-D867D57337E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8" creationId="{21BED587-59AE-6125-9CC8-9CC637A60CA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9" creationId="{0F95E41E-F640-2918-505B-998351C8005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40" creationId="{B0D64213-7D5A-224D-36BD-7DBE974272F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41" creationId="{A689C33D-B0FF-58FB-0DA9-0C712C03D97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50" creationId="{4734F5A4-FAE3-0DBA-7260-2D01A796831E}"/>
          </ac:cxnSpMkLst>
        </pc:cxnChg>
      </pc:sldChg>
    </pc:docChg>
  </pc:docChgLst>
  <pc:docChgLst>
    <pc:chgData name="이민재" userId="f97f16f7-28a5-49bd-9e05-fb3ef63d7997" providerId="ADAL" clId="{62BC8923-320B-449D-83F1-38AA64B938AB}"/>
    <pc:docChg chg="undo redo custSel addSld delSld modSld sldOrd addSection delSection modSection">
      <pc:chgData name="이민재" userId="f97f16f7-28a5-49bd-9e05-fb3ef63d7997" providerId="ADAL" clId="{62BC8923-320B-449D-83F1-38AA64B938AB}" dt="2023-02-20T14:08:30.447" v="11786" actId="1076"/>
      <pc:docMkLst>
        <pc:docMk/>
      </pc:docMkLst>
      <pc:sldChg chg="modSp mod">
        <pc:chgData name="이민재" userId="f97f16f7-28a5-49bd-9e05-fb3ef63d7997" providerId="ADAL" clId="{62BC8923-320B-449D-83F1-38AA64B938AB}" dt="2023-02-20T13:26:52.988" v="8757"/>
        <pc:sldMkLst>
          <pc:docMk/>
          <pc:sldMk cId="1482395489" sldId="311"/>
        </pc:sldMkLst>
        <pc:spChg chg="mod">
          <ac:chgData name="이민재" userId="f97f16f7-28a5-49bd-9e05-fb3ef63d7997" providerId="ADAL" clId="{62BC8923-320B-449D-83F1-38AA64B938AB}" dt="2023-02-20T02:39:08.564" v="1" actId="27636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62BC8923-320B-449D-83F1-38AA64B938AB}" dt="2023-02-20T02:39:26.673" v="8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62BC8923-320B-449D-83F1-38AA64B938AB}" dt="2023-02-20T13:26:52.988" v="8757"/>
          <ac:spMkLst>
            <pc:docMk/>
            <pc:sldMk cId="1482395489" sldId="311"/>
            <ac:spMk id="4" creationId="{DB4E2EA9-68B3-450D-B960-48AAF0A85035}"/>
          </ac:spMkLst>
        </pc:spChg>
      </pc:sldChg>
      <pc:sldChg chg="addSp delSp modSp mod">
        <pc:chgData name="이민재" userId="f97f16f7-28a5-49bd-9e05-fb3ef63d7997" providerId="ADAL" clId="{62BC8923-320B-449D-83F1-38AA64B938AB}" dt="2023-02-20T13:27:08.052" v="8791" actId="20577"/>
        <pc:sldMkLst>
          <pc:docMk/>
          <pc:sldMk cId="1657473158" sldId="751"/>
        </pc:sldMkLst>
        <pc:spChg chg="mod">
          <ac:chgData name="이민재" userId="f97f16f7-28a5-49bd-9e05-fb3ef63d7997" providerId="ADAL" clId="{62BC8923-320B-449D-83F1-38AA64B938AB}" dt="2023-02-20T02:39:54.990" v="27" actId="20577"/>
          <ac:spMkLst>
            <pc:docMk/>
            <pc:sldMk cId="1657473158" sldId="751"/>
            <ac:spMk id="2" creationId="{87DCDCF5-727C-405F-A1C0-1E7FA145DD10}"/>
          </ac:spMkLst>
        </pc:spChg>
        <pc:spChg chg="del mod">
          <ac:chgData name="이민재" userId="f97f16f7-28a5-49bd-9e05-fb3ef63d7997" providerId="ADAL" clId="{62BC8923-320B-449D-83F1-38AA64B938AB}" dt="2023-02-20T02:40:04.685" v="39" actId="478"/>
          <ac:spMkLst>
            <pc:docMk/>
            <pc:sldMk cId="1657473158" sldId="751"/>
            <ac:spMk id="3" creationId="{EF7B0855-1356-4CA7-A5CD-4D7CA0E4AE33}"/>
          </ac:spMkLst>
        </pc:spChg>
        <pc:spChg chg="add mod">
          <ac:chgData name="이민재" userId="f97f16f7-28a5-49bd-9e05-fb3ef63d7997" providerId="ADAL" clId="{62BC8923-320B-449D-83F1-38AA64B938AB}" dt="2023-02-20T13:27:08.052" v="8791" actId="20577"/>
          <ac:spMkLst>
            <pc:docMk/>
            <pc:sldMk cId="1657473158" sldId="751"/>
            <ac:spMk id="5" creationId="{BFCAC323-9C30-5C96-AAC8-1E6938E2AED2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918070944" sldId="752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655910872" sldId="755"/>
        </pc:sldMkLst>
      </pc:sldChg>
      <pc:sldChg chg="modSp add mod ord modNotesTx">
        <pc:chgData name="이민재" userId="f97f16f7-28a5-49bd-9e05-fb3ef63d7997" providerId="ADAL" clId="{62BC8923-320B-449D-83F1-38AA64B938AB}" dt="2023-02-20T13:59:12.720" v="11305" actId="1035"/>
        <pc:sldMkLst>
          <pc:docMk/>
          <pc:sldMk cId="1456278228" sldId="756"/>
        </pc:sldMkLst>
        <pc:spChg chg="mod">
          <ac:chgData name="이민재" userId="f97f16f7-28a5-49bd-9e05-fb3ef63d7997" providerId="ADAL" clId="{62BC8923-320B-449D-83F1-38AA64B938AB}" dt="2023-02-20T12:48:37.941" v="6234" actId="20577"/>
          <ac:spMkLst>
            <pc:docMk/>
            <pc:sldMk cId="1456278228" sldId="756"/>
            <ac:spMk id="2" creationId="{A6F55DE2-37CF-4366-9E87-873E2A490C7C}"/>
          </ac:spMkLst>
        </pc:spChg>
        <pc:spChg chg="mod">
          <ac:chgData name="이민재" userId="f97f16f7-28a5-49bd-9e05-fb3ef63d7997" providerId="ADAL" clId="{62BC8923-320B-449D-83F1-38AA64B938AB}" dt="2023-02-20T13:59:06.821" v="11291" actId="20577"/>
          <ac:spMkLst>
            <pc:docMk/>
            <pc:sldMk cId="1456278228" sldId="756"/>
            <ac:spMk id="3" creationId="{835A6E05-8D7F-49D0-B580-39C0CD091E83}"/>
          </ac:spMkLst>
        </pc:sp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6" creationId="{F8ABC590-D2A5-4CE2-562F-E02E3CA22957}"/>
          </ac:picMkLst>
        </pc:pic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11" creationId="{18B121C1-4711-DC30-41A6-7E7A0047A1FD}"/>
          </ac:picMkLst>
        </pc:pic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12" creationId="{DD0A3DC1-223C-DD34-49AA-71288BE25E77}"/>
          </ac:picMkLst>
        </pc:picChg>
        <pc:picChg chg="mod">
          <ac:chgData name="이민재" userId="f97f16f7-28a5-49bd-9e05-fb3ef63d7997" providerId="ADAL" clId="{62BC8923-320B-449D-83F1-38AA64B938AB}" dt="2023-02-20T13:25:17.375" v="8746" actId="1035"/>
          <ac:picMkLst>
            <pc:docMk/>
            <pc:sldMk cId="1456278228" sldId="756"/>
            <ac:picMk id="13" creationId="{FF48E1A2-5969-6FC4-EC96-554E16342011}"/>
          </ac:picMkLst>
        </pc:pic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275176864" sldId="757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149467972" sldId="758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491915091" sldId="760"/>
        </pc:sldMkLst>
      </pc:sldChg>
      <pc:sldChg chg="modSp add mod">
        <pc:chgData name="이민재" userId="f97f16f7-28a5-49bd-9e05-fb3ef63d7997" providerId="ADAL" clId="{62BC8923-320B-449D-83F1-38AA64B938AB}" dt="2023-02-20T14:08:30.447" v="11786" actId="1076"/>
        <pc:sldMkLst>
          <pc:docMk/>
          <pc:sldMk cId="4138972949" sldId="760"/>
        </pc:sldMkLst>
        <pc:graphicFrameChg chg="mod modGraphic">
          <ac:chgData name="이민재" userId="f97f16f7-28a5-49bd-9e05-fb3ef63d7997" providerId="ADAL" clId="{62BC8923-320B-449D-83F1-38AA64B938AB}" dt="2023-02-20T14:08:30.447" v="11786" actId="1076"/>
          <ac:graphicFrameMkLst>
            <pc:docMk/>
            <pc:sldMk cId="4138972949" sldId="760"/>
            <ac:graphicFrameMk id="5" creationId="{29D5A4F1-B9CA-D623-5EDB-D627B3DDA0FE}"/>
          </ac:graphicFrameMkLst>
        </pc:graphicFrame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323238880" sldId="761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1527935847" sldId="761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3931992963" sldId="762"/>
        </pc:sldMkLst>
      </pc:sldChg>
      <pc:sldChg chg="addSp delSp modSp mod ord">
        <pc:chgData name="이민재" userId="f97f16f7-28a5-49bd-9e05-fb3ef63d7997" providerId="ADAL" clId="{62BC8923-320B-449D-83F1-38AA64B938AB}" dt="2023-02-20T13:56:04.921" v="11233" actId="20577"/>
        <pc:sldMkLst>
          <pc:docMk/>
          <pc:sldMk cId="1494083304" sldId="763"/>
        </pc:sldMkLst>
        <pc:spChg chg="mod">
          <ac:chgData name="이민재" userId="f97f16f7-28a5-49bd-9e05-fb3ef63d7997" providerId="ADAL" clId="{62BC8923-320B-449D-83F1-38AA64B938AB}" dt="2023-02-20T07:49:58.304" v="897" actId="20577"/>
          <ac:spMkLst>
            <pc:docMk/>
            <pc:sldMk cId="1494083304" sldId="763"/>
            <ac:spMk id="2" creationId="{A6F55DE2-37CF-4366-9E87-873E2A490C7C}"/>
          </ac:spMkLst>
        </pc:spChg>
        <pc:spChg chg="mod">
          <ac:chgData name="이민재" userId="f97f16f7-28a5-49bd-9e05-fb3ef63d7997" providerId="ADAL" clId="{62BC8923-320B-449D-83F1-38AA64B938AB}" dt="2023-02-20T13:55:23.870" v="11209" actId="20577"/>
          <ac:spMkLst>
            <pc:docMk/>
            <pc:sldMk cId="1494083304" sldId="763"/>
            <ac:spMk id="3" creationId="{835A6E05-8D7F-49D0-B580-39C0CD091E83}"/>
          </ac:spMkLst>
        </pc:spChg>
        <pc:spChg chg="add mod">
          <ac:chgData name="이민재" userId="f97f16f7-28a5-49bd-9e05-fb3ef63d7997" providerId="ADAL" clId="{62BC8923-320B-449D-83F1-38AA64B938AB}" dt="2023-02-20T07:45:53.140" v="716" actId="1038"/>
          <ac:spMkLst>
            <pc:docMk/>
            <pc:sldMk cId="1494083304" sldId="763"/>
            <ac:spMk id="10" creationId="{86679405-5523-4584-9FA1-348A0F18822A}"/>
          </ac:spMkLst>
        </pc:spChg>
        <pc:spChg chg="add mod">
          <ac:chgData name="이민재" userId="f97f16f7-28a5-49bd-9e05-fb3ef63d7997" providerId="ADAL" clId="{62BC8923-320B-449D-83F1-38AA64B938AB}" dt="2023-02-20T13:56:04.921" v="11233" actId="20577"/>
          <ac:spMkLst>
            <pc:docMk/>
            <pc:sldMk cId="1494083304" sldId="763"/>
            <ac:spMk id="11" creationId="{8D20FD45-AF83-3ED0-6C67-3FFEA1997A67}"/>
          </ac:spMkLst>
        </pc:spChg>
        <pc:spChg chg="add mod">
          <ac:chgData name="이민재" userId="f97f16f7-28a5-49bd-9e05-fb3ef63d7997" providerId="ADAL" clId="{62BC8923-320B-449D-83F1-38AA64B938AB}" dt="2023-02-20T07:45:53.140" v="716" actId="1038"/>
          <ac:spMkLst>
            <pc:docMk/>
            <pc:sldMk cId="1494083304" sldId="763"/>
            <ac:spMk id="14" creationId="{3EBD1BBD-D54E-DC63-ECDB-22CB4D8CE8A8}"/>
          </ac:spMkLst>
        </pc:spChg>
        <pc:spChg chg="add del mod">
          <ac:chgData name="이민재" userId="f97f16f7-28a5-49bd-9e05-fb3ef63d7997" providerId="ADAL" clId="{62BC8923-320B-449D-83F1-38AA64B938AB}" dt="2023-02-20T12:53:21.438" v="6558" actId="478"/>
          <ac:spMkLst>
            <pc:docMk/>
            <pc:sldMk cId="1494083304" sldId="763"/>
            <ac:spMk id="15" creationId="{9585708C-4092-FB2B-159B-A68A00BBD004}"/>
          </ac:spMkLst>
        </pc:spChg>
        <pc:spChg chg="del mod topLvl">
          <ac:chgData name="이민재" userId="f97f16f7-28a5-49bd-9e05-fb3ef63d7997" providerId="ADAL" clId="{62BC8923-320B-449D-83F1-38AA64B938AB}" dt="2023-02-20T07:43:12.719" v="374" actId="478"/>
          <ac:spMkLst>
            <pc:docMk/>
            <pc:sldMk cId="1494083304" sldId="763"/>
            <ac:spMk id="27" creationId="{D6AF899B-4FEC-FCD4-4BE4-160CE8F2CD5B}"/>
          </ac:spMkLst>
        </pc:spChg>
        <pc:spChg chg="mod">
          <ac:chgData name="이민재" userId="f97f16f7-28a5-49bd-9e05-fb3ef63d7997" providerId="ADAL" clId="{62BC8923-320B-449D-83F1-38AA64B938AB}" dt="2023-02-20T12:52:29.772" v="6544" actId="20577"/>
          <ac:spMkLst>
            <pc:docMk/>
            <pc:sldMk cId="1494083304" sldId="763"/>
            <ac:spMk id="28" creationId="{70F02578-E74E-1EB2-4F0E-0F7AFFB640FA}"/>
          </ac:spMkLst>
        </pc:spChg>
        <pc:spChg chg="mod">
          <ac:chgData name="이민재" userId="f97f16f7-28a5-49bd-9e05-fb3ef63d7997" providerId="ADAL" clId="{62BC8923-320B-449D-83F1-38AA64B938AB}" dt="2023-02-20T07:43:39.664" v="448" actId="1036"/>
          <ac:spMkLst>
            <pc:docMk/>
            <pc:sldMk cId="1494083304" sldId="763"/>
            <ac:spMk id="29" creationId="{75C8ACFE-FA03-D941-9076-53CB8AF27289}"/>
          </ac:spMkLst>
        </pc:spChg>
        <pc:spChg chg="mod">
          <ac:chgData name="이민재" userId="f97f16f7-28a5-49bd-9e05-fb3ef63d7997" providerId="ADAL" clId="{62BC8923-320B-449D-83F1-38AA64B938AB}" dt="2023-02-20T13:55:47.706" v="11227" actId="14100"/>
          <ac:spMkLst>
            <pc:docMk/>
            <pc:sldMk cId="1494083304" sldId="763"/>
            <ac:spMk id="30" creationId="{236D0CCF-F3AA-317B-BF3A-B9C45DE613D8}"/>
          </ac:spMkLst>
        </pc:spChg>
        <pc:spChg chg="del mod topLvl">
          <ac:chgData name="이민재" userId="f97f16f7-28a5-49bd-9e05-fb3ef63d7997" providerId="ADAL" clId="{62BC8923-320B-449D-83F1-38AA64B938AB}" dt="2023-02-20T07:46:15.955" v="717" actId="21"/>
          <ac:spMkLst>
            <pc:docMk/>
            <pc:sldMk cId="1494083304" sldId="763"/>
            <ac:spMk id="34" creationId="{4F428DCE-7C5D-5A6D-F07B-5DFB86244A7C}"/>
          </ac:spMkLst>
        </pc:spChg>
        <pc:spChg chg="mod">
          <ac:chgData name="이민재" userId="f97f16f7-28a5-49bd-9e05-fb3ef63d7997" providerId="ADAL" clId="{62BC8923-320B-449D-83F1-38AA64B938AB}" dt="2023-02-20T03:52:45.488" v="46" actId="165"/>
          <ac:spMkLst>
            <pc:docMk/>
            <pc:sldMk cId="1494083304" sldId="763"/>
            <ac:spMk id="44" creationId="{C5BB89D7-3E97-2A61-AA39-E624D07629A8}"/>
          </ac:spMkLst>
        </pc:spChg>
        <pc:spChg chg="del mod topLvl">
          <ac:chgData name="이민재" userId="f97f16f7-28a5-49bd-9e05-fb3ef63d7997" providerId="ADAL" clId="{62BC8923-320B-449D-83F1-38AA64B938AB}" dt="2023-02-20T03:52:49.567" v="48" actId="478"/>
          <ac:spMkLst>
            <pc:docMk/>
            <pc:sldMk cId="1494083304" sldId="763"/>
            <ac:spMk id="46" creationId="{ED2BDFFE-755F-3AFF-57F5-C52A23341BC8}"/>
          </ac:spMkLst>
        </pc:spChg>
        <pc:spChg chg="del">
          <ac:chgData name="이민재" userId="f97f16f7-28a5-49bd-9e05-fb3ef63d7997" providerId="ADAL" clId="{62BC8923-320B-449D-83F1-38AA64B938AB}" dt="2023-02-20T03:52:49.567" v="48" actId="478"/>
          <ac:spMkLst>
            <pc:docMk/>
            <pc:sldMk cId="1494083304" sldId="763"/>
            <ac:spMk id="104" creationId="{4A7D9337-8DED-7824-492C-4DB7AAA8676A}"/>
          </ac:spMkLst>
        </pc:spChg>
        <pc:spChg chg="del mod">
          <ac:chgData name="이민재" userId="f97f16f7-28a5-49bd-9e05-fb3ef63d7997" providerId="ADAL" clId="{62BC8923-320B-449D-83F1-38AA64B938AB}" dt="2023-02-20T07:43:17.634" v="376" actId="21"/>
          <ac:spMkLst>
            <pc:docMk/>
            <pc:sldMk cId="1494083304" sldId="763"/>
            <ac:spMk id="105" creationId="{E71FC771-E912-5A46-91B8-D73A4AFFC286}"/>
          </ac:spMkLst>
        </pc:spChg>
        <pc:spChg chg="del mod">
          <ac:chgData name="이민재" userId="f97f16f7-28a5-49bd-9e05-fb3ef63d7997" providerId="ADAL" clId="{62BC8923-320B-449D-83F1-38AA64B938AB}" dt="2023-02-20T07:43:17.634" v="376" actId="21"/>
          <ac:spMkLst>
            <pc:docMk/>
            <pc:sldMk cId="1494083304" sldId="763"/>
            <ac:spMk id="106" creationId="{FFCAC1C9-92B1-6B9F-30BB-97996134FD3A}"/>
          </ac:spMkLst>
        </pc:spChg>
        <pc:spChg chg="del">
          <ac:chgData name="이민재" userId="f97f16f7-28a5-49bd-9e05-fb3ef63d7997" providerId="ADAL" clId="{62BC8923-320B-449D-83F1-38AA64B938AB}" dt="2023-02-20T03:52:52.819" v="49" actId="478"/>
          <ac:spMkLst>
            <pc:docMk/>
            <pc:sldMk cId="1494083304" sldId="763"/>
            <ac:spMk id="107" creationId="{64D5D716-10B2-D649-50A4-F48DCA3AFBA9}"/>
          </ac:spMkLst>
        </pc:spChg>
        <pc:grpChg chg="add del mod topLvl">
          <ac:chgData name="이민재" userId="f97f16f7-28a5-49bd-9e05-fb3ef63d7997" providerId="ADAL" clId="{62BC8923-320B-449D-83F1-38AA64B938AB}" dt="2023-02-20T07:43:10.137" v="373" actId="165"/>
          <ac:grpSpMkLst>
            <pc:docMk/>
            <pc:sldMk cId="1494083304" sldId="763"/>
            <ac:grpSpMk id="25" creationId="{55E3BCA0-4522-789C-C056-B6791F4F5802}"/>
          </ac:grpSpMkLst>
        </pc:grpChg>
        <pc:grpChg chg="del mod topLvl">
          <ac:chgData name="이민재" userId="f97f16f7-28a5-49bd-9e05-fb3ef63d7997" providerId="ADAL" clId="{62BC8923-320B-449D-83F1-38AA64B938AB}" dt="2023-02-20T03:52:49.567" v="48" actId="478"/>
          <ac:grpSpMkLst>
            <pc:docMk/>
            <pc:sldMk cId="1494083304" sldId="763"/>
            <ac:grpSpMk id="42" creationId="{A6D9964E-F8BA-10C4-BF8F-E1E250CC5F61}"/>
          </ac:grpSpMkLst>
        </pc:grpChg>
        <pc:grpChg chg="del">
          <ac:chgData name="이민재" userId="f97f16f7-28a5-49bd-9e05-fb3ef63d7997" providerId="ADAL" clId="{62BC8923-320B-449D-83F1-38AA64B938AB}" dt="2023-02-20T03:52:45.488" v="46" actId="165"/>
          <ac:grpSpMkLst>
            <pc:docMk/>
            <pc:sldMk cId="1494083304" sldId="763"/>
            <ac:grpSpMk id="73" creationId="{C9C11962-F592-7CD1-16CD-EE737726F4D4}"/>
          </ac:grpSpMkLst>
        </pc:grpChg>
        <pc:grpChg chg="mod">
          <ac:chgData name="이민재" userId="f97f16f7-28a5-49bd-9e05-fb3ef63d7997" providerId="ADAL" clId="{62BC8923-320B-449D-83F1-38AA64B938AB}" dt="2023-02-20T07:45:53.140" v="716" actId="1038"/>
          <ac:grpSpMkLst>
            <pc:docMk/>
            <pc:sldMk cId="1494083304" sldId="763"/>
            <ac:grpSpMk id="75" creationId="{1B2D1E5E-F9F8-1FC8-88C4-7B8D4B85AEAF}"/>
          </ac:grpSpMkLst>
        </pc:grpChg>
        <pc:picChg chg="add mod">
          <ac:chgData name="이민재" userId="f97f16f7-28a5-49bd-9e05-fb3ef63d7997" providerId="ADAL" clId="{62BC8923-320B-449D-83F1-38AA64B938AB}" dt="2023-02-20T07:45:53.140" v="716" actId="1038"/>
          <ac:picMkLst>
            <pc:docMk/>
            <pc:sldMk cId="1494083304" sldId="763"/>
            <ac:picMk id="5" creationId="{5C17FC65-34B2-B668-8DD4-C9A59745464C}"/>
          </ac:picMkLst>
        </pc:picChg>
        <pc:picChg chg="del mod topLvl">
          <ac:chgData name="이민재" userId="f97f16f7-28a5-49bd-9e05-fb3ef63d7997" providerId="ADAL" clId="{62BC8923-320B-449D-83F1-38AA64B938AB}" dt="2023-02-20T07:43:14.134" v="375" actId="478"/>
          <ac:picMkLst>
            <pc:docMk/>
            <pc:sldMk cId="1494083304" sldId="763"/>
            <ac:picMk id="9" creationId="{39CE5B5A-3F6E-935D-14D2-BFAFD28951B8}"/>
          </ac:picMkLst>
        </pc:picChg>
        <pc:picChg chg="del mod topLvl">
          <ac:chgData name="이민재" userId="f97f16f7-28a5-49bd-9e05-fb3ef63d7997" providerId="ADAL" clId="{62BC8923-320B-449D-83F1-38AA64B938AB}" dt="2023-02-20T03:52:47.526" v="47" actId="478"/>
          <ac:picMkLst>
            <pc:docMk/>
            <pc:sldMk cId="1494083304" sldId="763"/>
            <ac:picMk id="23" creationId="{17CBF2C7-5990-412E-24B3-B4ABCAC94ABC}"/>
          </ac:picMkLst>
        </pc:pic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6" creationId="{F63C805A-9B6D-EA92-F468-7008139086E0}"/>
          </ac:cxnSpMkLst>
        </pc:cxn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7" creationId="{8E982570-F758-C7BD-CC9B-547439E447E7}"/>
          </ac:cxnSpMkLst>
        </pc:cxn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8" creationId="{29FAA4DA-1AA5-6F92-143D-06DF29C778C0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26" creationId="{247DA0FE-A17D-02C8-C03F-7F7053C66216}"/>
          </ac:cxnSpMkLst>
        </pc:cxnChg>
        <pc:cxnChg chg="mod">
          <ac:chgData name="이민재" userId="f97f16f7-28a5-49bd-9e05-fb3ef63d7997" providerId="ADAL" clId="{62BC8923-320B-449D-83F1-38AA64B938AB}" dt="2023-02-20T03:52:45.488" v="46" actId="165"/>
          <ac:cxnSpMkLst>
            <pc:docMk/>
            <pc:sldMk cId="1494083304" sldId="763"/>
            <ac:cxnSpMk id="43" creationId="{DCE1C7E3-D72B-4DC2-0291-DFECF1EB3C82}"/>
          </ac:cxnSpMkLst>
        </pc:cxnChg>
        <pc:cxnChg chg="mod">
          <ac:chgData name="이민재" userId="f97f16f7-28a5-49bd-9e05-fb3ef63d7997" providerId="ADAL" clId="{62BC8923-320B-449D-83F1-38AA64B938AB}" dt="2023-02-20T07:43:39.664" v="448" actId="1036"/>
          <ac:cxnSpMkLst>
            <pc:docMk/>
            <pc:sldMk cId="1494083304" sldId="763"/>
            <ac:cxnSpMk id="55" creationId="{EC71225F-DD46-1E11-5748-03FAC4F90E68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82" creationId="{2D6FD301-A085-5363-718C-5C641CC06E93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83" creationId="{A012F018-50BC-BAB2-7E52-B24FCE200F5A}"/>
          </ac:cxnSpMkLst>
        </pc:cxnChg>
        <pc:cxnChg chg="del mod">
          <ac:chgData name="이민재" userId="f97f16f7-28a5-49bd-9e05-fb3ef63d7997" providerId="ADAL" clId="{62BC8923-320B-449D-83F1-38AA64B938AB}" dt="2023-02-20T03:53:03.594" v="53" actId="478"/>
          <ac:cxnSpMkLst>
            <pc:docMk/>
            <pc:sldMk cId="1494083304" sldId="763"/>
            <ac:cxnSpMk id="85" creationId="{C492BBB4-B791-7FC2-656A-EF529C4185E0}"/>
          </ac:cxnSpMkLst>
        </pc:cxnChg>
        <pc:cxnChg chg="del mod">
          <ac:chgData name="이민재" userId="f97f16f7-28a5-49bd-9e05-fb3ef63d7997" providerId="ADAL" clId="{62BC8923-320B-449D-83F1-38AA64B938AB}" dt="2023-02-20T03:53:01.426" v="52" actId="478"/>
          <ac:cxnSpMkLst>
            <pc:docMk/>
            <pc:sldMk cId="1494083304" sldId="763"/>
            <ac:cxnSpMk id="89" creationId="{AEBC7CBF-F075-E5CF-F5A1-5073EE101A43}"/>
          </ac:cxnSpMkLst>
        </pc:cxnChg>
      </pc:sldChg>
      <pc:sldChg chg="del">
        <pc:chgData name="이민재" userId="f97f16f7-28a5-49bd-9e05-fb3ef63d7997" providerId="ADAL" clId="{62BC8923-320B-449D-83F1-38AA64B938AB}" dt="2023-02-20T03:56:00.058" v="143" actId="47"/>
        <pc:sldMkLst>
          <pc:docMk/>
          <pc:sldMk cId="1699561304" sldId="764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066203456" sldId="765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3827159982" sldId="765"/>
        </pc:sldMkLst>
      </pc:sldChg>
      <pc:sldChg chg="del">
        <pc:chgData name="이민재" userId="f97f16f7-28a5-49bd-9e05-fb3ef63d7997" providerId="ADAL" clId="{62BC8923-320B-449D-83F1-38AA64B938AB}" dt="2023-02-20T03:56:02.136" v="144" actId="47"/>
        <pc:sldMkLst>
          <pc:docMk/>
          <pc:sldMk cId="1386096008" sldId="766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354576975" sldId="767"/>
        </pc:sldMkLst>
      </pc:sldChg>
      <pc:sldChg chg="del">
        <pc:chgData name="이민재" userId="f97f16f7-28a5-49bd-9e05-fb3ef63d7997" providerId="ADAL" clId="{62BC8923-320B-449D-83F1-38AA64B938AB}" dt="2023-02-20T03:52:28.179" v="43" actId="47"/>
        <pc:sldMkLst>
          <pc:docMk/>
          <pc:sldMk cId="1749020511" sldId="768"/>
        </pc:sldMkLst>
      </pc:sldChg>
      <pc:sldChg chg="del">
        <pc:chgData name="이민재" userId="f97f16f7-28a5-49bd-9e05-fb3ef63d7997" providerId="ADAL" clId="{62BC8923-320B-449D-83F1-38AA64B938AB}" dt="2023-02-20T03:52:21.543" v="42" actId="47"/>
        <pc:sldMkLst>
          <pc:docMk/>
          <pc:sldMk cId="3854099559" sldId="769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554462379" sldId="770"/>
        </pc:sldMkLst>
      </pc:sldChg>
      <pc:sldChg chg="addSp delSp modSp mod ord">
        <pc:chgData name="이민재" userId="f97f16f7-28a5-49bd-9e05-fb3ef63d7997" providerId="ADAL" clId="{62BC8923-320B-449D-83F1-38AA64B938AB}" dt="2023-02-20T13:57:07.993" v="11243" actId="1035"/>
        <pc:sldMkLst>
          <pc:docMk/>
          <pc:sldMk cId="987258101" sldId="771"/>
        </pc:sldMkLst>
        <pc:spChg chg="mod">
          <ac:chgData name="이민재" userId="f97f16f7-28a5-49bd-9e05-fb3ef63d7997" providerId="ADAL" clId="{62BC8923-320B-449D-83F1-38AA64B938AB}" dt="2023-02-20T13:11:24.727" v="7210" actId="20577"/>
          <ac:spMkLst>
            <pc:docMk/>
            <pc:sldMk cId="987258101" sldId="771"/>
            <ac:spMk id="2" creationId="{3E28B798-A5C3-DE7E-7936-4C0589E7CF97}"/>
          </ac:spMkLst>
        </pc:spChg>
        <pc:spChg chg="del mod">
          <ac:chgData name="이민재" userId="f97f16f7-28a5-49bd-9e05-fb3ef63d7997" providerId="ADAL" clId="{62BC8923-320B-449D-83F1-38AA64B938AB}" dt="2023-02-20T11:27:14.029" v="3711" actId="478"/>
          <ac:spMkLst>
            <pc:docMk/>
            <pc:sldMk cId="987258101" sldId="771"/>
            <ac:spMk id="3" creationId="{333DAD2B-9BAD-F367-0FD1-DB020F414DCD}"/>
          </ac:spMkLst>
        </pc:spChg>
        <pc:spChg chg="add del mod">
          <ac:chgData name="이민재" userId="f97f16f7-28a5-49bd-9e05-fb3ef63d7997" providerId="ADAL" clId="{62BC8923-320B-449D-83F1-38AA64B938AB}" dt="2023-02-20T11:27:30.155" v="3718" actId="21"/>
          <ac:spMkLst>
            <pc:docMk/>
            <pc:sldMk cId="987258101" sldId="771"/>
            <ac:spMk id="10" creationId="{F2BBE118-7BB8-971D-711A-BF7EBDA4785E}"/>
          </ac:spMkLst>
        </pc:spChg>
        <pc:spChg chg="add del mod">
          <ac:chgData name="이민재" userId="f97f16f7-28a5-49bd-9e05-fb3ef63d7997" providerId="ADAL" clId="{62BC8923-320B-449D-83F1-38AA64B938AB}" dt="2023-02-20T12:42:28.987" v="5969" actId="478"/>
          <ac:spMkLst>
            <pc:docMk/>
            <pc:sldMk cId="987258101" sldId="771"/>
            <ac:spMk id="13" creationId="{51416C61-562C-2C90-1764-D8E4937CD16C}"/>
          </ac:spMkLst>
        </pc:spChg>
        <pc:spChg chg="add del mod">
          <ac:chgData name="이민재" userId="f97f16f7-28a5-49bd-9e05-fb3ef63d7997" providerId="ADAL" clId="{62BC8923-320B-449D-83F1-38AA64B938AB}" dt="2023-02-20T11:27:28.217" v="3717" actId="21"/>
          <ac:spMkLst>
            <pc:docMk/>
            <pc:sldMk cId="987258101" sldId="771"/>
            <ac:spMk id="15" creationId="{D352453F-ECC1-DF7A-A101-118DF86FCB68}"/>
          </ac:spMkLst>
        </pc:spChg>
        <pc:spChg chg="add del mod">
          <ac:chgData name="이민재" userId="f97f16f7-28a5-49bd-9e05-fb3ef63d7997" providerId="ADAL" clId="{62BC8923-320B-449D-83F1-38AA64B938AB}" dt="2023-02-20T12:19:30.949" v="5560" actId="478"/>
          <ac:spMkLst>
            <pc:docMk/>
            <pc:sldMk cId="987258101" sldId="771"/>
            <ac:spMk id="16" creationId="{2C6D64EE-65B2-EAA1-B6D9-F44353DC1C9F}"/>
          </ac:spMkLst>
        </pc:spChg>
        <pc:spChg chg="add del mod">
          <ac:chgData name="이민재" userId="f97f16f7-28a5-49bd-9e05-fb3ef63d7997" providerId="ADAL" clId="{62BC8923-320B-449D-83F1-38AA64B938AB}" dt="2023-02-20T12:59:44.820" v="6918" actId="478"/>
          <ac:spMkLst>
            <pc:docMk/>
            <pc:sldMk cId="987258101" sldId="771"/>
            <ac:spMk id="22" creationId="{C792ACB0-00A6-66A4-6BF4-14D9633A9312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26" creationId="{9E004CAB-A17F-680F-E0DE-EF261EEF43FB}"/>
          </ac:spMkLst>
        </pc:spChg>
        <pc:spChg chg="add del mod">
          <ac:chgData name="이민재" userId="f97f16f7-28a5-49bd-9e05-fb3ef63d7997" providerId="ADAL" clId="{62BC8923-320B-449D-83F1-38AA64B938AB}" dt="2023-02-20T12:20:06.091" v="5564" actId="478"/>
          <ac:spMkLst>
            <pc:docMk/>
            <pc:sldMk cId="987258101" sldId="771"/>
            <ac:spMk id="27" creationId="{4AF02B4C-1899-E0D0-F988-B57E00855C7D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34" creationId="{7F76D1D6-AE93-7C77-7142-B710FBBFB5E8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35" creationId="{A49D9AA7-24FA-93EB-DEFD-D886C5B6DE9D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36" creationId="{A5A48607-F349-BCEE-EE41-B47F1F737A87}"/>
          </ac:spMkLst>
        </pc:spChg>
        <pc:spChg chg="del">
          <ac:chgData name="이민재" userId="f97f16f7-28a5-49bd-9e05-fb3ef63d7997" providerId="ADAL" clId="{62BC8923-320B-449D-83F1-38AA64B938AB}" dt="2023-02-20T03:56:33.039" v="153" actId="478"/>
          <ac:spMkLst>
            <pc:docMk/>
            <pc:sldMk cId="987258101" sldId="771"/>
            <ac:spMk id="37" creationId="{B4D1E9F9-852E-3F02-2AE5-DF4E7E7438E0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38" creationId="{AD1925E8-404B-B3A5-4DDD-9FAAEEBA9356}"/>
          </ac:spMkLst>
        </pc:spChg>
        <pc:spChg chg="add del mod">
          <ac:chgData name="이민재" userId="f97f16f7-28a5-49bd-9e05-fb3ef63d7997" providerId="ADAL" clId="{62BC8923-320B-449D-83F1-38AA64B938AB}" dt="2023-02-20T11:27:30.155" v="3718" actId="21"/>
          <ac:spMkLst>
            <pc:docMk/>
            <pc:sldMk cId="987258101" sldId="771"/>
            <ac:spMk id="41" creationId="{9B286AAC-1A49-190F-5BD7-1E75FFF38220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48" creationId="{294E93D2-024F-8E48-71E0-97477F20D47A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49" creationId="{49DB007F-CE6F-256A-B04A-9D807613F33A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0" creationId="{463AF374-D5B8-BB95-16D4-DF2952C4C0C2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1" creationId="{54926357-8629-FEDF-1B18-799E7BDF367C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2" creationId="{FACA0347-0543-06C0-ACCB-802E5ED007EC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3" creationId="{46386193-703B-1783-0341-E125A530C49A}"/>
          </ac:spMkLst>
        </pc:spChg>
        <pc:spChg chg="add del mod">
          <ac:chgData name="이민재" userId="f97f16f7-28a5-49bd-9e05-fb3ef63d7997" providerId="ADAL" clId="{62BC8923-320B-449D-83F1-38AA64B938AB}" dt="2023-02-20T12:42:29.638" v="5970" actId="478"/>
          <ac:spMkLst>
            <pc:docMk/>
            <pc:sldMk cId="987258101" sldId="771"/>
            <ac:spMk id="59" creationId="{0341E75D-8A58-10AF-CFA5-6B11403CC373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63" creationId="{9288E561-B01D-0C52-4A9B-118A1EE9A102}"/>
          </ac:spMkLst>
        </pc:spChg>
        <pc:spChg chg="add del">
          <ac:chgData name="이민재" userId="f97f16f7-28a5-49bd-9e05-fb3ef63d7997" providerId="ADAL" clId="{62BC8923-320B-449D-83F1-38AA64B938AB}" dt="2023-02-20T13:01:13.309" v="6938" actId="478"/>
          <ac:spMkLst>
            <pc:docMk/>
            <pc:sldMk cId="987258101" sldId="771"/>
            <ac:spMk id="73" creationId="{3B2E9963-6E36-5695-E20B-CD6577F09A2D}"/>
          </ac:spMkLst>
        </pc:spChg>
        <pc:spChg chg="add del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74" creationId="{1947E11F-77EB-7518-FC39-0A96550613C0}"/>
          </ac:spMkLst>
        </pc:spChg>
        <pc:spChg chg="add mod">
          <ac:chgData name="이민재" userId="f97f16f7-28a5-49bd-9e05-fb3ef63d7997" providerId="ADAL" clId="{62BC8923-320B-449D-83F1-38AA64B938AB}" dt="2023-02-20T13:02:17.441" v="6971" actId="571"/>
          <ac:spMkLst>
            <pc:docMk/>
            <pc:sldMk cId="987258101" sldId="771"/>
            <ac:spMk id="78" creationId="{C1E2367D-71CA-1569-95AA-305C203E00A3}"/>
          </ac:spMkLst>
        </pc:spChg>
        <pc:spChg chg="add del mod">
          <ac:chgData name="이민재" userId="f97f16f7-28a5-49bd-9e05-fb3ef63d7997" providerId="ADAL" clId="{62BC8923-320B-449D-83F1-38AA64B938AB}" dt="2023-02-20T13:03:50.315" v="7044" actId="478"/>
          <ac:spMkLst>
            <pc:docMk/>
            <pc:sldMk cId="987258101" sldId="771"/>
            <ac:spMk id="79" creationId="{798DF086-A50D-F338-8108-FB5F28DDC75B}"/>
          </ac:spMkLst>
        </pc:spChg>
        <pc:spChg chg="add del mod">
          <ac:chgData name="이민재" userId="f97f16f7-28a5-49bd-9e05-fb3ef63d7997" providerId="ADAL" clId="{62BC8923-320B-449D-83F1-38AA64B938AB}" dt="2023-02-20T13:03:50.315" v="7044" actId="478"/>
          <ac:spMkLst>
            <pc:docMk/>
            <pc:sldMk cId="987258101" sldId="771"/>
            <ac:spMk id="83" creationId="{41ACD7D4-EFAB-CE05-CC35-BB1A4AE15F3E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87" creationId="{4BFC2873-10A7-F94B-542F-E196F0141FE1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91" creationId="{6A32E3C1-BEC3-6F2C-508C-0797DFE81EE3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95" creationId="{0D3515A3-E486-90CB-994C-451F1A116C09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97" creationId="{24583D5E-B70F-6972-0D09-D9465ACCAD9A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0" creationId="{B9BCFB99-3185-82CE-8ABF-E21B7E31D56D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2" creationId="{EEBFA251-2372-D7CA-6B5E-9B0E90F9FB10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5" creationId="{B0AB014D-9BB2-7F01-DD70-74FE4C826955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7" creationId="{21500A7A-5651-C58B-7C45-1150A5C744E3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108" creationId="{08F9CAB3-6F21-991D-1971-E7AB87643902}"/>
          </ac:spMkLst>
        </pc:spChg>
        <pc:spChg chg="add del">
          <ac:chgData name="이민재" userId="f97f16f7-28a5-49bd-9e05-fb3ef63d7997" providerId="ADAL" clId="{62BC8923-320B-449D-83F1-38AA64B938AB}" dt="2023-02-20T13:09:39.164" v="7139" actId="478"/>
          <ac:spMkLst>
            <pc:docMk/>
            <pc:sldMk cId="987258101" sldId="771"/>
            <ac:spMk id="109" creationId="{98A79DD5-7E6E-5078-D3DA-3A9F2DDC2C03}"/>
          </ac:spMkLst>
        </pc:spChg>
        <pc:spChg chg="add del">
          <ac:chgData name="이민재" userId="f97f16f7-28a5-49bd-9e05-fb3ef63d7997" providerId="ADAL" clId="{62BC8923-320B-449D-83F1-38AA64B938AB}" dt="2023-02-20T13:09:52.393" v="7141" actId="478"/>
          <ac:spMkLst>
            <pc:docMk/>
            <pc:sldMk cId="987258101" sldId="771"/>
            <ac:spMk id="110" creationId="{3D523019-F41D-668C-27B1-2FED8A0AAD09}"/>
          </ac:spMkLst>
        </pc:spChg>
        <pc:spChg chg="add mod">
          <ac:chgData name="이민재" userId="f97f16f7-28a5-49bd-9e05-fb3ef63d7997" providerId="ADAL" clId="{62BC8923-320B-449D-83F1-38AA64B938AB}" dt="2023-02-20T13:13:37.686" v="7488" actId="1037"/>
          <ac:spMkLst>
            <pc:docMk/>
            <pc:sldMk cId="987258101" sldId="771"/>
            <ac:spMk id="113" creationId="{EE6C965E-F472-8988-687D-7B9468DF86E9}"/>
          </ac:spMkLst>
        </pc:spChg>
        <pc:spChg chg="add mod">
          <ac:chgData name="이민재" userId="f97f16f7-28a5-49bd-9e05-fb3ef63d7997" providerId="ADAL" clId="{62BC8923-320B-449D-83F1-38AA64B938AB}" dt="2023-02-20T13:57:07.993" v="11243" actId="1035"/>
          <ac:spMkLst>
            <pc:docMk/>
            <pc:sldMk cId="987258101" sldId="771"/>
            <ac:spMk id="114" creationId="{08731284-63CE-6513-291E-1EE1470B554D}"/>
          </ac:spMkLst>
        </pc:sp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6" creationId="{805F10E6-4D4E-5C45-0CA2-7C61975A528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7" creationId="{17BD4F2F-BAD2-A443-1292-014003043917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8" creationId="{4C878351-613A-0B78-9491-48FEAE64F29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11" creationId="{73D22CF1-BA72-9E16-F370-456DF03D5AEC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18" creationId="{D0A831DF-9BC8-6544-E763-11BEA872AB38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19" creationId="{D47A2637-2816-F831-E8CE-FC5E7D5B1B9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7:48.954" v="5700" actId="478"/>
          <ac:graphicFrameMkLst>
            <pc:docMk/>
            <pc:sldMk cId="987258101" sldId="771"/>
            <ac:graphicFrameMk id="20" creationId="{E5603A36-4C9E-D13A-66F5-233F1DA1741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2:08.463" v="5598" actId="478"/>
          <ac:graphicFrameMkLst>
            <pc:docMk/>
            <pc:sldMk cId="987258101" sldId="771"/>
            <ac:graphicFrameMk id="24" creationId="{9D94FF82-8235-7B68-69C1-8C24CDAFA7D1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28" creationId="{E74051F7-88D5-2BF6-CB8E-4DA7F63F083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29" creationId="{9F20E2EC-56BF-A8E9-77A1-08DF7CE6A093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0:06.091" v="5564" actId="478"/>
          <ac:graphicFrameMkLst>
            <pc:docMk/>
            <pc:sldMk cId="987258101" sldId="771"/>
            <ac:graphicFrameMk id="30" creationId="{BE75404A-DBDB-606F-77E8-E88CB13FAE6B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1:48.202" v="9102" actId="207"/>
          <ac:graphicFrameMkLst>
            <pc:docMk/>
            <pc:sldMk cId="987258101" sldId="771"/>
            <ac:graphicFrameMk id="31" creationId="{9748F7FC-B7AD-CA9B-43F3-8D396B601B63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32" creationId="{2E94DB7B-957C-97E0-FB88-0FA69C51AA15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40" creationId="{AA921EAD-B943-4A0F-43F3-7352321BB3DD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54" creationId="{6261EFE5-5947-B67F-73BA-59AE393FCFBB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55" creationId="{C24CFA61-9132-5503-7BB7-7EA84F512F6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57" creationId="{1EBC3AEA-889E-DE64-65C8-61BAF88F1595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60" creationId="{61E779ED-DDB2-C80D-13FE-CAF13020A637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61" creationId="{FE3BC87F-33C9-EEE1-EB9D-322A11A3A782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4" creationId="{6117C0BD-FD69-27E1-8F80-555C55F7FF0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5" creationId="{19291A69-5815-A718-5C5C-E5A4407E1ECC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6" creationId="{5479833A-94A8-AADF-3E7D-CE973715D41E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7" creationId="{79D5A2A2-3279-C4AC-4659-47C6CAD5FDD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8" creationId="{1B61963B-FEB2-F26F-2CE5-AB83508A27E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9" creationId="{A712D32B-A05C-1307-0CC1-650951ACE45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0" creationId="{7A431AC9-5BE3-CD75-7AC2-00A8F0FD664F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1" creationId="{D415D20B-3CAC-F9E1-7E47-8873BEB5DB25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2" creationId="{6A07CF60-18F5-E13D-596C-0CFFDF9C9CDD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75" creationId="{7398160E-2581-C270-5088-8C1C60A28643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3:23.950" v="7004" actId="21"/>
          <ac:graphicFrameMkLst>
            <pc:docMk/>
            <pc:sldMk cId="987258101" sldId="771"/>
            <ac:graphicFrameMk id="76" creationId="{DB037B31-24DA-C9DB-D0EE-5FD12AE92D20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77" creationId="{12821FCB-3556-A9B8-7DED-DFCA1CD67A8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0" creationId="{E156E9C7-4CB3-96E3-65F9-64DF04DE4AF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1" creationId="{5209E1AE-3BF3-CB49-02A6-030090EDCF3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2" creationId="{9FA36789-3779-915C-87CB-41BB6DF3E9B2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4" creationId="{B3DA9A24-46AB-E97F-ED41-3895754E1931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5" creationId="{0A61E6F7-8E75-1F54-7BD1-962B45D6D58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6" creationId="{FAF0F2D9-5661-CD4C-5658-DB6E7C1E0817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88" creationId="{A13F3193-7E41-927C-F97F-6AFD06C83ECE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89" creationId="{FD8D74E7-649D-428A-3A7D-ADA58C84BEF9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0" creationId="{D2DB71FA-F56D-7945-9D8E-EB435D558A44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2" creationId="{F99A5A59-3751-D260-4FC2-990577BE993A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3" creationId="{90C7C997-0590-59C4-5AA3-7CE573B8B75B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4" creationId="{BE051A51-B845-04CF-056D-E7D13E54E1D8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6" creationId="{7B61502C-9F91-3971-26C1-0C28F5CBC2C3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8" creationId="{B4B0CF5F-F51D-D02C-E2E6-C59EB4FF1AEB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9" creationId="{099F6580-963E-C51E-514C-ACF27C6DEE5F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1" creationId="{8758787C-7267-E851-4E65-DCD0763D9239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3" creationId="{E96673CF-A543-7E69-1A9C-658C49F0EDAF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4" creationId="{201E82A2-E6F4-BA5C-95B1-E47403CD2EFA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6" creationId="{CF7AE145-EB4D-C729-77A3-511C831CA59F}"/>
          </ac:graphicFrameMkLst>
        </pc:graphicFrameChg>
        <pc:picChg chg="add del mod">
          <ac:chgData name="이민재" userId="f97f16f7-28a5-49bd-9e05-fb3ef63d7997" providerId="ADAL" clId="{62BC8923-320B-449D-83F1-38AA64B938AB}" dt="2023-02-20T11:27:30.155" v="3718" actId="21"/>
          <ac:picMkLst>
            <pc:docMk/>
            <pc:sldMk cId="987258101" sldId="771"/>
            <ac:picMk id="5" creationId="{1441405C-41C8-4999-678F-15718E2BD5CE}"/>
          </ac:picMkLst>
        </pc:picChg>
        <pc:picChg chg="add del mod">
          <ac:chgData name="이민재" userId="f97f16f7-28a5-49bd-9e05-fb3ef63d7997" providerId="ADAL" clId="{62BC8923-320B-449D-83F1-38AA64B938AB}" dt="2023-02-20T12:44:09.258" v="6030" actId="21"/>
          <ac:picMkLst>
            <pc:docMk/>
            <pc:sldMk cId="987258101" sldId="771"/>
            <ac:picMk id="17" creationId="{9C41CDE5-387A-60C5-6D61-D2D2C95EED8D}"/>
          </ac:picMkLst>
        </pc:picChg>
        <pc:picChg chg="del mod">
          <ac:chgData name="이민재" userId="f97f16f7-28a5-49bd-9e05-fb3ef63d7997" providerId="ADAL" clId="{62BC8923-320B-449D-83F1-38AA64B938AB}" dt="2023-02-20T10:38:03.188" v="2038" actId="478"/>
          <ac:picMkLst>
            <pc:docMk/>
            <pc:sldMk cId="987258101" sldId="771"/>
            <ac:picMk id="23" creationId="{EBADF75A-27F0-F5EB-448C-A65E42D43421}"/>
          </ac:picMkLst>
        </pc:picChg>
        <pc:picChg chg="del">
          <ac:chgData name="이민재" userId="f97f16f7-28a5-49bd-9e05-fb3ef63d7997" providerId="ADAL" clId="{62BC8923-320B-449D-83F1-38AA64B938AB}" dt="2023-02-20T03:56:30.436" v="151" actId="478"/>
          <ac:picMkLst>
            <pc:docMk/>
            <pc:sldMk cId="987258101" sldId="771"/>
            <ac:picMk id="25" creationId="{EEC765B7-C01F-1EC8-6321-AEBFE643F74C}"/>
          </ac:picMkLst>
        </pc:picChg>
        <pc:picChg chg="del">
          <ac:chgData name="이민재" userId="f97f16f7-28a5-49bd-9e05-fb3ef63d7997" providerId="ADAL" clId="{62BC8923-320B-449D-83F1-38AA64B938AB}" dt="2023-02-20T03:56:30.436" v="151" actId="478"/>
          <ac:picMkLst>
            <pc:docMk/>
            <pc:sldMk cId="987258101" sldId="771"/>
            <ac:picMk id="33" creationId="{AF51EC27-AC17-6ACB-11FF-077068996DD3}"/>
          </ac:picMkLst>
        </pc:picChg>
        <pc:picChg chg="del">
          <ac:chgData name="이민재" userId="f97f16f7-28a5-49bd-9e05-fb3ef63d7997" providerId="ADAL" clId="{62BC8923-320B-449D-83F1-38AA64B938AB}" dt="2023-02-20T03:56:21.583" v="147" actId="478"/>
          <ac:picMkLst>
            <pc:docMk/>
            <pc:sldMk cId="987258101" sldId="771"/>
            <ac:picMk id="43" creationId="{41B8AC01-12F7-310A-A08C-480134CA5F65}"/>
          </ac:picMkLst>
        </pc:picChg>
        <pc:picChg chg="del">
          <ac:chgData name="이민재" userId="f97f16f7-28a5-49bd-9e05-fb3ef63d7997" providerId="ADAL" clId="{62BC8923-320B-449D-83F1-38AA64B938AB}" dt="2023-02-20T03:56:21.212" v="146" actId="478"/>
          <ac:picMkLst>
            <pc:docMk/>
            <pc:sldMk cId="987258101" sldId="771"/>
            <ac:picMk id="44" creationId="{FDD42042-C515-741E-E90A-36CE337AF7D8}"/>
          </ac:picMkLst>
        </pc:picChg>
        <pc:picChg chg="del">
          <ac:chgData name="이민재" userId="f97f16f7-28a5-49bd-9e05-fb3ef63d7997" providerId="ADAL" clId="{62BC8923-320B-449D-83F1-38AA64B938AB}" dt="2023-02-20T03:56:22.141" v="148" actId="478"/>
          <ac:picMkLst>
            <pc:docMk/>
            <pc:sldMk cId="987258101" sldId="771"/>
            <ac:picMk id="45" creationId="{D62FCB2E-F45D-F776-3A43-4B7029737A9C}"/>
          </ac:picMkLst>
        </pc:picChg>
        <pc:picChg chg="del">
          <ac:chgData name="이민재" userId="f97f16f7-28a5-49bd-9e05-fb3ef63d7997" providerId="ADAL" clId="{62BC8923-320B-449D-83F1-38AA64B938AB}" dt="2023-02-20T03:56:22.691" v="149" actId="478"/>
          <ac:picMkLst>
            <pc:docMk/>
            <pc:sldMk cId="987258101" sldId="771"/>
            <ac:picMk id="46" creationId="{07B6FA54-073E-19AE-3AC2-FFD178D5899D}"/>
          </ac:picMkLst>
        </pc:picChg>
        <pc:picChg chg="del">
          <ac:chgData name="이민재" userId="f97f16f7-28a5-49bd-9e05-fb3ef63d7997" providerId="ADAL" clId="{62BC8923-320B-449D-83F1-38AA64B938AB}" dt="2023-02-20T03:56:23.440" v="150" actId="478"/>
          <ac:picMkLst>
            <pc:docMk/>
            <pc:sldMk cId="987258101" sldId="771"/>
            <ac:picMk id="47" creationId="{F2AE90F5-465B-0FFA-4A3F-38853318995D}"/>
          </ac:picMkLst>
        </pc:picChg>
        <pc:cxnChg chg="add del mod">
          <ac:chgData name="이민재" userId="f97f16f7-28a5-49bd-9e05-fb3ef63d7997" providerId="ADAL" clId="{62BC8923-320B-449D-83F1-38AA64B938AB}" dt="2023-02-20T11:27:30.155" v="3718" actId="21"/>
          <ac:cxnSpMkLst>
            <pc:docMk/>
            <pc:sldMk cId="987258101" sldId="771"/>
            <ac:cxnSpMk id="9" creationId="{2CC293EE-4D86-81C0-C1D5-87DC1AAE03BA}"/>
          </ac:cxnSpMkLst>
        </pc:cxnChg>
        <pc:cxnChg chg="add del mod">
          <ac:chgData name="이민재" userId="f97f16f7-28a5-49bd-9e05-fb3ef63d7997" providerId="ADAL" clId="{62BC8923-320B-449D-83F1-38AA64B938AB}" dt="2023-02-20T12:59:44.820" v="6918" actId="478"/>
          <ac:cxnSpMkLst>
            <pc:docMk/>
            <pc:sldMk cId="987258101" sldId="771"/>
            <ac:cxnSpMk id="21" creationId="{6445FF60-9ADB-8AFA-CCF3-151B4372A198}"/>
          </ac:cxnSpMkLst>
        </pc:cxnChg>
        <pc:cxnChg chg="del mod">
          <ac:chgData name="이민재" userId="f97f16f7-28a5-49bd-9e05-fb3ef63d7997" providerId="ADAL" clId="{62BC8923-320B-449D-83F1-38AA64B938AB}" dt="2023-02-20T03:56:34.972" v="154" actId="478"/>
          <ac:cxnSpMkLst>
            <pc:docMk/>
            <pc:sldMk cId="987258101" sldId="771"/>
            <ac:cxnSpMk id="39" creationId="{46CBCE56-E5A1-0F0C-7F5D-E52285F11676}"/>
          </ac:cxnSpMkLst>
        </pc:cxnChg>
        <pc:cxnChg chg="del mod">
          <ac:chgData name="이민재" userId="f97f16f7-28a5-49bd-9e05-fb3ef63d7997" providerId="ADAL" clId="{62BC8923-320B-449D-83F1-38AA64B938AB}" dt="2023-02-20T03:56:30.436" v="151" actId="478"/>
          <ac:cxnSpMkLst>
            <pc:docMk/>
            <pc:sldMk cId="987258101" sldId="771"/>
            <ac:cxnSpMk id="56" creationId="{B7BC3E1C-7FB2-D24B-E513-2AECF8327690}"/>
          </ac:cxnSpMkLst>
        </pc:cxnChg>
        <pc:cxnChg chg="del">
          <ac:chgData name="이민재" userId="f97f16f7-28a5-49bd-9e05-fb3ef63d7997" providerId="ADAL" clId="{62BC8923-320B-449D-83F1-38AA64B938AB}" dt="2023-02-20T03:56:30.436" v="151" actId="478"/>
          <ac:cxnSpMkLst>
            <pc:docMk/>
            <pc:sldMk cId="987258101" sldId="771"/>
            <ac:cxnSpMk id="62" creationId="{EF612517-9C92-915E-A502-4FAB6E7DA564}"/>
          </ac:cxnSpMkLst>
        </pc:cxnChg>
        <pc:cxnChg chg="add mod">
          <ac:chgData name="이민재" userId="f97f16f7-28a5-49bd-9e05-fb3ef63d7997" providerId="ADAL" clId="{62BC8923-320B-449D-83F1-38AA64B938AB}" dt="2023-02-20T13:13:26.220" v="7483" actId="1076"/>
          <ac:cxnSpMkLst>
            <pc:docMk/>
            <pc:sldMk cId="987258101" sldId="771"/>
            <ac:cxnSpMk id="112" creationId="{2124A942-7B62-95BF-3D54-8B3E3274D97C}"/>
          </ac:cxnSpMkLst>
        </pc:cxn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662212376" sldId="772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293238475" sldId="773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90196824" sldId="774"/>
        </pc:sldMkLst>
      </pc:sldChg>
      <pc:sldChg chg="del">
        <pc:chgData name="이민재" userId="f97f16f7-28a5-49bd-9e05-fb3ef63d7997" providerId="ADAL" clId="{62BC8923-320B-449D-83F1-38AA64B938AB}" dt="2023-02-20T03:56:05.084" v="145" actId="47"/>
        <pc:sldMkLst>
          <pc:docMk/>
          <pc:sldMk cId="395132337" sldId="775"/>
        </pc:sldMkLst>
      </pc:sldChg>
      <pc:sldChg chg="addSp delSp modSp del mod">
        <pc:chgData name="이민재" userId="f97f16f7-28a5-49bd-9e05-fb3ef63d7997" providerId="ADAL" clId="{62BC8923-320B-449D-83F1-38AA64B938AB}" dt="2023-02-20T07:51:24.160" v="1001" actId="47"/>
        <pc:sldMkLst>
          <pc:docMk/>
          <pc:sldMk cId="1252742580" sldId="776"/>
        </pc:sldMkLst>
        <pc:spChg chg="mod">
          <ac:chgData name="이민재" userId="f97f16f7-28a5-49bd-9e05-fb3ef63d7997" providerId="ADAL" clId="{62BC8923-320B-449D-83F1-38AA64B938AB}" dt="2023-02-20T07:51:17.830" v="1000"/>
          <ac:spMkLst>
            <pc:docMk/>
            <pc:sldMk cId="1252742580" sldId="776"/>
            <ac:spMk id="2" creationId="{F5FD6824-10CB-E546-5C2C-1504D91B4ED6}"/>
          </ac:spMkLst>
        </pc:spChg>
        <pc:spChg chg="add del mod">
          <ac:chgData name="이민재" userId="f97f16f7-28a5-49bd-9e05-fb3ef63d7997" providerId="ADAL" clId="{62BC8923-320B-449D-83F1-38AA64B938AB}" dt="2023-02-20T03:54:26.380" v="86" actId="478"/>
          <ac:spMkLst>
            <pc:docMk/>
            <pc:sldMk cId="1252742580" sldId="776"/>
            <ac:spMk id="6" creationId="{D60DA1AF-59B6-BBC4-6771-669AB4FB8F30}"/>
          </ac:spMkLst>
        </pc:spChg>
        <pc:spChg chg="add mod">
          <ac:chgData name="이민재" userId="f97f16f7-28a5-49bd-9e05-fb3ef63d7997" providerId="ADAL" clId="{62BC8923-320B-449D-83F1-38AA64B938AB}" dt="2023-02-20T03:54:47.602" v="142" actId="207"/>
          <ac:spMkLst>
            <pc:docMk/>
            <pc:sldMk cId="1252742580" sldId="776"/>
            <ac:spMk id="7" creationId="{661E9567-9F4E-7C2E-FAEA-EEEFBFE6C370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895939038" sldId="777"/>
        </pc:sldMkLst>
      </pc:sldChg>
      <pc:sldChg chg="add modNotesTx">
        <pc:chgData name="이민재" userId="f97f16f7-28a5-49bd-9e05-fb3ef63d7997" providerId="ADAL" clId="{62BC8923-320B-449D-83F1-38AA64B938AB}" dt="2023-02-20T13:26:08.934" v="8754" actId="20577"/>
        <pc:sldMkLst>
          <pc:docMk/>
          <pc:sldMk cId="4167772794" sldId="777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05932219" sldId="778"/>
        </pc:sldMkLst>
      </pc:sldChg>
      <pc:sldChg chg="add ord modNotesTx">
        <pc:chgData name="이민재" userId="f97f16f7-28a5-49bd-9e05-fb3ef63d7997" providerId="ADAL" clId="{62BC8923-320B-449D-83F1-38AA64B938AB}" dt="2023-02-20T13:26:06.028" v="8753" actId="20577"/>
        <pc:sldMkLst>
          <pc:docMk/>
          <pc:sldMk cId="2309560588" sldId="778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92336970" sldId="779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4010365962" sldId="779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451139696" sldId="780"/>
        </pc:sldMkLst>
      </pc:sldChg>
      <pc:sldChg chg="add modNotesTx">
        <pc:chgData name="이민재" userId="f97f16f7-28a5-49bd-9e05-fb3ef63d7997" providerId="ADAL" clId="{62BC8923-320B-449D-83F1-38AA64B938AB}" dt="2023-02-20T13:26:11.684" v="8756" actId="20577"/>
        <pc:sldMkLst>
          <pc:docMk/>
          <pc:sldMk cId="1101946151" sldId="780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691488367" sldId="781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68503606" sldId="782"/>
        </pc:sldMkLst>
      </pc:sldChg>
      <pc:sldChg chg="add del">
        <pc:chgData name="이민재" userId="f97f16f7-28a5-49bd-9e05-fb3ef63d7997" providerId="ADAL" clId="{62BC8923-320B-449D-83F1-38AA64B938AB}" dt="2023-02-20T04:00:17.981" v="359" actId="47"/>
        <pc:sldMkLst>
          <pc:docMk/>
          <pc:sldMk cId="3066851797" sldId="782"/>
        </pc:sldMkLst>
      </pc:sldChg>
      <pc:sldChg chg="ord">
        <pc:chgData name="이민재" userId="f97f16f7-28a5-49bd-9e05-fb3ef63d7997" providerId="ADAL" clId="{62BC8923-320B-449D-83F1-38AA64B938AB}" dt="2023-02-20T10:46:01.458" v="3313"/>
        <pc:sldMkLst>
          <pc:docMk/>
          <pc:sldMk cId="3432235284" sldId="783"/>
        </pc:sldMkLst>
      </pc:sldChg>
      <pc:sldChg chg="addSp modSp mod ord">
        <pc:chgData name="이민재" userId="f97f16f7-28a5-49bd-9e05-fb3ef63d7997" providerId="ADAL" clId="{62BC8923-320B-449D-83F1-38AA64B938AB}" dt="2023-02-20T12:11:15.976" v="5251" actId="1076"/>
        <pc:sldMkLst>
          <pc:docMk/>
          <pc:sldMk cId="3242285762" sldId="784"/>
        </pc:sldMkLst>
        <pc:spChg chg="add mod">
          <ac:chgData name="이민재" userId="f97f16f7-28a5-49bd-9e05-fb3ef63d7997" providerId="ADAL" clId="{62BC8923-320B-449D-83F1-38AA64B938AB}" dt="2023-02-20T12:11:15.976" v="5251" actId="1076"/>
          <ac:spMkLst>
            <pc:docMk/>
            <pc:sldMk cId="3242285762" sldId="784"/>
            <ac:spMk id="5" creationId="{D832C24D-C8EB-259F-6B2F-8B9B88206954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34127716" sldId="785"/>
        </pc:sldMkLst>
      </pc:sldChg>
      <pc:sldChg chg="modSp add mod modNotesTx">
        <pc:chgData name="이민재" userId="f97f16f7-28a5-49bd-9e05-fb3ef63d7997" providerId="ADAL" clId="{62BC8923-320B-449D-83F1-38AA64B938AB}" dt="2023-02-20T14:03:22.068" v="11497" actId="1076"/>
        <pc:sldMkLst>
          <pc:docMk/>
          <pc:sldMk cId="4258900308" sldId="786"/>
        </pc:sldMkLst>
        <pc:spChg chg="mod">
          <ac:chgData name="이민재" userId="f97f16f7-28a5-49bd-9e05-fb3ef63d7997" providerId="ADAL" clId="{62BC8923-320B-449D-83F1-38AA64B938AB}" dt="2023-02-20T14:03:15.965" v="11496" actId="403"/>
          <ac:spMkLst>
            <pc:docMk/>
            <pc:sldMk cId="4258900308" sldId="786"/>
            <ac:spMk id="3" creationId="{835A6E05-8D7F-49D0-B580-39C0CD091E83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0" creationId="{A9E38C5A-B6F9-BE71-9829-A04FE0915057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1" creationId="{24A2CB90-1F69-57EF-7B6B-D6695705F118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3" creationId="{D2B3133D-1AFD-0831-0465-8575297E813E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4" creationId="{17B45AC9-4706-43FC-232D-3AA11EB17A8C}"/>
          </ac:spMkLst>
        </pc:spChg>
        <pc:picChg chg="mod">
          <ac:chgData name="이민재" userId="f97f16f7-28a5-49bd-9e05-fb3ef63d7997" providerId="ADAL" clId="{62BC8923-320B-449D-83F1-38AA64B938AB}" dt="2023-02-20T13:37:20.007" v="9132" actId="14100"/>
          <ac:picMkLst>
            <pc:docMk/>
            <pc:sldMk cId="4258900308" sldId="786"/>
            <ac:picMk id="6" creationId="{CBA53CB2-6552-055D-B0FB-69AC0EC281F1}"/>
          </ac:picMkLst>
        </pc:picChg>
      </pc:sldChg>
      <pc:sldChg chg="addSp modSp add mod modNotesTx">
        <pc:chgData name="이민재" userId="f97f16f7-28a5-49bd-9e05-fb3ef63d7997" providerId="ADAL" clId="{62BC8923-320B-449D-83F1-38AA64B938AB}" dt="2023-02-20T14:05:14.084" v="11765" actId="20577"/>
        <pc:sldMkLst>
          <pc:docMk/>
          <pc:sldMk cId="3114661775" sldId="787"/>
        </pc:sldMkLst>
        <pc:spChg chg="mod">
          <ac:chgData name="이민재" userId="f97f16f7-28a5-49bd-9e05-fb3ef63d7997" providerId="ADAL" clId="{62BC8923-320B-449D-83F1-38AA64B938AB}" dt="2023-02-20T14:05:14.084" v="11765" actId="20577"/>
          <ac:spMkLst>
            <pc:docMk/>
            <pc:sldMk cId="3114661775" sldId="787"/>
            <ac:spMk id="3" creationId="{835A6E05-8D7F-49D0-B580-39C0CD091E83}"/>
          </ac:spMkLst>
        </pc:spChg>
        <pc:spChg chg="mod">
          <ac:chgData name="이민재" userId="f97f16f7-28a5-49bd-9e05-fb3ef63d7997" providerId="ADAL" clId="{62BC8923-320B-449D-83F1-38AA64B938AB}" dt="2023-02-20T14:03:41.993" v="11506" actId="164"/>
          <ac:spMkLst>
            <pc:docMk/>
            <pc:sldMk cId="3114661775" sldId="787"/>
            <ac:spMk id="5" creationId="{B550405C-2274-8BF8-25EA-3DFF5F2850AE}"/>
          </ac:spMkLst>
        </pc:spChg>
        <pc:spChg chg="mod">
          <ac:chgData name="이민재" userId="f97f16f7-28a5-49bd-9e05-fb3ef63d7997" providerId="ADAL" clId="{62BC8923-320B-449D-83F1-38AA64B938AB}" dt="2023-02-20T14:03:41.993" v="11506" actId="164"/>
          <ac:spMkLst>
            <pc:docMk/>
            <pc:sldMk cId="3114661775" sldId="787"/>
            <ac:spMk id="6" creationId="{0901BA99-14FC-F2B2-3EAC-DCD6F2992F38}"/>
          </ac:spMkLst>
        </pc:spChg>
        <pc:grpChg chg="add mod">
          <ac:chgData name="이민재" userId="f97f16f7-28a5-49bd-9e05-fb3ef63d7997" providerId="ADAL" clId="{62BC8923-320B-449D-83F1-38AA64B938AB}" dt="2023-02-20T14:03:45.034" v="11509" actId="1076"/>
          <ac:grpSpMkLst>
            <pc:docMk/>
            <pc:sldMk cId="3114661775" sldId="787"/>
            <ac:grpSpMk id="7" creationId="{948C5C3C-FF10-C892-CD2C-1F16A0BB4CDC}"/>
          </ac:grpSpMkLst>
        </pc:grpChg>
        <pc:picChg chg="mod">
          <ac:chgData name="이민재" userId="f97f16f7-28a5-49bd-9e05-fb3ef63d7997" providerId="ADAL" clId="{62BC8923-320B-449D-83F1-38AA64B938AB}" dt="2023-02-20T14:03:41.993" v="11506" actId="164"/>
          <ac:picMkLst>
            <pc:docMk/>
            <pc:sldMk cId="3114661775" sldId="787"/>
            <ac:picMk id="9" creationId="{CEEA1345-80E1-C8FD-FDDB-E873D0EA6329}"/>
          </ac:picMkLst>
        </pc:picChg>
      </pc:sldChg>
      <pc:sldChg chg="modSp add mod modNotesTx">
        <pc:chgData name="이민재" userId="f97f16f7-28a5-49bd-9e05-fb3ef63d7997" providerId="ADAL" clId="{62BC8923-320B-449D-83F1-38AA64B938AB}" dt="2023-02-20T13:38:09.459" v="9174" actId="20577"/>
        <pc:sldMkLst>
          <pc:docMk/>
          <pc:sldMk cId="976431808" sldId="788"/>
        </pc:sldMkLst>
        <pc:spChg chg="mod">
          <ac:chgData name="이민재" userId="f97f16f7-28a5-49bd-9e05-fb3ef63d7997" providerId="ADAL" clId="{62BC8923-320B-449D-83F1-38AA64B938AB}" dt="2023-02-20T13:38:09.459" v="9174" actId="20577"/>
          <ac:spMkLst>
            <pc:docMk/>
            <pc:sldMk cId="976431808" sldId="788"/>
            <ac:spMk id="3" creationId="{835A6E05-8D7F-49D0-B580-39C0CD091E83}"/>
          </ac:spMkLst>
        </pc:spChg>
      </pc:sldChg>
      <pc:sldChg chg="modSp add mod">
        <pc:chgData name="이민재" userId="f97f16f7-28a5-49bd-9e05-fb3ef63d7997" providerId="ADAL" clId="{62BC8923-320B-449D-83F1-38AA64B938AB}" dt="2023-02-20T14:06:11.142" v="11782" actId="114"/>
        <pc:sldMkLst>
          <pc:docMk/>
          <pc:sldMk cId="1370255573" sldId="789"/>
        </pc:sldMkLst>
        <pc:spChg chg="mod">
          <ac:chgData name="이민재" userId="f97f16f7-28a5-49bd-9e05-fb3ef63d7997" providerId="ADAL" clId="{62BC8923-320B-449D-83F1-38AA64B938AB}" dt="2023-02-20T14:06:11.142" v="11782" actId="114"/>
          <ac:spMkLst>
            <pc:docMk/>
            <pc:sldMk cId="1370255573" sldId="789"/>
            <ac:spMk id="3" creationId="{835A6E05-8D7F-49D0-B580-39C0CD091E83}"/>
          </ac:spMkLst>
        </pc:spChg>
      </pc:sldChg>
      <pc:sldChg chg="addSp delSp modSp add mod">
        <pc:chgData name="이민재" userId="f97f16f7-28a5-49bd-9e05-fb3ef63d7997" providerId="ADAL" clId="{62BC8923-320B-449D-83F1-38AA64B938AB}" dt="2023-02-20T13:33:31.724" v="9121" actId="1076"/>
        <pc:sldMkLst>
          <pc:docMk/>
          <pc:sldMk cId="1888051041" sldId="790"/>
        </pc:sldMkLst>
        <pc:spChg chg="mod">
          <ac:chgData name="이민재" userId="f97f16f7-28a5-49bd-9e05-fb3ef63d7997" providerId="ADAL" clId="{62BC8923-320B-449D-83F1-38AA64B938AB}" dt="2023-02-20T07:51:14.748" v="999" actId="27636"/>
          <ac:spMkLst>
            <pc:docMk/>
            <pc:sldMk cId="1888051041" sldId="790"/>
            <ac:spMk id="2" creationId="{F5FD6824-10CB-E546-5C2C-1504D91B4ED6}"/>
          </ac:spMkLst>
        </pc:spChg>
        <pc:spChg chg="del">
          <ac:chgData name="이민재" userId="f97f16f7-28a5-49bd-9e05-fb3ef63d7997" providerId="ADAL" clId="{62BC8923-320B-449D-83F1-38AA64B938AB}" dt="2023-02-20T07:52:17.323" v="1031" actId="478"/>
          <ac:spMkLst>
            <pc:docMk/>
            <pc:sldMk cId="1888051041" sldId="790"/>
            <ac:spMk id="3" creationId="{0BA0C85A-BFCA-D93E-706A-2DE4DBC12766}"/>
          </ac:spMkLst>
        </pc:spChg>
        <pc:spChg chg="del mod">
          <ac:chgData name="이민재" userId="f97f16f7-28a5-49bd-9e05-fb3ef63d7997" providerId="ADAL" clId="{62BC8923-320B-449D-83F1-38AA64B938AB}" dt="2023-02-20T08:56:51.548" v="1824" actId="478"/>
          <ac:spMkLst>
            <pc:docMk/>
            <pc:sldMk cId="1888051041" sldId="790"/>
            <ac:spMk id="7" creationId="{661E9567-9F4E-7C2E-FAEA-EEEFBFE6C370}"/>
          </ac:spMkLst>
        </pc:spChg>
        <pc:spChg chg="add mod">
          <ac:chgData name="이민재" userId="f97f16f7-28a5-49bd-9e05-fb3ef63d7997" providerId="ADAL" clId="{62BC8923-320B-449D-83F1-38AA64B938AB}" dt="2023-02-20T12:32:31.500" v="5711"/>
          <ac:spMkLst>
            <pc:docMk/>
            <pc:sldMk cId="1888051041" sldId="790"/>
            <ac:spMk id="8" creationId="{A5E2A460-1DAA-F2EC-59C4-56367E2C71B6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9" creationId="{4AFFBA05-6ACE-603D-9ECB-1AFA695735E8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3" creationId="{7EDD2AFA-E615-E84C-5F60-EE958B48C019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4" creationId="{C971CA53-C2B1-51B6-E9B7-D61B2A5E8A0D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5" creationId="{D78DB40C-9331-E9CE-4DE4-788992DB00D2}"/>
          </ac:spMkLst>
        </pc:spChg>
        <pc:spChg chg="add del mod">
          <ac:chgData name="이민재" userId="f97f16f7-28a5-49bd-9e05-fb3ef63d7997" providerId="ADAL" clId="{62BC8923-320B-449D-83F1-38AA64B938AB}" dt="2023-02-20T08:51:12.766" v="1184" actId="21"/>
          <ac:spMkLst>
            <pc:docMk/>
            <pc:sldMk cId="1888051041" sldId="790"/>
            <ac:spMk id="16" creationId="{F7D20148-21EA-1358-4550-31109853F012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7" creationId="{06ADDD3B-2494-2D68-6569-92292A6D2153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8" creationId="{B1530F51-2777-58CA-5EA9-23EEEC0B5857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9" creationId="{534F10B2-7A23-2C90-608F-BDFF47B997ED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20" creationId="{7AEC9F0F-CB87-D4F7-584A-61E8A1137EE5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2" creationId="{4BA002DF-D935-3DDE-9BD8-859DAA191235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6" creationId="{81FBEE79-AEA8-1EA4-8812-911CEE0B7E9C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7" creationId="{D163F6AB-D270-0469-39DE-C36A2FD9F22F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8" creationId="{EAF64845-1F7B-7D61-2E6B-DBEBE0AA2BA2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9" creationId="{DB2E5B7F-00D6-7BFA-168F-3895AC6782C1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0" creationId="{C226A444-28EA-3DBC-909E-DC21B7E3A30C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1" creationId="{7E7F05D6-6BD6-5087-06BB-DFC121ACA548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2" creationId="{6A74C202-B1D3-EE42-0940-9B20E370385D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3" creationId="{69DD72FE-208B-5D2A-E551-512568D080DF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35" creationId="{2225F784-AA50-E238-EFE3-8CF4B34EAFC5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36" creationId="{0EB88DB6-9012-3BD1-15F1-432A7637F03C}"/>
          </ac:spMkLst>
        </pc:spChg>
        <pc:spChg chg="add mod">
          <ac:chgData name="이민재" userId="f97f16f7-28a5-49bd-9e05-fb3ef63d7997" providerId="ADAL" clId="{62BC8923-320B-449D-83F1-38AA64B938AB}" dt="2023-02-20T11:30:31.017" v="3756" actId="1076"/>
          <ac:spMkLst>
            <pc:docMk/>
            <pc:sldMk cId="1888051041" sldId="790"/>
            <ac:spMk id="41" creationId="{691B1A47-46C8-8E69-4762-30AC658DA435}"/>
          </ac:spMkLst>
        </pc:spChg>
        <pc:spChg chg="add del mod">
          <ac:chgData name="이민재" userId="f97f16f7-28a5-49bd-9e05-fb3ef63d7997" providerId="ADAL" clId="{62BC8923-320B-449D-83F1-38AA64B938AB}" dt="2023-02-20T11:07:58.112" v="3330" actId="21"/>
          <ac:spMkLst>
            <pc:docMk/>
            <pc:sldMk cId="1888051041" sldId="790"/>
            <ac:spMk id="47" creationId="{DE558A71-08C0-D559-8E57-6DAA8E3356E3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53" creationId="{F29F8E3C-AF91-E603-03CB-5129A8948716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54" creationId="{E3B8DA9C-F113-34F6-E584-4C43BBF024B6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86" creationId="{6192B759-E002-2B55-E761-C8626CD513AE}"/>
          </ac:spMkLst>
        </pc:spChg>
        <pc:spChg chg="add del mod">
          <ac:chgData name="이민재" userId="f97f16f7-28a5-49bd-9e05-fb3ef63d7997" providerId="ADAL" clId="{62BC8923-320B-449D-83F1-38AA64B938AB}" dt="2023-02-20T12:39:22.480" v="5895" actId="478"/>
          <ac:spMkLst>
            <pc:docMk/>
            <pc:sldMk cId="1888051041" sldId="790"/>
            <ac:spMk id="88" creationId="{B592CC2D-F98B-94DB-64C1-E077547DD1BA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89" creationId="{E92A4979-4287-CC82-3D84-6C7F4F3DE1E8}"/>
          </ac:spMkLst>
        </pc:sp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2" creationId="{B6E1281E-EFB1-BFC6-35DE-6715D62025CE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3" creationId="{E9C05DCF-00A9-2546-B623-C711648BA32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4" creationId="{77BD7182-9974-805B-C847-BB184307F18F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8" creationId="{24618243-767F-1A2A-AA3D-AD2936427551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15:52.785" v="3499" actId="478"/>
          <ac:graphicFrameMkLst>
            <pc:docMk/>
            <pc:sldMk cId="1888051041" sldId="790"/>
            <ac:graphicFrameMk id="49" creationId="{8C789546-CBFF-81FF-EDD3-272864855BB0}"/>
          </ac:graphicFrameMkLst>
        </pc:graphicFrameChg>
        <pc:graphicFrameChg chg="add del">
          <ac:chgData name="이민재" userId="f97f16f7-28a5-49bd-9e05-fb3ef63d7997" providerId="ADAL" clId="{62BC8923-320B-449D-83F1-38AA64B938AB}" dt="2023-02-20T11:13:43.674" v="3425"/>
          <ac:graphicFrameMkLst>
            <pc:docMk/>
            <pc:sldMk cId="1888051041" sldId="790"/>
            <ac:graphicFrameMk id="50" creationId="{06869337-B6D0-63B4-17AD-70B126C95798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33:46.052" v="5719" actId="478"/>
          <ac:graphicFrameMkLst>
            <pc:docMk/>
            <pc:sldMk cId="1888051041" sldId="790"/>
            <ac:graphicFrameMk id="51" creationId="{03FCD82E-0E09-8A89-982F-83C346E567D0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33:48.208" v="5720" actId="478"/>
          <ac:graphicFrameMkLst>
            <pc:docMk/>
            <pc:sldMk cId="1888051041" sldId="790"/>
            <ac:graphicFrameMk id="52" creationId="{2F761691-1301-EB95-D1F4-AC19ADEE3343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58:21.977" v="4659" actId="21"/>
          <ac:graphicFrameMkLst>
            <pc:docMk/>
            <pc:sldMk cId="1888051041" sldId="790"/>
            <ac:graphicFrameMk id="55" creationId="{5C1FED76-FC87-BE97-8C62-10733764A98B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6" creationId="{8DDFBCBE-9107-2116-DC4F-2C00913BFD09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7" creationId="{0FCAC81E-02AA-B3DB-3BCE-4DD3C5C653CD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8" creationId="{C7D1DCFD-70F3-EC38-5CB6-7E9A85F8FE17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87" creationId="{91D91439-CFF7-E99E-1DD2-B0A2A6FF9983}"/>
          </ac:graphicFrameMkLst>
        </pc:graphicFrameChg>
        <pc:graphicFrameChg chg="add mod">
          <ac:chgData name="이민재" userId="f97f16f7-28a5-49bd-9e05-fb3ef63d7997" providerId="ADAL" clId="{62BC8923-320B-449D-83F1-38AA64B938AB}" dt="2023-02-20T13:32:22.602" v="9109" actId="571"/>
          <ac:graphicFrameMkLst>
            <pc:docMk/>
            <pc:sldMk cId="1888051041" sldId="790"/>
            <ac:graphicFrameMk id="92" creationId="{76E5E38F-2083-BD2F-0799-CD7C9406CA47}"/>
          </ac:graphicFrameMkLst>
        </pc:graphicFrameChg>
        <pc:picChg chg="del">
          <ac:chgData name="이민재" userId="f97f16f7-28a5-49bd-9e05-fb3ef63d7997" providerId="ADAL" clId="{62BC8923-320B-449D-83F1-38AA64B938AB}" dt="2023-02-20T07:52:19.865" v="1032" actId="478"/>
          <ac:picMkLst>
            <pc:docMk/>
            <pc:sldMk cId="1888051041" sldId="790"/>
            <ac:picMk id="5" creationId="{02BF645E-93DD-4838-6BE0-F65A64BC3016}"/>
          </ac:picMkLst>
        </pc:picChg>
        <pc:picChg chg="add mod">
          <ac:chgData name="이민재" userId="f97f16f7-28a5-49bd-9e05-fb3ef63d7997" providerId="ADAL" clId="{62BC8923-320B-449D-83F1-38AA64B938AB}" dt="2023-02-20T08:53:58.390" v="1392" actId="1038"/>
          <ac:picMkLst>
            <pc:docMk/>
            <pc:sldMk cId="1888051041" sldId="790"/>
            <ac:picMk id="10" creationId="{E641B827-BB4C-53CA-C26E-2EB42B224222}"/>
          </ac:picMkLst>
        </pc:picChg>
        <pc:picChg chg="add del mod">
          <ac:chgData name="이민재" userId="f97f16f7-28a5-49bd-9e05-fb3ef63d7997" providerId="ADAL" clId="{62BC8923-320B-449D-83F1-38AA64B938AB}" dt="2023-02-20T08:50:16.658" v="1099" actId="478"/>
          <ac:picMkLst>
            <pc:docMk/>
            <pc:sldMk cId="1888051041" sldId="790"/>
            <ac:picMk id="11" creationId="{0084F355-5934-F2B3-A5B5-A49F2A834E3D}"/>
          </ac:picMkLst>
        </pc:picChg>
        <pc:picChg chg="del mod">
          <ac:chgData name="이민재" userId="f97f16f7-28a5-49bd-9e05-fb3ef63d7997" providerId="ADAL" clId="{62BC8923-320B-449D-83F1-38AA64B938AB}" dt="2023-02-20T07:53:01.091" v="1037" actId="21"/>
          <ac:picMkLst>
            <pc:docMk/>
            <pc:sldMk cId="1888051041" sldId="790"/>
            <ac:picMk id="23" creationId="{92EA2A2F-EE27-8D2A-19C9-02D73E9C3646}"/>
          </ac:picMkLst>
        </pc:picChg>
        <pc:picChg chg="del mod">
          <ac:chgData name="이민재" userId="f97f16f7-28a5-49bd-9e05-fb3ef63d7997" providerId="ADAL" clId="{62BC8923-320B-449D-83F1-38AA64B938AB}" dt="2023-02-20T07:53:01.091" v="1037" actId="21"/>
          <ac:picMkLst>
            <pc:docMk/>
            <pc:sldMk cId="1888051041" sldId="790"/>
            <ac:picMk id="24" creationId="{D21649E3-9B57-7A1C-5EAD-E1162A80CFF0}"/>
          </ac:picMkLst>
        </pc:picChg>
        <pc:picChg chg="add mod">
          <ac:chgData name="이민재" userId="f97f16f7-28a5-49bd-9e05-fb3ef63d7997" providerId="ADAL" clId="{62BC8923-320B-449D-83F1-38AA64B938AB}" dt="2023-02-20T08:53:58.390" v="1392" actId="1038"/>
          <ac:picMkLst>
            <pc:docMk/>
            <pc:sldMk cId="1888051041" sldId="790"/>
            <ac:picMk id="34" creationId="{51E96A36-302E-3602-CD7C-3D4FC6F5AACD}"/>
          </ac:picMkLst>
        </pc:picChg>
        <pc:cxnChg chg="add mod">
          <ac:chgData name="이민재" userId="f97f16f7-28a5-49bd-9e05-fb3ef63d7997" providerId="ADAL" clId="{62BC8923-320B-449D-83F1-38AA64B938AB}" dt="2023-02-20T08:53:58.390" v="1392" actId="1038"/>
          <ac:cxnSpMkLst>
            <pc:docMk/>
            <pc:sldMk cId="1888051041" sldId="790"/>
            <ac:cxnSpMk id="12" creationId="{17F49F41-315A-E59F-0EB9-6098C00EDBEE}"/>
          </ac:cxnSpMkLst>
        </pc:cxnChg>
        <pc:cxnChg chg="del mod">
          <ac:chgData name="이민재" userId="f97f16f7-28a5-49bd-9e05-fb3ef63d7997" providerId="ADAL" clId="{62BC8923-320B-449D-83F1-38AA64B938AB}" dt="2023-02-20T07:53:01.091" v="1037" actId="21"/>
          <ac:cxnSpMkLst>
            <pc:docMk/>
            <pc:sldMk cId="1888051041" sldId="790"/>
            <ac:cxnSpMk id="25" creationId="{F40EF584-0DE1-2911-DDDD-DB4497ED2832}"/>
          </ac:cxnSpMkLst>
        </pc:cxnChg>
        <pc:cxnChg chg="add del mod">
          <ac:chgData name="이민재" userId="f97f16f7-28a5-49bd-9e05-fb3ef63d7997" providerId="ADAL" clId="{62BC8923-320B-449D-83F1-38AA64B938AB}" dt="2023-02-20T11:07:58.112" v="3330" actId="21"/>
          <ac:cxnSpMkLst>
            <pc:docMk/>
            <pc:sldMk cId="1888051041" sldId="790"/>
            <ac:cxnSpMk id="46" creationId="{1963E916-0D87-214C-4804-2E8A51001DAF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0" creationId="{7D5E65A9-1CFD-A050-EFE3-F1A7A7914ED7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3" creationId="{5653C822-1CE8-450E-64E4-A76D6ED0B8C4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7" creationId="{E6F6FA58-94DC-A7E0-F327-17E1D31645C7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0" creationId="{50272AF7-FB63-9517-19FA-E305F89D3453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3" creationId="{0CE7580D-A544-30F6-BF42-EC6D632E9FFF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6" creationId="{412AA3C2-2243-36A6-7CFB-93F5D3204FC6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82" creationId="{5271DBD8-C69B-6138-E28C-D575A64EFD8B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90" creationId="{9668F137-EE48-6B04-E5B0-732373A6CE4B}"/>
          </ac:cxnSpMkLst>
        </pc:cxnChg>
      </pc:sldChg>
      <pc:sldChg chg="addSp modSp new mod">
        <pc:chgData name="이민재" userId="f97f16f7-28a5-49bd-9e05-fb3ef63d7997" providerId="ADAL" clId="{62BC8923-320B-449D-83F1-38AA64B938AB}" dt="2023-02-20T13:52:54.654" v="10993" actId="1076"/>
        <pc:sldMkLst>
          <pc:docMk/>
          <pc:sldMk cId="634163873" sldId="791"/>
        </pc:sldMkLst>
        <pc:spChg chg="mod">
          <ac:chgData name="이민재" userId="f97f16f7-28a5-49bd-9e05-fb3ef63d7997" providerId="ADAL" clId="{62BC8923-320B-449D-83F1-38AA64B938AB}" dt="2023-02-20T13:40:17.448" v="9254" actId="20577"/>
          <ac:spMkLst>
            <pc:docMk/>
            <pc:sldMk cId="634163873" sldId="791"/>
            <ac:spMk id="2" creationId="{DA06B02C-D7B4-6275-EFA4-2FE2B3C8A580}"/>
          </ac:spMkLst>
        </pc:spChg>
        <pc:spChg chg="mod">
          <ac:chgData name="이민재" userId="f97f16f7-28a5-49bd-9e05-fb3ef63d7997" providerId="ADAL" clId="{62BC8923-320B-449D-83F1-38AA64B938AB}" dt="2023-02-20T13:52:00.296" v="10985" actId="20577"/>
          <ac:spMkLst>
            <pc:docMk/>
            <pc:sldMk cId="634163873" sldId="791"/>
            <ac:spMk id="3" creationId="{04F83739-691C-4443-C450-6898EA772D3E}"/>
          </ac:spMkLst>
        </pc:spChg>
        <pc:picChg chg="add mod">
          <ac:chgData name="이민재" userId="f97f16f7-28a5-49bd-9e05-fb3ef63d7997" providerId="ADAL" clId="{62BC8923-320B-449D-83F1-38AA64B938AB}" dt="2023-02-20T13:52:54.654" v="10993" actId="1076"/>
          <ac:picMkLst>
            <pc:docMk/>
            <pc:sldMk cId="634163873" sldId="791"/>
            <ac:picMk id="5" creationId="{B6D69C8C-F416-8128-E720-1524D6A8E351}"/>
          </ac:picMkLst>
        </pc:picChg>
      </pc:sldChg>
      <pc:sldChg chg="addSp delSp modSp new mod">
        <pc:chgData name="이민재" userId="f97f16f7-28a5-49bd-9e05-fb3ef63d7997" providerId="ADAL" clId="{62BC8923-320B-449D-83F1-38AA64B938AB}" dt="2023-02-20T13:20:38.978" v="8545" actId="20577"/>
        <pc:sldMkLst>
          <pc:docMk/>
          <pc:sldMk cId="1118885134" sldId="792"/>
        </pc:sldMkLst>
        <pc:spChg chg="mod">
          <ac:chgData name="이민재" userId="f97f16f7-28a5-49bd-9e05-fb3ef63d7997" providerId="ADAL" clId="{62BC8923-320B-449D-83F1-38AA64B938AB}" dt="2023-02-20T12:44:39.354" v="6053" actId="1076"/>
          <ac:spMkLst>
            <pc:docMk/>
            <pc:sldMk cId="1118885134" sldId="792"/>
            <ac:spMk id="2" creationId="{2DE3BECC-D4DB-2C77-0BE8-B80D813DC876}"/>
          </ac:spMkLst>
        </pc:spChg>
        <pc:spChg chg="mod">
          <ac:chgData name="이민재" userId="f97f16f7-28a5-49bd-9e05-fb3ef63d7997" providerId="ADAL" clId="{62BC8923-320B-449D-83F1-38AA64B938AB}" dt="2023-02-20T13:20:38.978" v="8545" actId="20577"/>
          <ac:spMkLst>
            <pc:docMk/>
            <pc:sldMk cId="1118885134" sldId="792"/>
            <ac:spMk id="3" creationId="{03E3E98A-03C7-B21B-D454-85C6DB4E6A4C}"/>
          </ac:spMkLst>
        </pc:spChg>
        <pc:spChg chg="add del mod">
          <ac:chgData name="이민재" userId="f97f16f7-28a5-49bd-9e05-fb3ef63d7997" providerId="ADAL" clId="{62BC8923-320B-449D-83F1-38AA64B938AB}" dt="2023-02-20T12:18:43.872" v="5553" actId="21"/>
          <ac:spMkLst>
            <pc:docMk/>
            <pc:sldMk cId="1118885134" sldId="792"/>
            <ac:spMk id="9" creationId="{FB9762C6-8FA7-DD01-6A0F-FB9F7D026D1E}"/>
          </ac:spMkLst>
        </pc:spChg>
        <pc:spChg chg="add del mod">
          <ac:chgData name="이민재" userId="f97f16f7-28a5-49bd-9e05-fb3ef63d7997" providerId="ADAL" clId="{62BC8923-320B-449D-83F1-38AA64B938AB}" dt="2023-02-20T11:55:57.076" v="4600" actId="478"/>
          <ac:spMkLst>
            <pc:docMk/>
            <pc:sldMk cId="1118885134" sldId="792"/>
            <ac:spMk id="12" creationId="{99CA6EF9-544D-784B-FE9F-1847E5D35346}"/>
          </ac:spMkLst>
        </pc:spChg>
        <pc:spChg chg="add del mod">
          <ac:chgData name="이민재" userId="f97f16f7-28a5-49bd-9e05-fb3ef63d7997" providerId="ADAL" clId="{62BC8923-320B-449D-83F1-38AA64B938AB}" dt="2023-02-20T12:11:10.764" v="5249" actId="21"/>
          <ac:spMkLst>
            <pc:docMk/>
            <pc:sldMk cId="1118885134" sldId="792"/>
            <ac:spMk id="13" creationId="{AC9B0802-D7D5-7767-2294-4B090D81F957}"/>
          </ac:spMkLst>
        </pc:spChg>
        <pc:spChg chg="add mod">
          <ac:chgData name="이민재" userId="f97f16f7-28a5-49bd-9e05-fb3ef63d7997" providerId="ADAL" clId="{62BC8923-320B-449D-83F1-38AA64B938AB}" dt="2023-02-20T13:18:42.469" v="8365" actId="20577"/>
          <ac:spMkLst>
            <pc:docMk/>
            <pc:sldMk cId="1118885134" sldId="792"/>
            <ac:spMk id="15" creationId="{7C4BB676-1564-B217-1653-3CE6B7207618}"/>
          </ac:spMkLst>
        </pc:spChg>
        <pc:spChg chg="add del mod">
          <ac:chgData name="이민재" userId="f97f16f7-28a5-49bd-9e05-fb3ef63d7997" providerId="ADAL" clId="{62BC8923-320B-449D-83F1-38AA64B938AB}" dt="2023-02-20T12:40:56.269" v="5946" actId="478"/>
          <ac:spMkLst>
            <pc:docMk/>
            <pc:sldMk cId="1118885134" sldId="792"/>
            <ac:spMk id="19" creationId="{D36E48D4-4529-B336-0DA0-C7C7DD12CE84}"/>
          </ac:spMkLst>
        </pc:spChg>
        <pc:spChg chg="add del mod">
          <ac:chgData name="이민재" userId="f97f16f7-28a5-49bd-9e05-fb3ef63d7997" providerId="ADAL" clId="{62BC8923-320B-449D-83F1-38AA64B938AB}" dt="2023-02-20T12:40:56.269" v="5946" actId="478"/>
          <ac:spMkLst>
            <pc:docMk/>
            <pc:sldMk cId="1118885134" sldId="792"/>
            <ac:spMk id="23" creationId="{3EB0EE66-A0CB-D7D4-A4DA-E886A95AB823}"/>
          </ac:spMkLst>
        </pc:spChg>
        <pc:spChg chg="add mod">
          <ac:chgData name="이민재" userId="f97f16f7-28a5-49bd-9e05-fb3ef63d7997" providerId="ADAL" clId="{62BC8923-320B-449D-83F1-38AA64B938AB}" dt="2023-02-20T13:18:08.856" v="8323" actId="1036"/>
          <ac:spMkLst>
            <pc:docMk/>
            <pc:sldMk cId="1118885134" sldId="792"/>
            <ac:spMk id="25" creationId="{419FBF42-239B-3938-A4F7-AE4D73D4EFEC}"/>
          </ac:spMkLst>
        </pc:spChg>
        <pc:spChg chg="add mod">
          <ac:chgData name="이민재" userId="f97f16f7-28a5-49bd-9e05-fb3ef63d7997" providerId="ADAL" clId="{62BC8923-320B-449D-83F1-38AA64B938AB}" dt="2023-02-20T13:18:49.439" v="8392" actId="1036"/>
          <ac:spMkLst>
            <pc:docMk/>
            <pc:sldMk cId="1118885134" sldId="792"/>
            <ac:spMk id="28" creationId="{62427755-7553-7B8F-1135-564260CA7B56}"/>
          </ac:spMkLst>
        </pc:spChg>
        <pc:graphicFrameChg chg="add del mod">
          <ac:chgData name="이민재" userId="f97f16f7-28a5-49bd-9e05-fb3ef63d7997" providerId="ADAL" clId="{62BC8923-320B-449D-83F1-38AA64B938AB}" dt="2023-02-20T11:26:46.334" v="3708" actId="478"/>
          <ac:graphicFrameMkLst>
            <pc:docMk/>
            <pc:sldMk cId="1118885134" sldId="792"/>
            <ac:graphicFrameMk id="7" creationId="{760790CF-3D87-4D9A-C3C6-9DD15C14B97D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58:40.541" v="4664" actId="478"/>
          <ac:graphicFrameMkLst>
            <pc:docMk/>
            <pc:sldMk cId="1118885134" sldId="792"/>
            <ac:graphicFrameMk id="8" creationId="{AB2DC2D3-789B-6C33-4C8E-92D953A53FF9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0" creationId="{11784C56-2A54-7637-9E26-3BD3CFB23E6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1" creationId="{C128CCDB-4EDD-181D-B7C1-B6740BC7CFA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4" creationId="{DDF594A8-8259-A48F-463C-458EB629264F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16" creationId="{6EC15D9B-7A96-E0AB-997B-B370DFC5DCAC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17" creationId="{E1D913E5-08A9-E480-782F-EC49B994D7E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0" creationId="{DE691991-4FCD-3200-0749-F5955E25897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1" creationId="{08996187-4B69-AEED-E8ED-250B59F5FBF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2" creationId="{9263EB3F-FD41-8325-372E-D4E80C7C7EDD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8:08.856" v="8323" actId="1036"/>
          <ac:graphicFrameMkLst>
            <pc:docMk/>
            <pc:sldMk cId="1118885134" sldId="792"/>
            <ac:graphicFrameMk id="24" creationId="{FE606663-284B-72D0-7A24-2A9AD00966F0}"/>
          </ac:graphicFrameMkLst>
        </pc:graphicFrameChg>
        <pc:picChg chg="add del mod">
          <ac:chgData name="이민재" userId="f97f16f7-28a5-49bd-9e05-fb3ef63d7997" providerId="ADAL" clId="{62BC8923-320B-449D-83F1-38AA64B938AB}" dt="2023-02-20T10:59:23.542" v="3325" actId="21"/>
          <ac:picMkLst>
            <pc:docMk/>
            <pc:sldMk cId="1118885134" sldId="792"/>
            <ac:picMk id="5" creationId="{3FA52993-9662-BA52-88DD-A1389FC6B818}"/>
          </ac:picMkLst>
        </pc:picChg>
        <pc:picChg chg="add mod">
          <ac:chgData name="이민재" userId="f97f16f7-28a5-49bd-9e05-fb3ef63d7997" providerId="ADAL" clId="{62BC8923-320B-449D-83F1-38AA64B938AB}" dt="2023-02-20T13:18:08.856" v="8323" actId="1036"/>
          <ac:picMkLst>
            <pc:docMk/>
            <pc:sldMk cId="1118885134" sldId="792"/>
            <ac:picMk id="6" creationId="{C76A7CDF-351C-FF18-25B6-D8205CF4F8B0}"/>
          </ac:picMkLst>
        </pc:picChg>
        <pc:picChg chg="add del mod">
          <ac:chgData name="이민재" userId="f97f16f7-28a5-49bd-9e05-fb3ef63d7997" providerId="ADAL" clId="{62BC8923-320B-449D-83F1-38AA64B938AB}" dt="2023-02-20T12:47:09.981" v="6155" actId="21"/>
          <ac:picMkLst>
            <pc:docMk/>
            <pc:sldMk cId="1118885134" sldId="792"/>
            <ac:picMk id="26" creationId="{504C2513-3859-A7E0-D485-1F38D094C056}"/>
          </ac:picMkLst>
        </pc:picChg>
        <pc:picChg chg="add mod">
          <ac:chgData name="이민재" userId="f97f16f7-28a5-49bd-9e05-fb3ef63d7997" providerId="ADAL" clId="{62BC8923-320B-449D-83F1-38AA64B938AB}" dt="2023-02-20T13:18:55.135" v="8393" actId="1076"/>
          <ac:picMkLst>
            <pc:docMk/>
            <pc:sldMk cId="1118885134" sldId="792"/>
            <ac:picMk id="29" creationId="{EDEA39C7-E216-ECE8-0944-D7DC68880769}"/>
          </ac:picMkLst>
        </pc:picChg>
        <pc:cxnChg chg="add del mod">
          <ac:chgData name="이민재" userId="f97f16f7-28a5-49bd-9e05-fb3ef63d7997" providerId="ADAL" clId="{62BC8923-320B-449D-83F1-38AA64B938AB}" dt="2023-02-20T12:40:56.269" v="5946" actId="478"/>
          <ac:cxnSpMkLst>
            <pc:docMk/>
            <pc:sldMk cId="1118885134" sldId="792"/>
            <ac:cxnSpMk id="18" creationId="{8495EEFB-E6A9-6783-AD4B-38062A98E416}"/>
          </ac:cxnSpMkLst>
        </pc:cxnChg>
      </pc:sldChg>
      <pc:sldChg chg="modSp new mod ord">
        <pc:chgData name="이민재" userId="f97f16f7-28a5-49bd-9e05-fb3ef63d7997" providerId="ADAL" clId="{62BC8923-320B-449D-83F1-38AA64B938AB}" dt="2023-02-20T12:29:49.219" v="5708"/>
        <pc:sldMkLst>
          <pc:docMk/>
          <pc:sldMk cId="1565960413" sldId="793"/>
        </pc:sldMkLst>
        <pc:spChg chg="mod">
          <ac:chgData name="이민재" userId="f97f16f7-28a5-49bd-9e05-fb3ef63d7997" providerId="ADAL" clId="{62BC8923-320B-449D-83F1-38AA64B938AB}" dt="2023-02-20T10:44:55.785" v="2984" actId="20577"/>
          <ac:spMkLst>
            <pc:docMk/>
            <pc:sldMk cId="1565960413" sldId="793"/>
            <ac:spMk id="2" creationId="{B39A3E27-0B4D-CD55-DF87-6B67C9D00C1F}"/>
          </ac:spMkLst>
        </pc:spChg>
        <pc:spChg chg="mod">
          <ac:chgData name="이민재" userId="f97f16f7-28a5-49bd-9e05-fb3ef63d7997" providerId="ADAL" clId="{62BC8923-320B-449D-83F1-38AA64B938AB}" dt="2023-02-20T10:45:07.878" v="3095" actId="20577"/>
          <ac:spMkLst>
            <pc:docMk/>
            <pc:sldMk cId="1565960413" sldId="793"/>
            <ac:spMk id="3" creationId="{41E7CCAC-29E6-FC80-608C-D044D9E87161}"/>
          </ac:spMkLst>
        </pc:spChg>
      </pc:sldChg>
      <pc:sldChg chg="modSp add mod ord">
        <pc:chgData name="이민재" userId="f97f16f7-28a5-49bd-9e05-fb3ef63d7997" providerId="ADAL" clId="{62BC8923-320B-449D-83F1-38AA64B938AB}" dt="2023-02-20T12:29:49.219" v="5708"/>
        <pc:sldMkLst>
          <pc:docMk/>
          <pc:sldMk cId="3908161553" sldId="794"/>
        </pc:sldMkLst>
        <pc:spChg chg="mod">
          <ac:chgData name="이민재" userId="f97f16f7-28a5-49bd-9e05-fb3ef63d7997" providerId="ADAL" clId="{62BC8923-320B-449D-83F1-38AA64B938AB}" dt="2023-02-20T10:45:16.012" v="3110" actId="20577"/>
          <ac:spMkLst>
            <pc:docMk/>
            <pc:sldMk cId="3908161553" sldId="794"/>
            <ac:spMk id="2" creationId="{B39A3E27-0B4D-CD55-DF87-6B67C9D00C1F}"/>
          </ac:spMkLst>
        </pc:spChg>
        <pc:spChg chg="mod">
          <ac:chgData name="이민재" userId="f97f16f7-28a5-49bd-9e05-fb3ef63d7997" providerId="ADAL" clId="{62BC8923-320B-449D-83F1-38AA64B938AB}" dt="2023-02-20T10:45:49.398" v="3307" actId="20577"/>
          <ac:spMkLst>
            <pc:docMk/>
            <pc:sldMk cId="3908161553" sldId="794"/>
            <ac:spMk id="3" creationId="{41E7CCAC-29E6-FC80-608C-D044D9E87161}"/>
          </ac:spMkLst>
        </pc:spChg>
      </pc:sldChg>
      <pc:sldChg chg="add">
        <pc:chgData name="이민재" userId="f97f16f7-28a5-49bd-9e05-fb3ef63d7997" providerId="ADAL" clId="{62BC8923-320B-449D-83F1-38AA64B938AB}" dt="2023-02-20T12:33:42.162" v="5718"/>
        <pc:sldMkLst>
          <pc:docMk/>
          <pc:sldMk cId="2864740797" sldId="795"/>
        </pc:sldMkLst>
      </pc:sldChg>
      <pc:sldChg chg="add del">
        <pc:chgData name="이민재" userId="f97f16f7-28a5-49bd-9e05-fb3ef63d7997" providerId="ADAL" clId="{62BC8923-320B-449D-83F1-38AA64B938AB}" dt="2023-02-20T13:11:11.701" v="7202" actId="47"/>
        <pc:sldMkLst>
          <pc:docMk/>
          <pc:sldMk cId="593306466" sldId="796"/>
        </pc:sldMkLst>
      </pc:sldChg>
      <pc:sldChg chg="addSp modSp new mod">
        <pc:chgData name="이민재" userId="f97f16f7-28a5-49bd-9e05-fb3ef63d7997" providerId="ADAL" clId="{62BC8923-320B-449D-83F1-38AA64B938AB}" dt="2023-02-20T13:30:55.047" v="9096" actId="1076"/>
        <pc:sldMkLst>
          <pc:docMk/>
          <pc:sldMk cId="2169251521" sldId="796"/>
        </pc:sldMkLst>
        <pc:spChg chg="mod">
          <ac:chgData name="이민재" userId="f97f16f7-28a5-49bd-9e05-fb3ef63d7997" providerId="ADAL" clId="{62BC8923-320B-449D-83F1-38AA64B938AB}" dt="2023-02-20T13:28:50.855" v="8821" actId="20577"/>
          <ac:spMkLst>
            <pc:docMk/>
            <pc:sldMk cId="2169251521" sldId="796"/>
            <ac:spMk id="2" creationId="{E1527445-363A-1BFA-5A73-9EEBD7565A45}"/>
          </ac:spMkLst>
        </pc:spChg>
        <pc:spChg chg="mod">
          <ac:chgData name="이민재" userId="f97f16f7-28a5-49bd-9e05-fb3ef63d7997" providerId="ADAL" clId="{62BC8923-320B-449D-83F1-38AA64B938AB}" dt="2023-02-20T13:30:24.244" v="9072" actId="20577"/>
          <ac:spMkLst>
            <pc:docMk/>
            <pc:sldMk cId="2169251521" sldId="796"/>
            <ac:spMk id="3" creationId="{9DE7F177-8957-A26B-7EA3-5A390FEBA3CC}"/>
          </ac:spMkLst>
        </pc:spChg>
        <pc:picChg chg="add mod">
          <ac:chgData name="이민재" userId="f97f16f7-28a5-49bd-9e05-fb3ef63d7997" providerId="ADAL" clId="{62BC8923-320B-449D-83F1-38AA64B938AB}" dt="2023-02-20T13:30:55.047" v="9096" actId="1076"/>
          <ac:picMkLst>
            <pc:docMk/>
            <pc:sldMk cId="2169251521" sldId="796"/>
            <ac:picMk id="5" creationId="{DFA6AD8E-2B04-18EA-76F8-9989B4F471A1}"/>
          </ac:picMkLst>
        </pc:picChg>
        <pc:picChg chg="add mod">
          <ac:chgData name="이민재" userId="f97f16f7-28a5-49bd-9e05-fb3ef63d7997" providerId="ADAL" clId="{62BC8923-320B-449D-83F1-38AA64B938AB}" dt="2023-02-20T13:30:55.047" v="9096" actId="1076"/>
          <ac:picMkLst>
            <pc:docMk/>
            <pc:sldMk cId="2169251521" sldId="796"/>
            <ac:picMk id="6" creationId="{3D21B8EE-F96E-6A1B-263C-B3C5C90DD041}"/>
          </ac:picMkLst>
        </pc:picChg>
      </pc:sldChg>
    </pc:docChg>
  </pc:docChgLst>
  <pc:docChgLst>
    <pc:chgData name="이민재" userId="f97f16f7-28a5-49bd-9e05-fb3ef63d7997" providerId="ADAL" clId="{3ED5A500-787E-4022-B4D0-B8B9724C49EA}"/>
    <pc:docChg chg="undo custSel addSld modSld sldOrd modSection">
      <pc:chgData name="이민재" userId="f97f16f7-28a5-49bd-9e05-fb3ef63d7997" providerId="ADAL" clId="{3ED5A500-787E-4022-B4D0-B8B9724C49EA}" dt="2023-06-24T09:42:11.390" v="14730" actId="20577"/>
      <pc:docMkLst>
        <pc:docMk/>
      </pc:docMkLst>
      <pc:sldChg chg="modSp mod">
        <pc:chgData name="이민재" userId="f97f16f7-28a5-49bd-9e05-fb3ef63d7997" providerId="ADAL" clId="{3ED5A500-787E-4022-B4D0-B8B9724C49EA}" dt="2023-06-24T06:56:02.119" v="8363" actId="20577"/>
        <pc:sldMkLst>
          <pc:docMk/>
          <pc:sldMk cId="1482395489" sldId="311"/>
        </pc:sldMkLst>
        <pc:spChg chg="mod">
          <ac:chgData name="이민재" userId="f97f16f7-28a5-49bd-9e05-fb3ef63d7997" providerId="ADAL" clId="{3ED5A500-787E-4022-B4D0-B8B9724C49EA}" dt="2023-06-24T06:56:02.119" v="8363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3ED5A500-787E-4022-B4D0-B8B9724C49EA}" dt="2023-06-24T06:55:25.219" v="8322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3ED5A500-787E-4022-B4D0-B8B9724C49EA}" dt="2023-06-24T09:40:52.959" v="14519" actId="20577"/>
        <pc:sldMkLst>
          <pc:docMk/>
          <pc:sldMk cId="849242627" sldId="797"/>
        </pc:sldMkLst>
        <pc:spChg chg="mod">
          <ac:chgData name="이민재" userId="f97f16f7-28a5-49bd-9e05-fb3ef63d7997" providerId="ADAL" clId="{3ED5A500-787E-4022-B4D0-B8B9724C49EA}" dt="2023-06-24T09:40:52.959" v="14519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modSp new mod ord">
        <pc:chgData name="이민재" userId="f97f16f7-28a5-49bd-9e05-fb3ef63d7997" providerId="ADAL" clId="{3ED5A500-787E-4022-B4D0-B8B9724C49EA}" dt="2023-06-24T08:00:57.631" v="10014"/>
        <pc:sldMkLst>
          <pc:docMk/>
          <pc:sldMk cId="632385783" sldId="883"/>
        </pc:sldMkLst>
        <pc:spChg chg="mod">
          <ac:chgData name="이민재" userId="f97f16f7-28a5-49bd-9e05-fb3ef63d7997" providerId="ADAL" clId="{3ED5A500-787E-4022-B4D0-B8B9724C49EA}" dt="2023-06-21T16:27:05.919" v="991" actId="20577"/>
          <ac:spMkLst>
            <pc:docMk/>
            <pc:sldMk cId="632385783" sldId="883"/>
            <ac:spMk id="2" creationId="{D38082BB-24E6-1E75-EA06-0CD382D9EC0C}"/>
          </ac:spMkLst>
        </pc:spChg>
        <pc:spChg chg="mod">
          <ac:chgData name="이민재" userId="f97f16f7-28a5-49bd-9e05-fb3ef63d7997" providerId="ADAL" clId="{3ED5A500-787E-4022-B4D0-B8B9724C49EA}" dt="2023-06-23T17:28:35.195" v="3150" actId="15"/>
          <ac:spMkLst>
            <pc:docMk/>
            <pc:sldMk cId="632385783" sldId="883"/>
            <ac:spMk id="3" creationId="{B993E630-8BE8-8115-A66F-F941CF9D9C95}"/>
          </ac:spMkLst>
        </pc:spChg>
        <pc:picChg chg="mod">
          <ac:chgData name="이민재" userId="f97f16f7-28a5-49bd-9e05-fb3ef63d7997" providerId="ADAL" clId="{3ED5A500-787E-4022-B4D0-B8B9724C49EA}" dt="2023-06-23T17:29:25.540" v="3167" actId="1036"/>
          <ac:picMkLst>
            <pc:docMk/>
            <pc:sldMk cId="632385783" sldId="883"/>
            <ac:picMk id="6" creationId="{701019A8-201A-6E61-122E-B585600497F2}"/>
          </ac:picMkLst>
        </pc:picChg>
      </pc:sldChg>
      <pc:sldChg chg="modSp new mod ord">
        <pc:chgData name="이민재" userId="f97f16f7-28a5-49bd-9e05-fb3ef63d7997" providerId="ADAL" clId="{3ED5A500-787E-4022-B4D0-B8B9724C49EA}" dt="2023-06-24T08:00:57.631" v="10014"/>
        <pc:sldMkLst>
          <pc:docMk/>
          <pc:sldMk cId="1950428014" sldId="884"/>
        </pc:sldMkLst>
        <pc:spChg chg="mod">
          <ac:chgData name="이민재" userId="f97f16f7-28a5-49bd-9e05-fb3ef63d7997" providerId="ADAL" clId="{3ED5A500-787E-4022-B4D0-B8B9724C49EA}" dt="2023-06-21T16:39:08.592" v="1882" actId="20577"/>
          <ac:spMkLst>
            <pc:docMk/>
            <pc:sldMk cId="1950428014" sldId="884"/>
            <ac:spMk id="2" creationId="{D23A2648-D3A4-D786-5DA5-E5E7B98D5E3C}"/>
          </ac:spMkLst>
        </pc:spChg>
        <pc:spChg chg="mod">
          <ac:chgData name="이민재" userId="f97f16f7-28a5-49bd-9e05-fb3ef63d7997" providerId="ADAL" clId="{3ED5A500-787E-4022-B4D0-B8B9724C49EA}" dt="2023-06-21T16:41:13.782" v="2386" actId="20577"/>
          <ac:spMkLst>
            <pc:docMk/>
            <pc:sldMk cId="1950428014" sldId="884"/>
            <ac:spMk id="3" creationId="{5AE5A35B-1137-EE62-7BC8-F1E1B1B63D0C}"/>
          </ac:spMkLst>
        </pc:spChg>
      </pc:sldChg>
      <pc:sldChg chg="modSp mod ord">
        <pc:chgData name="이민재" userId="f97f16f7-28a5-49bd-9e05-fb3ef63d7997" providerId="ADAL" clId="{3ED5A500-787E-4022-B4D0-B8B9724C49EA}" dt="2023-06-24T08:01:12.785" v="10017"/>
        <pc:sldMkLst>
          <pc:docMk/>
          <pc:sldMk cId="1162554671" sldId="885"/>
        </pc:sldMkLst>
        <pc:spChg chg="mod">
          <ac:chgData name="이민재" userId="f97f16f7-28a5-49bd-9e05-fb3ef63d7997" providerId="ADAL" clId="{3ED5A500-787E-4022-B4D0-B8B9724C49EA}" dt="2023-06-23T17:39:10.600" v="3206" actId="20577"/>
          <ac:spMkLst>
            <pc:docMk/>
            <pc:sldMk cId="1162554671" sldId="885"/>
            <ac:spMk id="2" creationId="{5F3527EC-6E91-A5CE-3FAB-0239DA0399C4}"/>
          </ac:spMkLst>
        </pc:spChg>
        <pc:spChg chg="mod">
          <ac:chgData name="이민재" userId="f97f16f7-28a5-49bd-9e05-fb3ef63d7997" providerId="ADAL" clId="{3ED5A500-787E-4022-B4D0-B8B9724C49EA}" dt="2023-06-23T17:41:32.714" v="3756" actId="115"/>
          <ac:spMkLst>
            <pc:docMk/>
            <pc:sldMk cId="1162554671" sldId="885"/>
            <ac:spMk id="3" creationId="{945DB18F-F909-B87B-2450-515A74F7AFBF}"/>
          </ac:spMkLst>
        </pc:spChg>
      </pc:sldChg>
      <pc:sldChg chg="modSp mod ord">
        <pc:chgData name="이민재" userId="f97f16f7-28a5-49bd-9e05-fb3ef63d7997" providerId="ADAL" clId="{3ED5A500-787E-4022-B4D0-B8B9724C49EA}" dt="2023-06-23T18:06:40.710" v="6237" actId="113"/>
        <pc:sldMkLst>
          <pc:docMk/>
          <pc:sldMk cId="3207681821" sldId="886"/>
        </pc:sldMkLst>
        <pc:spChg chg="mod">
          <ac:chgData name="이민재" userId="f97f16f7-28a5-49bd-9e05-fb3ef63d7997" providerId="ADAL" clId="{3ED5A500-787E-4022-B4D0-B8B9724C49EA}" dt="2023-06-23T18:06:40.710" v="6237" actId="113"/>
          <ac:spMkLst>
            <pc:docMk/>
            <pc:sldMk cId="3207681821" sldId="886"/>
            <ac:spMk id="3" creationId="{8D4FB91D-D393-AF9B-D836-9FED941E46F4}"/>
          </ac:spMkLst>
        </pc:spChg>
      </pc:sldChg>
      <pc:sldChg chg="addSp delSp modSp mod">
        <pc:chgData name="이민재" userId="f97f16f7-28a5-49bd-9e05-fb3ef63d7997" providerId="ADAL" clId="{3ED5A500-787E-4022-B4D0-B8B9724C49EA}" dt="2023-06-24T09:27:30.844" v="13786" actId="20577"/>
        <pc:sldMkLst>
          <pc:docMk/>
          <pc:sldMk cId="560315684" sldId="887"/>
        </pc:sldMkLst>
        <pc:spChg chg="mod">
          <ac:chgData name="이민재" userId="f97f16f7-28a5-49bd-9e05-fb3ef63d7997" providerId="ADAL" clId="{3ED5A500-787E-4022-B4D0-B8B9724C49EA}" dt="2023-06-23T19:02:30.127" v="7717" actId="20577"/>
          <ac:spMkLst>
            <pc:docMk/>
            <pc:sldMk cId="560315684" sldId="887"/>
            <ac:spMk id="2" creationId="{153B4592-B705-7627-ACAA-E95B8230C7B0}"/>
          </ac:spMkLst>
        </pc:spChg>
        <pc:spChg chg="mod">
          <ac:chgData name="이민재" userId="f97f16f7-28a5-49bd-9e05-fb3ef63d7997" providerId="ADAL" clId="{3ED5A500-787E-4022-B4D0-B8B9724C49EA}" dt="2023-06-24T09:27:30.844" v="13786" actId="20577"/>
          <ac:spMkLst>
            <pc:docMk/>
            <pc:sldMk cId="560315684" sldId="887"/>
            <ac:spMk id="3" creationId="{E856A667-3829-FB3B-8257-F9913EE7E8F4}"/>
          </ac:spMkLst>
        </pc:spChg>
        <pc:spChg chg="add del mod">
          <ac:chgData name="이민재" userId="f97f16f7-28a5-49bd-9e05-fb3ef63d7997" providerId="ADAL" clId="{3ED5A500-787E-4022-B4D0-B8B9724C49EA}" dt="2023-06-23T19:18:49.315" v="8187"/>
          <ac:spMkLst>
            <pc:docMk/>
            <pc:sldMk cId="560315684" sldId="887"/>
            <ac:spMk id="5" creationId="{A7DD0172-22CF-F965-22E4-94A9D530070A}"/>
          </ac:spMkLst>
        </pc:spChg>
        <pc:spChg chg="add del mod">
          <ac:chgData name="이민재" userId="f97f16f7-28a5-49bd-9e05-fb3ef63d7997" providerId="ADAL" clId="{3ED5A500-787E-4022-B4D0-B8B9724C49EA}" dt="2023-06-24T07:40:17.987" v="8644" actId="478"/>
          <ac:spMkLst>
            <pc:docMk/>
            <pc:sldMk cId="560315684" sldId="887"/>
            <ac:spMk id="6" creationId="{EE091AC6-8114-168D-EA56-D02EFB04D43B}"/>
          </ac:spMkLst>
        </pc:spChg>
        <pc:graphicFrameChg chg="add mod">
          <ac:chgData name="이민재" userId="f97f16f7-28a5-49bd-9e05-fb3ef63d7997" providerId="ADAL" clId="{3ED5A500-787E-4022-B4D0-B8B9724C49EA}" dt="2023-06-24T09:26:54.177" v="13633" actId="1036"/>
          <ac:graphicFrameMkLst>
            <pc:docMk/>
            <pc:sldMk cId="560315684" sldId="887"/>
            <ac:graphicFrameMk id="5" creationId="{46C1570A-A09D-5E1E-6D52-58DA4771012F}"/>
          </ac:graphicFrameMkLst>
        </pc:graphicFrameChg>
        <pc:graphicFrameChg chg="add mod">
          <ac:chgData name="이민재" userId="f97f16f7-28a5-49bd-9e05-fb3ef63d7997" providerId="ADAL" clId="{3ED5A500-787E-4022-B4D0-B8B9724C49EA}" dt="2023-06-24T09:26:54.177" v="13633" actId="1036"/>
          <ac:graphicFrameMkLst>
            <pc:docMk/>
            <pc:sldMk cId="560315684" sldId="887"/>
            <ac:graphicFrameMk id="7" creationId="{F4F582F4-CE47-51B3-671B-B18AC0D31486}"/>
          </ac:graphicFrameMkLst>
        </pc:graphicFrameChg>
      </pc:sldChg>
      <pc:sldChg chg="addSp delSp modSp new mod">
        <pc:chgData name="이민재" userId="f97f16f7-28a5-49bd-9e05-fb3ef63d7997" providerId="ADAL" clId="{3ED5A500-787E-4022-B4D0-B8B9724C49EA}" dt="2023-06-24T09:41:06.838" v="14546" actId="1035"/>
        <pc:sldMkLst>
          <pc:docMk/>
          <pc:sldMk cId="983937699" sldId="888"/>
        </pc:sldMkLst>
        <pc:spChg chg="mod">
          <ac:chgData name="이민재" userId="f97f16f7-28a5-49bd-9e05-fb3ef63d7997" providerId="ADAL" clId="{3ED5A500-787E-4022-B4D0-B8B9724C49EA}" dt="2023-06-24T08:07:18.508" v="10220" actId="20577"/>
          <ac:spMkLst>
            <pc:docMk/>
            <pc:sldMk cId="983937699" sldId="888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22:52.918" v="13101" actId="20577"/>
          <ac:spMkLst>
            <pc:docMk/>
            <pc:sldMk cId="983937699" sldId="888"/>
            <ac:spMk id="3" creationId="{4A557007-6444-B9B9-56FD-915963CB2336}"/>
          </ac:spMkLst>
        </pc:spChg>
        <pc:spChg chg="add del mod">
          <ac:chgData name="이민재" userId="f97f16f7-28a5-49bd-9e05-fb3ef63d7997" providerId="ADAL" clId="{3ED5A500-787E-4022-B4D0-B8B9724C49EA}" dt="2023-06-23T17:49:22.160" v="4455" actId="478"/>
          <ac:spMkLst>
            <pc:docMk/>
            <pc:sldMk cId="983937699" sldId="888"/>
            <ac:spMk id="5" creationId="{9D064607-47E1-D32D-F5EB-B7B4323F66D5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7" creationId="{21D317FD-7BE8-F0E0-9724-925F2CDBDB37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8" creationId="{13840CA5-0554-CA02-4A7C-43229E58365E}"/>
          </ac:spMkLst>
        </pc:spChg>
        <pc:spChg chg="add del mod">
          <ac:chgData name="이민재" userId="f97f16f7-28a5-49bd-9e05-fb3ef63d7997" providerId="ADAL" clId="{3ED5A500-787E-4022-B4D0-B8B9724C49EA}" dt="2023-06-23T17:51:56.847" v="4618" actId="478"/>
          <ac:spMkLst>
            <pc:docMk/>
            <pc:sldMk cId="983937699" sldId="888"/>
            <ac:spMk id="9" creationId="{B9A04ECC-A49A-AB44-C66D-1BDB5D5F5660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10" creationId="{07C85593-B419-DD44-A095-BD6D3F405B12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11" creationId="{0E2389BF-2EB5-87A7-EC10-EC67E3FBB086}"/>
          </ac:spMkLst>
        </pc:spChg>
        <pc:spChg chg="add del mod">
          <ac:chgData name="이민재" userId="f97f16f7-28a5-49bd-9e05-fb3ef63d7997" providerId="ADAL" clId="{3ED5A500-787E-4022-B4D0-B8B9724C49EA}" dt="2023-06-23T17:51:56.847" v="4618" actId="478"/>
          <ac:spMkLst>
            <pc:docMk/>
            <pc:sldMk cId="983937699" sldId="888"/>
            <ac:spMk id="12" creationId="{2993B10D-366B-3D30-2BA5-A3952A97B94D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18" creationId="{0C5E60C9-357F-2219-8D0B-DB13C9BB80CE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19" creationId="{073FE20B-630F-4554-272E-3189847BD112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20" creationId="{5FEEF564-D69D-D34A-1558-712A51FBE4E1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21" creationId="{56448F75-5E94-3CCF-6712-37FA97F00362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3" creationId="{43B21D95-24E2-3734-5EAD-4E5D98C10E09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4" creationId="{B8D9FBB6-111A-8600-7CA7-448A283FF1B8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5" creationId="{7E1DC321-BBDD-A3DE-FF96-2EDFB904A7E6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6" creationId="{D6FD8CA5-57C8-1D52-2B34-6FFC82942B98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28" creationId="{F507F8E0-7A3E-5B6A-0E4D-BFD71FBAFB9F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29" creationId="{3ECFEDD0-C61A-C579-6250-983894C9EB99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30" creationId="{7EC0A0E4-A2EA-6C78-5EAD-02FC28F9952A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31" creationId="{4DA4B6D0-06DC-69DD-07F3-96A217DF978D}"/>
          </ac:spMkLst>
        </pc:spChg>
        <pc:graphicFrameChg chg="add del mod">
          <ac:chgData name="이민재" userId="f97f16f7-28a5-49bd-9e05-fb3ef63d7997" providerId="ADAL" clId="{3ED5A500-787E-4022-B4D0-B8B9724C49EA}" dt="2023-06-23T17:57:04.682" v="5228" actId="21"/>
          <ac:graphicFrameMkLst>
            <pc:docMk/>
            <pc:sldMk cId="983937699" sldId="888"/>
            <ac:graphicFrameMk id="6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07.014" v="5230" actId="21"/>
          <ac:graphicFrameMkLst>
            <pc:docMk/>
            <pc:sldMk cId="983937699" sldId="888"/>
            <ac:graphicFrameMk id="13" creationId="{F6A48BA0-D197-13CC-F9CE-E61740F002E4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56.586" v="5336" actId="478"/>
          <ac:graphicFrameMkLst>
            <pc:docMk/>
            <pc:sldMk cId="983937699" sldId="888"/>
            <ac:graphicFrameMk id="14" creationId="{DA08B471-EFA2-EF92-7920-40832F09F1AC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10.470" v="5233"/>
          <ac:graphicFrameMkLst>
            <pc:docMk/>
            <pc:sldMk cId="983937699" sldId="888"/>
            <ac:graphicFrameMk id="15" creationId="{B002CB06-8D50-7495-F781-548A492DE0E8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51.937" v="5335" actId="21"/>
          <ac:graphicFrameMkLst>
            <pc:docMk/>
            <pc:sldMk cId="983937699" sldId="888"/>
            <ac:graphicFrameMk id="16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8:15.527" v="5340" actId="478"/>
          <ac:graphicFrameMkLst>
            <pc:docMk/>
            <pc:sldMk cId="983937699" sldId="888"/>
            <ac:graphicFrameMk id="17" creationId="{D33AA7D3-F5B1-C871-22ED-4BAD10D0BCD7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9:41:06.838" v="14546" actId="1035"/>
          <ac:graphicFrameMkLst>
            <pc:docMk/>
            <pc:sldMk cId="983937699" sldId="888"/>
            <ac:graphicFrameMk id="22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8:46.828" v="5387"/>
          <ac:graphicFrameMkLst>
            <pc:docMk/>
            <pc:sldMk cId="983937699" sldId="888"/>
            <ac:graphicFrameMk id="27" creationId="{A2E89714-08AF-AFAF-66D3-5CC33AA803F9}"/>
          </ac:graphicFrameMkLst>
        </pc:graphicFrameChg>
      </pc:sldChg>
      <pc:sldChg chg="addSp modSp new mod">
        <pc:chgData name="이민재" userId="f97f16f7-28a5-49bd-9e05-fb3ef63d7997" providerId="ADAL" clId="{3ED5A500-787E-4022-B4D0-B8B9724C49EA}" dt="2023-06-24T09:28:00.438" v="13883" actId="20577"/>
        <pc:sldMkLst>
          <pc:docMk/>
          <pc:sldMk cId="907145404" sldId="889"/>
        </pc:sldMkLst>
        <pc:spChg chg="mod">
          <ac:chgData name="이민재" userId="f97f16f7-28a5-49bd-9e05-fb3ef63d7997" providerId="ADAL" clId="{3ED5A500-787E-4022-B4D0-B8B9724C49EA}" dt="2023-06-23T17:55:05.071" v="5061"/>
          <ac:spMkLst>
            <pc:docMk/>
            <pc:sldMk cId="907145404" sldId="889"/>
            <ac:spMk id="2" creationId="{D723C3F1-1CDF-B169-814A-55D8D49C7362}"/>
          </ac:spMkLst>
        </pc:spChg>
        <pc:spChg chg="mod">
          <ac:chgData name="이민재" userId="f97f16f7-28a5-49bd-9e05-fb3ef63d7997" providerId="ADAL" clId="{3ED5A500-787E-4022-B4D0-B8B9724C49EA}" dt="2023-06-23T18:16:41.455" v="7715" actId="113"/>
          <ac:spMkLst>
            <pc:docMk/>
            <pc:sldMk cId="907145404" sldId="889"/>
            <ac:spMk id="3" creationId="{3528F8E6-5D2C-D2B4-FD95-6BD8AE46CF67}"/>
          </ac:spMkLst>
        </pc:spChg>
        <pc:spChg chg="add mod">
          <ac:chgData name="이민재" userId="f97f16f7-28a5-49bd-9e05-fb3ef63d7997" providerId="ADAL" clId="{3ED5A500-787E-4022-B4D0-B8B9724C49EA}" dt="2023-06-24T09:28:00.438" v="13883" actId="20577"/>
          <ac:spMkLst>
            <pc:docMk/>
            <pc:sldMk cId="907145404" sldId="889"/>
            <ac:spMk id="5" creationId="{304187F7-9B73-8FA4-28E8-4B8588936B8F}"/>
          </ac:spMkLst>
        </pc:spChg>
      </pc:sldChg>
      <pc:sldChg chg="addSp delSp modSp add mod">
        <pc:chgData name="이민재" userId="f97f16f7-28a5-49bd-9e05-fb3ef63d7997" providerId="ADAL" clId="{3ED5A500-787E-4022-B4D0-B8B9724C49EA}" dt="2023-06-24T09:13:23.542" v="12254" actId="1036"/>
        <pc:sldMkLst>
          <pc:docMk/>
          <pc:sldMk cId="2776996899" sldId="890"/>
        </pc:sldMkLst>
        <pc:spChg chg="mod">
          <ac:chgData name="이민재" userId="f97f16f7-28a5-49bd-9e05-fb3ef63d7997" providerId="ADAL" clId="{3ED5A500-787E-4022-B4D0-B8B9724C49EA}" dt="2023-06-24T08:07:21.223" v="10224" actId="20577"/>
          <ac:spMkLst>
            <pc:docMk/>
            <pc:sldMk cId="2776996899" sldId="890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13:13.753" v="12236" actId="20577"/>
          <ac:spMkLst>
            <pc:docMk/>
            <pc:sldMk cId="2776996899" sldId="890"/>
            <ac:spMk id="3" creationId="{4A557007-6444-B9B9-56FD-915963CB2336}"/>
          </ac:spMkLst>
        </pc:spChg>
        <pc:spChg chg="add del">
          <ac:chgData name="이민재" userId="f97f16f7-28a5-49bd-9e05-fb3ef63d7997" providerId="ADAL" clId="{3ED5A500-787E-4022-B4D0-B8B9724C49EA}" dt="2023-06-24T04:39:49.520" v="8262" actId="478"/>
          <ac:spMkLst>
            <pc:docMk/>
            <pc:sldMk cId="2776996899" sldId="890"/>
            <ac:spMk id="5" creationId="{E2B5A163-317F-7E8C-1B20-BC873C6C8BC2}"/>
          </ac:spMkLst>
        </pc:spChg>
        <pc:spChg chg="add del mod">
          <ac:chgData name="이민재" userId="f97f16f7-28a5-49bd-9e05-fb3ef63d7997" providerId="ADAL" clId="{3ED5A500-787E-4022-B4D0-B8B9724C49EA}" dt="2023-06-24T09:03:38.744" v="11568" actId="478"/>
          <ac:spMkLst>
            <pc:docMk/>
            <pc:sldMk cId="2776996899" sldId="890"/>
            <ac:spMk id="10" creationId="{03435679-7F59-EC5E-FECB-22A7A3EBF96A}"/>
          </ac:spMkLst>
        </pc:spChg>
        <pc:spChg chg="add mod">
          <ac:chgData name="이민재" userId="f97f16f7-28a5-49bd-9e05-fb3ef63d7997" providerId="ADAL" clId="{3ED5A500-787E-4022-B4D0-B8B9724C49EA}" dt="2023-06-24T09:04:25.322" v="11597" actId="1076"/>
          <ac:spMkLst>
            <pc:docMk/>
            <pc:sldMk cId="2776996899" sldId="890"/>
            <ac:spMk id="11" creationId="{213D068D-139F-8FC5-00D4-99B981315891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28" creationId="{F507F8E0-7A3E-5B6A-0E4D-BFD71FBAFB9F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29" creationId="{3ECFEDD0-C61A-C579-6250-983894C9EB99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30" creationId="{7EC0A0E4-A2EA-6C78-5EAD-02FC28F9952A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31" creationId="{4DA4B6D0-06DC-69DD-07F3-96A217DF978D}"/>
          </ac:spMkLst>
        </pc:spChg>
        <pc:graphicFrameChg chg="add mod">
          <ac:chgData name="이민재" userId="f97f16f7-28a5-49bd-9e05-fb3ef63d7997" providerId="ADAL" clId="{3ED5A500-787E-4022-B4D0-B8B9724C49EA}" dt="2023-06-24T09:13:23.542" v="12254" actId="1036"/>
          <ac:graphicFrameMkLst>
            <pc:docMk/>
            <pc:sldMk cId="2776996899" sldId="890"/>
            <ac:graphicFrameMk id="6" creationId="{1E381A3C-DFD8-4096-88A1-ABE57CE88431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4:44:06.971" v="8318" actId="478"/>
          <ac:graphicFrameMkLst>
            <pc:docMk/>
            <pc:sldMk cId="2776996899" sldId="890"/>
            <ac:graphicFrameMk id="7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9:13:23.542" v="12254" actId="1036"/>
          <ac:graphicFrameMkLst>
            <pc:docMk/>
            <pc:sldMk cId="2776996899" sldId="890"/>
            <ac:graphicFrameMk id="8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7:39:59.703" v="8634"/>
          <ac:graphicFrameMkLst>
            <pc:docMk/>
            <pc:sldMk cId="2776996899" sldId="890"/>
            <ac:graphicFrameMk id="9" creationId="{46C1570A-A09D-5E1E-6D52-58DA4771012F}"/>
          </ac:graphicFrameMkLst>
        </pc:graphicFrameChg>
        <pc:graphicFrameChg chg="del">
          <ac:chgData name="이민재" userId="f97f16f7-28a5-49bd-9e05-fb3ef63d7997" providerId="ADAL" clId="{3ED5A500-787E-4022-B4D0-B8B9724C49EA}" dt="2023-06-23T18:09:08.683" v="6255" actId="478"/>
          <ac:graphicFrameMkLst>
            <pc:docMk/>
            <pc:sldMk cId="2776996899" sldId="890"/>
            <ac:graphicFrameMk id="22" creationId="{49D8BF7A-18ED-46C0-A669-DFD3BA44C49E}"/>
          </ac:graphicFrameMkLst>
        </pc:graphicFrameChg>
      </pc:sldChg>
      <pc:sldChg chg="modSp new mod">
        <pc:chgData name="이민재" userId="f97f16f7-28a5-49bd-9e05-fb3ef63d7997" providerId="ADAL" clId="{3ED5A500-787E-4022-B4D0-B8B9724C49EA}" dt="2023-06-24T09:17:29.151" v="12351" actId="20577"/>
        <pc:sldMkLst>
          <pc:docMk/>
          <pc:sldMk cId="3826127224" sldId="891"/>
        </pc:sldMkLst>
        <pc:spChg chg="mod">
          <ac:chgData name="이민재" userId="f97f16f7-28a5-49bd-9e05-fb3ef63d7997" providerId="ADAL" clId="{3ED5A500-787E-4022-B4D0-B8B9724C49EA}" dt="2023-06-24T06:57:31.209" v="8440" actId="20577"/>
          <ac:spMkLst>
            <pc:docMk/>
            <pc:sldMk cId="3826127224" sldId="891"/>
            <ac:spMk id="2" creationId="{4AAE93BA-4D06-751E-F870-71FB77107B3A}"/>
          </ac:spMkLst>
        </pc:spChg>
        <pc:spChg chg="mod">
          <ac:chgData name="이민재" userId="f97f16f7-28a5-49bd-9e05-fb3ef63d7997" providerId="ADAL" clId="{3ED5A500-787E-4022-B4D0-B8B9724C49EA}" dt="2023-06-24T09:17:29.151" v="12351" actId="20577"/>
          <ac:spMkLst>
            <pc:docMk/>
            <pc:sldMk cId="3826127224" sldId="891"/>
            <ac:spMk id="3" creationId="{91AF368D-2BEB-AEC6-04ED-A7E094EA5796}"/>
          </ac:spMkLst>
        </pc:spChg>
      </pc:sldChg>
      <pc:sldChg chg="addSp delSp modSp add mod">
        <pc:chgData name="이민재" userId="f97f16f7-28a5-49bd-9e05-fb3ef63d7997" providerId="ADAL" clId="{3ED5A500-787E-4022-B4D0-B8B9724C49EA}" dt="2023-06-24T09:42:11.390" v="14730" actId="20577"/>
        <pc:sldMkLst>
          <pc:docMk/>
          <pc:sldMk cId="637335169" sldId="892"/>
        </pc:sldMkLst>
        <pc:spChg chg="mod">
          <ac:chgData name="이민재" userId="f97f16f7-28a5-49bd-9e05-fb3ef63d7997" providerId="ADAL" clId="{3ED5A500-787E-4022-B4D0-B8B9724C49EA}" dt="2023-06-24T08:39:49.230" v="10485" actId="20577"/>
          <ac:spMkLst>
            <pc:docMk/>
            <pc:sldMk cId="637335169" sldId="892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42:11.390" v="14730" actId="20577"/>
          <ac:spMkLst>
            <pc:docMk/>
            <pc:sldMk cId="637335169" sldId="892"/>
            <ac:spMk id="3" creationId="{4A557007-6444-B9B9-56FD-915963CB2336}"/>
          </ac:spMkLst>
        </pc:spChg>
        <pc:spChg chg="add mod">
          <ac:chgData name="이민재" userId="f97f16f7-28a5-49bd-9e05-fb3ef63d7997" providerId="ADAL" clId="{3ED5A500-787E-4022-B4D0-B8B9724C49EA}" dt="2023-06-24T09:41:38.193" v="14568" actId="1036"/>
          <ac:spMkLst>
            <pc:docMk/>
            <pc:sldMk cId="637335169" sldId="892"/>
            <ac:spMk id="11" creationId="{6730759A-7DD4-252F-C00D-3A45B7ADC96E}"/>
          </ac:spMkLst>
        </pc:spChg>
        <pc:spChg chg="add mod">
          <ac:chgData name="이민재" userId="f97f16f7-28a5-49bd-9e05-fb3ef63d7997" providerId="ADAL" clId="{3ED5A500-787E-4022-B4D0-B8B9724C49EA}" dt="2023-06-24T09:41:38.193" v="14568" actId="1036"/>
          <ac:spMkLst>
            <pc:docMk/>
            <pc:sldMk cId="637335169" sldId="892"/>
            <ac:spMk id="12" creationId="{CE4FB8B6-F3D8-3D2E-ACA9-2AE6C58108EB}"/>
          </ac:spMkLst>
        </pc:spChg>
        <pc:graphicFrameChg chg="add del mod">
          <ac:chgData name="이민재" userId="f97f16f7-28a5-49bd-9e05-fb3ef63d7997" providerId="ADAL" clId="{3ED5A500-787E-4022-B4D0-B8B9724C49EA}" dt="2023-06-24T08:45:39.055" v="10491" actId="478"/>
          <ac:graphicFrameMkLst>
            <pc:docMk/>
            <pc:sldMk cId="637335169" sldId="892"/>
            <ac:graphicFrameMk id="5" creationId="{F7A370ED-A1EA-42FC-9450-47185138DEE8}"/>
          </ac:graphicFrameMkLst>
        </pc:graphicFrameChg>
        <pc:graphicFrameChg chg="del">
          <ac:chgData name="이민재" userId="f97f16f7-28a5-49bd-9e05-fb3ef63d7997" providerId="ADAL" clId="{3ED5A500-787E-4022-B4D0-B8B9724C49EA}" dt="2023-06-24T07:17:26.863" v="8631" actId="478"/>
          <ac:graphicFrameMkLst>
            <pc:docMk/>
            <pc:sldMk cId="637335169" sldId="892"/>
            <ac:graphicFrameMk id="6" creationId="{1E381A3C-DFD8-4096-88A1-ABE57CE88431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9:38:00.139" v="14142" actId="478"/>
          <ac:graphicFrameMkLst>
            <pc:docMk/>
            <pc:sldMk cId="637335169" sldId="892"/>
            <ac:graphicFrameMk id="7" creationId="{8E1D7487-7AE4-ADDC-521F-E5156E058E3E}"/>
          </ac:graphicFrameMkLst>
        </pc:graphicFrameChg>
        <pc:graphicFrameChg chg="del">
          <ac:chgData name="이민재" userId="f97f16f7-28a5-49bd-9e05-fb3ef63d7997" providerId="ADAL" clId="{3ED5A500-787E-4022-B4D0-B8B9724C49EA}" dt="2023-06-24T07:17:28.901" v="8632" actId="478"/>
          <ac:graphicFrameMkLst>
            <pc:docMk/>
            <pc:sldMk cId="637335169" sldId="892"/>
            <ac:graphicFrameMk id="8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9:41:38.193" v="14568" actId="1036"/>
          <ac:graphicFrameMkLst>
            <pc:docMk/>
            <pc:sldMk cId="637335169" sldId="892"/>
            <ac:graphicFrameMk id="9" creationId="{E554AD14-A0BE-4269-A8AB-9BABF880F1F3}"/>
          </ac:graphicFrameMkLst>
        </pc:graphicFrameChg>
        <pc:graphicFrameChg chg="add mod">
          <ac:chgData name="이민재" userId="f97f16f7-28a5-49bd-9e05-fb3ef63d7997" providerId="ADAL" clId="{3ED5A500-787E-4022-B4D0-B8B9724C49EA}" dt="2023-06-24T09:41:38.193" v="14568" actId="1036"/>
          <ac:graphicFrameMkLst>
            <pc:docMk/>
            <pc:sldMk cId="637335169" sldId="892"/>
            <ac:graphicFrameMk id="10" creationId="{1E9EF506-22B0-4066-BD5D-DA8F7BFBA8AD}"/>
          </ac:graphicFrameMkLst>
        </pc:graphicFrameChg>
      </pc:sldChg>
      <pc:sldChg chg="new">
        <pc:chgData name="이민재" userId="f97f16f7-28a5-49bd-9e05-fb3ef63d7997" providerId="ADAL" clId="{3ED5A500-787E-4022-B4D0-B8B9724C49EA}" dt="2023-06-24T08:01:02.565" v="10015" actId="680"/>
        <pc:sldMkLst>
          <pc:docMk/>
          <pc:sldMk cId="2552414053" sldId="893"/>
        </pc:sldMkLst>
      </pc:sldChg>
    </pc:docChg>
  </pc:docChgLst>
  <pc:docChgLst>
    <pc:chgData name="이민재" userId="f97f16f7-28a5-49bd-9e05-fb3ef63d7997" providerId="ADAL" clId="{6EC37007-2B00-4947-9739-0E2CF47FCFD6}"/>
    <pc:docChg chg="undo custSel addSld delSld modSld">
      <pc:chgData name="이민재" userId="f97f16f7-28a5-49bd-9e05-fb3ef63d7997" providerId="ADAL" clId="{6EC37007-2B00-4947-9739-0E2CF47FCFD6}" dt="2023-02-07T14:24:54.011" v="405" actId="20577"/>
      <pc:docMkLst>
        <pc:docMk/>
      </pc:docMkLst>
      <pc:sldChg chg="addSp delSp modSp mod">
        <pc:chgData name="이민재" userId="f97f16f7-28a5-49bd-9e05-fb3ef63d7997" providerId="ADAL" clId="{6EC37007-2B00-4947-9739-0E2CF47FCFD6}" dt="2023-02-07T14:10:11.018" v="216" actId="1076"/>
        <pc:sldMkLst>
          <pc:docMk/>
          <pc:sldMk cId="415217203" sldId="750"/>
        </pc:sldMkLst>
        <pc:spChg chg="add mod">
          <ac:chgData name="이민재" userId="f97f16f7-28a5-49bd-9e05-fb3ef63d7997" providerId="ADAL" clId="{6EC37007-2B00-4947-9739-0E2CF47FCFD6}" dt="2023-02-07T14:10:11.018" v="216" actId="1076"/>
          <ac:spMkLst>
            <pc:docMk/>
            <pc:sldMk cId="415217203" sldId="750"/>
            <ac:spMk id="5" creationId="{DFA72798-F691-14DC-EA14-980AA3C32332}"/>
          </ac:spMkLst>
        </pc:spChg>
        <pc:spChg chg="del">
          <ac:chgData name="이민재" userId="f97f16f7-28a5-49bd-9e05-fb3ef63d7997" providerId="ADAL" clId="{6EC37007-2B00-4947-9739-0E2CF47FCFD6}" dt="2023-02-07T14:09:56.982" v="212" actId="478"/>
          <ac:spMkLst>
            <pc:docMk/>
            <pc:sldMk cId="415217203" sldId="750"/>
            <ac:spMk id="73" creationId="{9222E12C-001A-2192-C434-59D3182ED87D}"/>
          </ac:spMkLst>
        </pc:spChg>
      </pc:sldChg>
      <pc:sldChg chg="delSp modSp mod">
        <pc:chgData name="이민재" userId="f97f16f7-28a5-49bd-9e05-fb3ef63d7997" providerId="ADAL" clId="{6EC37007-2B00-4947-9739-0E2CF47FCFD6}" dt="2023-02-07T14:24:54.011" v="405" actId="20577"/>
        <pc:sldMkLst>
          <pc:docMk/>
          <pc:sldMk cId="3918070944" sldId="752"/>
        </pc:sldMkLst>
        <pc:spChg chg="mod">
          <ac:chgData name="이민재" userId="f97f16f7-28a5-49bd-9e05-fb3ef63d7997" providerId="ADAL" clId="{6EC37007-2B00-4947-9739-0E2CF47FCFD6}" dt="2023-02-07T13:59:10.046" v="10" actId="20577"/>
          <ac:spMkLst>
            <pc:docMk/>
            <pc:sldMk cId="3918070944" sldId="752"/>
            <ac:spMk id="2" creationId="{503E44F9-1B37-51D2-7B53-8A266EE4A404}"/>
          </ac:spMkLst>
        </pc:spChg>
        <pc:spChg chg="mod">
          <ac:chgData name="이민재" userId="f97f16f7-28a5-49bd-9e05-fb3ef63d7997" providerId="ADAL" clId="{6EC37007-2B00-4947-9739-0E2CF47FCFD6}" dt="2023-02-07T14:24:54.011" v="405" actId="20577"/>
          <ac:spMkLst>
            <pc:docMk/>
            <pc:sldMk cId="3918070944" sldId="752"/>
            <ac:spMk id="3" creationId="{25B65D38-C6AB-98C3-EE6F-9D58B28D53E5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5" creationId="{D354BD38-ED85-9AB4-755F-960645FA955F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8" creationId="{22B6C071-C310-B4C5-C587-BB4B73322597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9" creationId="{9D291F88-ED5C-4AA7-6C8A-F15F59B2F4A1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11" creationId="{03D9F0C2-00A5-5408-9027-51AFA5459023}"/>
          </ac:spMkLst>
        </pc:spChg>
        <pc:graphicFrameChg chg="del">
          <ac:chgData name="이민재" userId="f97f16f7-28a5-49bd-9e05-fb3ef63d7997" providerId="ADAL" clId="{6EC37007-2B00-4947-9739-0E2CF47FCFD6}" dt="2023-02-07T14:24:49.410" v="393" actId="478"/>
          <ac:graphicFrameMkLst>
            <pc:docMk/>
            <pc:sldMk cId="3918070944" sldId="752"/>
            <ac:graphicFrameMk id="6" creationId="{29F4C031-869F-5852-A194-5D490CEDB36D}"/>
          </ac:graphicFrameMkLst>
        </pc:graphicFrameChg>
        <pc:graphicFrameChg chg="del">
          <ac:chgData name="이민재" userId="f97f16f7-28a5-49bd-9e05-fb3ef63d7997" providerId="ADAL" clId="{6EC37007-2B00-4947-9739-0E2CF47FCFD6}" dt="2023-02-07T14:24:49.410" v="393" actId="478"/>
          <ac:graphicFrameMkLst>
            <pc:docMk/>
            <pc:sldMk cId="3918070944" sldId="752"/>
            <ac:graphicFrameMk id="7" creationId="{F7B69E93-B18F-F3F0-410E-13A5AE5FB006}"/>
          </ac:graphicFrameMkLst>
        </pc:graphicFrameChg>
      </pc:sldChg>
      <pc:sldChg chg="add del">
        <pc:chgData name="이민재" userId="f97f16f7-28a5-49bd-9e05-fb3ef63d7997" providerId="ADAL" clId="{6EC37007-2B00-4947-9739-0E2CF47FCFD6}" dt="2023-02-07T13:59:22.585" v="12" actId="47"/>
        <pc:sldMkLst>
          <pc:docMk/>
          <pc:sldMk cId="2568391732" sldId="753"/>
        </pc:sldMkLst>
      </pc:sldChg>
      <pc:sldChg chg="modSp mod">
        <pc:chgData name="이민재" userId="f97f16f7-28a5-49bd-9e05-fb3ef63d7997" providerId="ADAL" clId="{6EC37007-2B00-4947-9739-0E2CF47FCFD6}" dt="2023-02-07T14:09:43.955" v="211" actId="15"/>
        <pc:sldMkLst>
          <pc:docMk/>
          <pc:sldMk cId="1655910872" sldId="755"/>
        </pc:sldMkLst>
        <pc:spChg chg="mod">
          <ac:chgData name="이민재" userId="f97f16f7-28a5-49bd-9e05-fb3ef63d7997" providerId="ADAL" clId="{6EC37007-2B00-4947-9739-0E2CF47FCFD6}" dt="2023-02-07T14:09:43.955" v="211" actId="15"/>
          <ac:spMkLst>
            <pc:docMk/>
            <pc:sldMk cId="1655910872" sldId="755"/>
            <ac:spMk id="3" creationId="{835A6E05-8D7F-49D0-B580-39C0CD091E83}"/>
          </ac:spMkLst>
        </pc:spChg>
      </pc:sldChg>
      <pc:sldChg chg="addSp modSp mod">
        <pc:chgData name="이민재" userId="f97f16f7-28a5-49bd-9e05-fb3ef63d7997" providerId="ADAL" clId="{6EC37007-2B00-4947-9739-0E2CF47FCFD6}" dt="2023-02-07T14:24:05.668" v="392" actId="20577"/>
        <pc:sldMkLst>
          <pc:docMk/>
          <pc:sldMk cId="863774203" sldId="756"/>
        </pc:sldMkLst>
        <pc:spChg chg="add mod">
          <ac:chgData name="이민재" userId="f97f16f7-28a5-49bd-9e05-fb3ef63d7997" providerId="ADAL" clId="{6EC37007-2B00-4947-9739-0E2CF47FCFD6}" dt="2023-02-07T14:24:05.668" v="392" actId="20577"/>
          <ac:spMkLst>
            <pc:docMk/>
            <pc:sldMk cId="863774203" sldId="756"/>
            <ac:spMk id="2" creationId="{A3236975-39B4-4F4F-B1D0-1213D5035667}"/>
          </ac:spMkLst>
        </pc:spChg>
        <pc:spChg chg="mod">
          <ac:chgData name="이민재" userId="f97f16f7-28a5-49bd-9e05-fb3ef63d7997" providerId="ADAL" clId="{6EC37007-2B00-4947-9739-0E2CF47FCFD6}" dt="2023-02-07T14:10:53.550" v="229" actId="20577"/>
          <ac:spMkLst>
            <pc:docMk/>
            <pc:sldMk cId="863774203" sldId="756"/>
            <ac:spMk id="73" creationId="{9222E12C-001A-2192-C434-59D3182ED87D}"/>
          </ac:spMkLst>
        </pc:spChg>
      </pc:sldChg>
    </pc:docChg>
  </pc:docChgLst>
  <pc:docChgLst>
    <pc:chgData name="이민재" userId="f97f16f7-28a5-49bd-9e05-fb3ef63d7997" providerId="ADAL" clId="{9BD091B5-BB1A-44A0-8AB3-204ECA7231B1}"/>
    <pc:docChg chg="undo redo custSel addSld delSld modSld modSection">
      <pc:chgData name="이민재" userId="f97f16f7-28a5-49bd-9e05-fb3ef63d7997" providerId="ADAL" clId="{9BD091B5-BB1A-44A0-8AB3-204ECA7231B1}" dt="2023-08-01T00:33:11.747" v="15736" actId="478"/>
      <pc:docMkLst>
        <pc:docMk/>
      </pc:docMkLst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2084479822" sldId="799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267339472" sldId="800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441648119" sldId="801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443629362" sldId="802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472417276" sldId="803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235033093" sldId="804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179715184" sldId="805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319697763" sldId="806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2292085917" sldId="807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486037824" sldId="808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558766225" sldId="809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829761724" sldId="810"/>
        </pc:sldMkLst>
      </pc:sldChg>
      <pc:sldChg chg="del">
        <pc:chgData name="이민재" userId="f97f16f7-28a5-49bd-9e05-fb3ef63d7997" providerId="ADAL" clId="{9BD091B5-BB1A-44A0-8AB3-204ECA7231B1}" dt="2023-07-28T13:10:25.932" v="7" actId="47"/>
        <pc:sldMkLst>
          <pc:docMk/>
          <pc:sldMk cId="1396004035" sldId="811"/>
        </pc:sldMkLst>
      </pc:sldChg>
      <pc:sldChg chg="del">
        <pc:chgData name="이민재" userId="f97f16f7-28a5-49bd-9e05-fb3ef63d7997" providerId="ADAL" clId="{9BD091B5-BB1A-44A0-8AB3-204ECA7231B1}" dt="2023-07-28T13:11:06.365" v="11" actId="47"/>
        <pc:sldMkLst>
          <pc:docMk/>
          <pc:sldMk cId="3160199471" sldId="812"/>
        </pc:sldMkLst>
      </pc:sldChg>
      <pc:sldChg chg="del">
        <pc:chgData name="이민재" userId="f97f16f7-28a5-49bd-9e05-fb3ef63d7997" providerId="ADAL" clId="{9BD091B5-BB1A-44A0-8AB3-204ECA7231B1}" dt="2023-07-28T13:10:24.427" v="6" actId="47"/>
        <pc:sldMkLst>
          <pc:docMk/>
          <pc:sldMk cId="1773221095" sldId="813"/>
        </pc:sldMkLst>
      </pc:sldChg>
      <pc:sldChg chg="del">
        <pc:chgData name="이민재" userId="f97f16f7-28a5-49bd-9e05-fb3ef63d7997" providerId="ADAL" clId="{9BD091B5-BB1A-44A0-8AB3-204ECA7231B1}" dt="2023-07-28T13:11:07.207" v="12" actId="47"/>
        <pc:sldMkLst>
          <pc:docMk/>
          <pc:sldMk cId="1187321371" sldId="814"/>
        </pc:sldMkLst>
      </pc:sldChg>
      <pc:sldChg chg="del">
        <pc:chgData name="이민재" userId="f97f16f7-28a5-49bd-9e05-fb3ef63d7997" providerId="ADAL" clId="{9BD091B5-BB1A-44A0-8AB3-204ECA7231B1}" dt="2023-07-28T13:11:08.957" v="13" actId="47"/>
        <pc:sldMkLst>
          <pc:docMk/>
          <pc:sldMk cId="591039077" sldId="815"/>
        </pc:sldMkLst>
      </pc:sldChg>
      <pc:sldChg chg="del">
        <pc:chgData name="이민재" userId="f97f16f7-28a5-49bd-9e05-fb3ef63d7997" providerId="ADAL" clId="{9BD091B5-BB1A-44A0-8AB3-204ECA7231B1}" dt="2023-07-28T13:10:36.087" v="8" actId="47"/>
        <pc:sldMkLst>
          <pc:docMk/>
          <pc:sldMk cId="3737120460" sldId="816"/>
        </pc:sldMkLst>
      </pc:sldChg>
      <pc:sldChg chg="del">
        <pc:chgData name="이민재" userId="f97f16f7-28a5-49bd-9e05-fb3ef63d7997" providerId="ADAL" clId="{9BD091B5-BB1A-44A0-8AB3-204ECA7231B1}" dt="2023-07-28T13:11:09.543" v="14" actId="47"/>
        <pc:sldMkLst>
          <pc:docMk/>
          <pc:sldMk cId="455310698" sldId="817"/>
        </pc:sldMkLst>
      </pc:sldChg>
      <pc:sldChg chg="del">
        <pc:chgData name="이민재" userId="f97f16f7-28a5-49bd-9e05-fb3ef63d7997" providerId="ADAL" clId="{9BD091B5-BB1A-44A0-8AB3-204ECA7231B1}" dt="2023-07-28T13:11:17.236" v="16" actId="47"/>
        <pc:sldMkLst>
          <pc:docMk/>
          <pc:sldMk cId="4261266513" sldId="818"/>
        </pc:sldMkLst>
      </pc:sldChg>
      <pc:sldChg chg="del">
        <pc:chgData name="이민재" userId="f97f16f7-28a5-49bd-9e05-fb3ef63d7997" providerId="ADAL" clId="{9BD091B5-BB1A-44A0-8AB3-204ECA7231B1}" dt="2023-07-28T13:10:42.936" v="9" actId="47"/>
        <pc:sldMkLst>
          <pc:docMk/>
          <pc:sldMk cId="1838065844" sldId="819"/>
        </pc:sldMkLst>
      </pc:sldChg>
      <pc:sldChg chg="del">
        <pc:chgData name="이민재" userId="f97f16f7-28a5-49bd-9e05-fb3ef63d7997" providerId="ADAL" clId="{9BD091B5-BB1A-44A0-8AB3-204ECA7231B1}" dt="2023-07-31T18:14:59.328" v="11472" actId="47"/>
        <pc:sldMkLst>
          <pc:docMk/>
          <pc:sldMk cId="1784210782" sldId="824"/>
        </pc:sldMkLst>
      </pc:sldChg>
      <pc:sldChg chg="del">
        <pc:chgData name="이민재" userId="f97f16f7-28a5-49bd-9e05-fb3ef63d7997" providerId="ADAL" clId="{9BD091B5-BB1A-44A0-8AB3-204ECA7231B1}" dt="2023-07-31T18:14:59.703" v="11473" actId="47"/>
        <pc:sldMkLst>
          <pc:docMk/>
          <pc:sldMk cId="2693545210" sldId="825"/>
        </pc:sldMkLst>
      </pc:sldChg>
      <pc:sldChg chg="del">
        <pc:chgData name="이민재" userId="f97f16f7-28a5-49bd-9e05-fb3ef63d7997" providerId="ADAL" clId="{9BD091B5-BB1A-44A0-8AB3-204ECA7231B1}" dt="2023-07-28T13:11:04.124" v="10" actId="47"/>
        <pc:sldMkLst>
          <pc:docMk/>
          <pc:sldMk cId="3986583389" sldId="826"/>
        </pc:sldMkLst>
      </pc:sldChg>
      <pc:sldChg chg="del">
        <pc:chgData name="이민재" userId="f97f16f7-28a5-49bd-9e05-fb3ef63d7997" providerId="ADAL" clId="{9BD091B5-BB1A-44A0-8AB3-204ECA7231B1}" dt="2023-07-28T13:10:13.290" v="3" actId="47"/>
        <pc:sldMkLst>
          <pc:docMk/>
          <pc:sldMk cId="2983291203" sldId="827"/>
        </pc:sldMkLst>
      </pc:sldChg>
      <pc:sldChg chg="del">
        <pc:chgData name="이민재" userId="f97f16f7-28a5-49bd-9e05-fb3ef63d7997" providerId="ADAL" clId="{9BD091B5-BB1A-44A0-8AB3-204ECA7231B1}" dt="2023-07-28T13:11:18.162" v="17" actId="47"/>
        <pc:sldMkLst>
          <pc:docMk/>
          <pc:sldMk cId="3935390258" sldId="828"/>
        </pc:sldMkLst>
      </pc:sldChg>
      <pc:sldChg chg="del">
        <pc:chgData name="이민재" userId="f97f16f7-28a5-49bd-9e05-fb3ef63d7997" providerId="ADAL" clId="{9BD091B5-BB1A-44A0-8AB3-204ECA7231B1}" dt="2023-07-28T13:10:23.182" v="5" actId="47"/>
        <pc:sldMkLst>
          <pc:docMk/>
          <pc:sldMk cId="2712862946" sldId="830"/>
        </pc:sldMkLst>
      </pc:sldChg>
      <pc:sldChg chg="del">
        <pc:chgData name="이민재" userId="f97f16f7-28a5-49bd-9e05-fb3ef63d7997" providerId="ADAL" clId="{9BD091B5-BB1A-44A0-8AB3-204ECA7231B1}" dt="2023-07-28T13:11:24.264" v="19" actId="47"/>
        <pc:sldMkLst>
          <pc:docMk/>
          <pc:sldMk cId="3558174836" sldId="831"/>
        </pc:sldMkLst>
      </pc:sldChg>
      <pc:sldChg chg="del">
        <pc:chgData name="이민재" userId="f97f16f7-28a5-49bd-9e05-fb3ef63d7997" providerId="ADAL" clId="{9BD091B5-BB1A-44A0-8AB3-204ECA7231B1}" dt="2023-07-28T13:10:08.936" v="2" actId="47"/>
        <pc:sldMkLst>
          <pc:docMk/>
          <pc:sldMk cId="2400723634" sldId="832"/>
        </pc:sldMkLst>
      </pc:sldChg>
      <pc:sldChg chg="del">
        <pc:chgData name="이민재" userId="f97f16f7-28a5-49bd-9e05-fb3ef63d7997" providerId="ADAL" clId="{9BD091B5-BB1A-44A0-8AB3-204ECA7231B1}" dt="2023-07-28T13:09:33.530" v="1" actId="47"/>
        <pc:sldMkLst>
          <pc:docMk/>
          <pc:sldMk cId="2253396052" sldId="833"/>
        </pc:sldMkLst>
      </pc:sldChg>
      <pc:sldChg chg="del">
        <pc:chgData name="이민재" userId="f97f16f7-28a5-49bd-9e05-fb3ef63d7997" providerId="ADAL" clId="{9BD091B5-BB1A-44A0-8AB3-204ECA7231B1}" dt="2023-07-28T13:11:22.239" v="18" actId="47"/>
        <pc:sldMkLst>
          <pc:docMk/>
          <pc:sldMk cId="3704339697" sldId="834"/>
        </pc:sldMkLst>
      </pc:sldChg>
      <pc:sldChg chg="addSp delSp modSp del mod">
        <pc:chgData name="이민재" userId="f97f16f7-28a5-49bd-9e05-fb3ef63d7997" providerId="ADAL" clId="{9BD091B5-BB1A-44A0-8AB3-204ECA7231B1}" dt="2023-07-31T18:14:57.151" v="11471" actId="47"/>
        <pc:sldMkLst>
          <pc:docMk/>
          <pc:sldMk cId="2913153678" sldId="835"/>
        </pc:sldMkLst>
        <pc:spChg chg="del">
          <ac:chgData name="이민재" userId="f97f16f7-28a5-49bd-9e05-fb3ef63d7997" providerId="ADAL" clId="{9BD091B5-BB1A-44A0-8AB3-204ECA7231B1}" dt="2023-07-28T16:20:07.381" v="1749" actId="478"/>
          <ac:spMkLst>
            <pc:docMk/>
            <pc:sldMk cId="2913153678" sldId="835"/>
            <ac:spMk id="2" creationId="{79538F64-5CD1-588E-67EF-F69D616D2F60}"/>
          </ac:spMkLst>
        </pc:spChg>
        <pc:spChg chg="del">
          <ac:chgData name="이민재" userId="f97f16f7-28a5-49bd-9e05-fb3ef63d7997" providerId="ADAL" clId="{9BD091B5-BB1A-44A0-8AB3-204ECA7231B1}" dt="2023-07-28T16:20:08.572" v="1750" actId="478"/>
          <ac:spMkLst>
            <pc:docMk/>
            <pc:sldMk cId="2913153678" sldId="835"/>
            <ac:spMk id="3" creationId="{73D2A215-B96D-E5C8-2AB0-4FC8C041B4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" creationId="{F92E0D45-502B-E468-0D6C-755BD5C38BA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" creationId="{E2C1EEBF-A93F-BBAF-1FBF-FFBB2CF265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" creationId="{7E1A3757-CC4F-3FB1-EEBC-8B0E3B1D138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" creationId="{0BE4B736-0559-75AB-B957-F663BFFB8B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" creationId="{5EDB296A-4360-F7C1-B99C-77E849C7801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6" creationId="{38559F52-1D26-A023-A7CA-8BA6BBAC03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7" creationId="{5C51A977-5A13-32D4-D86B-FD7DC51DB16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" creationId="{90DFDF1D-AB84-D290-39C1-3C270658818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" creationId="{87863629-03D0-01A8-D7D1-CEE0E15AC87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0" creationId="{992638E3-C560-63F1-E9EF-5EBB8E2A5B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" creationId="{F3769031-4008-C4CD-76E2-CBBDF763AAD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" creationId="{A2ED4EEB-FBAA-7A91-2A92-8B4007C39B7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6" creationId="{93BD4B5A-B68C-41EE-0EBF-9ABC859E084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" creationId="{E2040F6C-BDCF-FF4B-D6BC-ED141C1F497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0" creationId="{EE80A6E0-9B75-5007-4699-67A70606669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1" creationId="{AE9D63F0-B1CB-3C97-6FB7-95EC067A00A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3" creationId="{6B3BB85A-915C-1003-BE8B-9107AC61584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4" creationId="{419F4CA4-C7C1-F271-C32E-76604D4B330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5" creationId="{D988F936-A6EB-5A15-E089-0BA53E870CF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7" creationId="{6D85695B-78B0-037D-BEBD-576D2AB0BE2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8" creationId="{086EF92D-E57E-6426-9C77-BF1C166159B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9" creationId="{EA072A8C-9C7A-DB40-0E31-B04D6C2412B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0" creationId="{EE254C83-3223-7E49-A6BB-C209289960C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1" creationId="{9AA58588-DE88-5DE4-D391-550CF93262C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2" creationId="{82ED68C1-00FB-B0E6-88F6-1D28460567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3" creationId="{CE0E5F09-66C8-957B-4C96-B75E736FAC0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4" creationId="{C29DCB7F-CD3C-35C3-CE2B-61EA4C787EB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5" creationId="{78E175AE-3354-E0C3-6D0A-4A13797FB83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6" creationId="{D9487AE4-26E5-EE1B-32D3-D290D264AEB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7" creationId="{D5C44D36-4EDD-E0F3-70CA-7EE6B04B083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8" creationId="{FE46AAFF-701F-5D7D-2825-D44132453E5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9" creationId="{0CE3742B-4680-136A-D6AB-1B0D9840B8E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0" creationId="{2A5FCAE2-91B5-883C-C529-6B75846958D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1" creationId="{6E533C1C-538B-F8D7-124D-3E19DA512F2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2" creationId="{483943BD-8EBB-B85A-01F6-581DF18B991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3" creationId="{BBF6DF58-5F89-32B2-3BEA-599DC492640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6" creationId="{4130C492-684D-5C79-81C7-42B321CF84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7" creationId="{C37D835D-7293-0F17-8472-93FD1BBF68B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8" creationId="{0C8019BB-F70F-BDB3-25B5-14E825F2BDD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0" creationId="{A8E7424D-F454-BAF4-22CE-E5C97D0A178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2" creationId="{6F40B8D2-9D10-048A-4C75-AC41F4C409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3" creationId="{AC240D5B-639E-22E7-0100-042A724C115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5" creationId="{855936AB-25BD-FD8F-00CF-533983E1208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86" creationId="{7A56C3DD-DE8B-24E2-32D9-93F9957C78E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1" creationId="{0181EECF-7094-569A-E67B-4764BB5BD0B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2" creationId="{1DEDF611-DFDD-3D1D-D964-CC6DDE45403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3" creationId="{4CDF413D-DD97-9E1F-ABFF-782F0B9C5BE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4" creationId="{A5ADF4B5-D794-825D-958F-F1B17528040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9" creationId="{8780B2B3-BF46-C075-90F6-C4A63DD1F08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4" creationId="{C5706639-6A5B-F7EC-3FC2-E4C2F2F6772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5" creationId="{E59B4283-BF6B-67E3-4C39-0797606F7EE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6" creationId="{069241CC-32A5-525F-0D07-9272C399927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7" creationId="{001CCBAD-B8BD-5D05-6C2A-8F9D36F46B0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12" creationId="{C72790F9-BF94-2923-8834-356BF828AC3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0" creationId="{341EC5E4-4C15-F3F9-8968-7919597CF3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2" creationId="{8E0FC93B-182E-4AD7-24AD-63141AB907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3" creationId="{7AB256B1-38B7-8DB0-CC0D-4B99BC0F909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4" creationId="{38E21CE3-BC7D-ED51-CF46-7996382A510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5" creationId="{4069D655-D3A4-DF63-5EB6-9DDF5899319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6" creationId="{108AF1EE-6B8C-0414-2603-AA8C5F4521C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7" creationId="{89114AB3-DD44-FAB9-6438-81D54159791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8" creationId="{D9129330-8695-59B4-3C3B-FF7E19F2DB4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9" creationId="{819124C0-1624-AF9A-8DE4-632DCF0AE6E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0" creationId="{56B3FC9C-E0DD-1673-9C48-2F4A8BE02A1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1" creationId="{1F2D4323-BE80-75AD-AE47-FD66FEA2F40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2" creationId="{7E79EBEC-4D09-958E-C816-5D4CC3F0571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3" creationId="{0CDA9606-EA35-C402-BDE9-4BAD5CE78A5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4" creationId="{3B6F1284-5DE0-AE11-1209-D535AEA79A3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5" creationId="{4D1D6863-EC75-72B5-0992-B220C201E14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6" creationId="{3F947737-8C79-0E2F-044A-9000EE3DF8C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7" creationId="{91E22EAB-D7A4-B30A-C4BB-B4630B6850C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8" creationId="{8F31A50A-3445-61A9-DE6F-C61EAB72545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9" creationId="{44A7E2C3-B757-8D5C-080E-7C6CFF4025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0" creationId="{CF3ED255-6098-D1B0-84B2-9F21C1B0532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1" creationId="{CEC89CDF-1CB2-B336-A2CA-6F38D0A63C2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2" creationId="{EE5F2C6D-58B8-3E23-4B6C-8FE59B22AD6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3" creationId="{91DA6B37-6AD0-48A0-44E1-AD1849B1A44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4" creationId="{289C3760-CCAF-34AC-30D0-E3F52C2FB4E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6" creationId="{68E4AD43-0EE5-2144-2B67-D30C00F6939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7" creationId="{62AE1788-C2BC-D910-CEBA-F4ACD7ABF95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9" creationId="{02D5A455-ADDD-8515-D956-3760A62694D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0" creationId="{14F0394C-55A2-C787-ACD1-45C20B0A5E7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3" creationId="{8EFDE84C-AF12-FF2B-298A-17F644525F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4" creationId="{1A22CE11-88F1-74E5-624E-590599FEBBF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6" creationId="{885C8370-8BDC-6321-7348-FE043252E3F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7" creationId="{BE95F371-AD07-038C-5395-DA62CBBFF36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8" creationId="{D78D4099-31EA-8212-3DF3-1E36C272653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9" creationId="{0E98E6CC-EEBF-86DD-C2CE-98EF2FA7628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60" creationId="{41EF8EDD-D02D-CB94-34A4-FEFB3663719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1" creationId="{010623F6-29EC-1931-071F-4E08D3C073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2" creationId="{67BDFFC7-58D1-8B71-80E3-F82A760DC1F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3" creationId="{C3552FC9-4DFE-10C6-06FD-AAC63CB1476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4" creationId="{7AB7E435-1235-9643-6B16-378C53306CF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5" creationId="{106318E6-EC2F-2B8F-0CBC-75E127F67DA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6" creationId="{BA414E0D-3278-2B45-8ACF-2E3B1FC0998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7" creationId="{18756760-507E-9BE4-0922-DAA2D72919D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8" creationId="{354C6C4E-615A-5417-2789-54F3D4AC552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9" creationId="{4A8DFEBC-4D00-FE8F-C0D9-5110209F174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0" creationId="{24D3595D-ADCF-F350-3B44-02FF8AD28C8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1" creationId="{22599D48-323A-83CC-223F-DFDD6332BFC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2" creationId="{FA41DD0C-0E6A-3D16-2706-A315C632AD6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3" creationId="{3D199EFF-26A3-659F-B840-2E0A60462D4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4" creationId="{08760951-0F6A-79A0-CB29-D2D3201582A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5" creationId="{07E9CDC3-D3D4-8517-6CF0-28A6F567F21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6" creationId="{6999BFD1-FDC7-ED66-47DF-7ABAF1B28D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7" creationId="{5B7CADF6-D572-EDE0-3B9A-871812E970B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8" creationId="{B6052059-6011-B886-B2DD-FB3ABE8006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04" creationId="{D9373AB3-2DF4-1D45-E7D4-A485420D0D5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3" creationId="{602C19CC-24F9-3BDF-870D-0253BDE960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4" creationId="{0544F7A9-8CBC-DEDF-53DE-9B88331DD1F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5" creationId="{F4F28E46-DA65-E4B6-BB93-91AD0AA9F61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0" creationId="{E0A87F86-CEB6-FFAE-6C38-0FD876E313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1" creationId="{00EAF001-FD07-9694-C5BF-02FF0D6D93E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2" creationId="{245EF9F0-2157-6C38-9279-0091E9725D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3" creationId="{6CCDD6F2-1703-7DAD-27FB-4EF49656404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4" creationId="{E70BFE93-6D2F-29C8-DD61-F4F51C82EF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5" creationId="{42123794-14D1-9182-E1B8-3476390CD74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6" creationId="{9F8913E8-A137-9CAD-A4F6-9E319BCC56C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7" creationId="{772B9C0C-E2CE-72AE-E940-1AF6BF521F7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8" creationId="{A9713855-72D2-E04A-2286-D584807CCE8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9" creationId="{03000585-1F9A-55FF-43D7-15385E2117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0" creationId="{54F2241D-B32B-D236-B8EA-4BC350293C1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1" creationId="{7F5F8129-03D5-BBB5-A773-AD262420C22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2" creationId="{C74A6FC6-1A90-9801-2A73-E30858E6A47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3" creationId="{9C874542-7642-EFF6-6A7C-1D3F75CE59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4" creationId="{A53759A2-8488-DC01-3A89-F579ABB818A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5" creationId="{462EFE98-185D-381C-7F5A-3383ED1C410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0" creationId="{7B84F2DF-6D65-6864-E686-5D908BC85E0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1" creationId="{289BBEAC-48B9-FAA4-77D5-99A9DB3D87E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2" creationId="{9ECD9A3C-B0E4-E0D4-1C40-80002A0AA79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3" creationId="{BA1604C3-C13A-FFC2-F4AF-24D737E70ED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4" creationId="{70AE2AF6-B54F-1E02-6345-2592C7E2FA08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46" creationId="{5AB6E73A-8615-AD2F-CF1D-C6BB0611BB3E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54" creationId="{99E9DE9A-19E0-1A59-F4B4-E580287F5379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62" creationId="{B4CD4F64-ACDA-ED0F-E0F0-9ADEB2E054D2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70" creationId="{017D4A35-F39D-F1B0-DAA5-F5403502905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77" creationId="{85BC299E-FA1E-A9AD-F088-77051F09077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79" creationId="{6AB68470-EAA4-184B-1691-161E5D5CF0E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1" creationId="{47691AC2-06EA-A64A-B020-F9CFF6D708F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2" creationId="{79FB9157-9FD0-FB2B-6BF7-FE8ECC38FE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4" creationId="{C2FE6A56-AFD8-66D2-67D8-3E9553336CC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5" creationId="{DA5C5975-301E-5B6E-8692-B6B2CA78CFA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6" creationId="{297B03BD-4661-6A28-75DC-586091C1E3E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7" creationId="{3092F293-07FB-E83C-73A9-AB7A99EEA4E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8" creationId="{358B24F3-71B9-510B-2A18-1ADB92B66AB9}"/>
          </ac:spMkLst>
        </pc:s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66" creationId="{EC265E20-621F-9508-A281-257E142CBCD8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71" creationId="{CC18F557-6A8C-3D00-1D11-EE98B58F3A80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76" creationId="{25546E9E-0499-49CE-2274-1EC5CFCDD6F9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81" creationId="{B4C05D88-BD74-3DBD-5A6D-6F40899145A9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61" creationId="{87322EDC-6983-9F6E-A0EF-2D3B79D97958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66" creationId="{B2159D3C-4006-6647-282B-F82ACE902513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71" creationId="{CE9D447D-3773-81CE-C4F2-D5AE8D29A4CD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76" creationId="{0C434ECF-6B5C-C3A8-1490-6B6E0426ECCC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45" creationId="{F8582417-3797-23FB-1AA6-5F37BDBB8931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53" creationId="{02FD73F9-5A8E-A4BE-6D7A-72BEBD5EA63B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61" creationId="{F19E64E9-D121-CBFD-CB24-647011A4A6F4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69" creationId="{643D31EA-4DD1-5CEE-F70A-FFCE42820A30}"/>
          </ac:grpSpMkLst>
        </pc:grp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7" creationId="{5E0AADB2-708A-CCC4-4D3D-CD40D880AD5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" creationId="{4A5D8E2E-85DD-FF50-D1A4-E4A5886F4CF3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9" creationId="{494BA3E3-3EEB-1692-D0DC-42B7657C94B7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" creationId="{CF6739E6-EB59-EB0B-5EF5-B3A44BE78BA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" creationId="{6867337C-2F24-37F6-6FA4-19686E4EE983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1" creationId="{8F78A3B9-2290-627E-6E80-C82DBE1802D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5" creationId="{0DE45090-700D-60E5-2DD0-9ECF660276EE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7" creationId="{7C72B984-77AB-E62D-87C5-3E016F8086D9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32" creationId="{68F12C3C-BD98-6B1E-1AA3-A923B4256677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36" creationId="{6229E0B8-A4C4-0213-0252-E5A096665C3D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59" creationId="{2B3EA2C4-95D5-974D-34B3-E57793C04B1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61" creationId="{ADECCFC5-975A-DC86-0704-3A1C989F88EB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7" creationId="{647FF443-05AA-5E7F-9737-174B5B7988C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8" creationId="{46999ED5-5D08-BADD-340F-1230735D973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9" creationId="{A87FA9FA-F561-DF5F-A43D-106FF1CDCBB1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90" creationId="{FC2F1FBC-289D-8130-6752-5DBA4C19A15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0" creationId="{59E70BE9-1EE3-D1B2-4444-35D01CB46490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1" creationId="{B6AA47AF-204F-8416-499F-5E2257AF673F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2" creationId="{221353B7-5AD4-FA0D-BB45-C5D372E4E3CA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3" creationId="{AE691BE9-BFB3-756B-CFC4-D1A1C567580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3" creationId="{D294580E-E30C-F589-375F-DEA34E44C3A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4" creationId="{6E1415E8-1C37-8123-4183-28DF90FD5AC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5" creationId="{84FA3A19-FCB2-0F43-7E12-BD29A88C035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6" creationId="{41F6FCB9-4EC6-CDE4-6A94-E3C8C632264E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7" creationId="{D7F40E7B-37D5-7C65-203C-DDEF8090A5A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8" creationId="{89CF75B2-A7A2-FC0D-86D1-852CE04AE8C5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9" creationId="{A2BB8C4F-3F47-232A-A1BD-A4ECDD6AB13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48" creationId="{A0230B67-B12E-7683-1791-0194E09A6A61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55" creationId="{7AD74D5A-B0F3-4FB3-45C6-74039730BE4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5" creationId="{1EEC9255-494D-A4BF-7F8F-CF991CB689AD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6" creationId="{973AA003-A8CC-91FD-D7A8-1CB1A94A116A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7" creationId="{B1E26BDB-0EAA-66DB-CD41-9ED2E3CEE0C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8" creationId="{8650583D-5334-F860-4504-4C23BB3DCF9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6" creationId="{945ED6F9-6F1E-6193-7008-ECEBDED14FD8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7" creationId="{A363F3E2-BF49-7015-A4B9-64296BF0B5B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8" creationId="{608FB764-001B-3B96-4ADA-6310DE48462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9" creationId="{D15B2481-5E01-0492-13B7-08EFF24AE6B4}"/>
          </ac:graphicFrameMkLst>
        </pc:graphicFrame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2" creationId="{2AEAD63A-5CDD-342D-64CF-9A9F6830B21E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4" creationId="{C62CA55B-3E00-781E-3598-1BA581E8A1F5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" creationId="{9050D6F3-0447-8FDC-2952-14FE170DE45C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54" creationId="{4E319551-981C-CBC6-5DCF-4C5D4CDFBEC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55" creationId="{F10A97C2-2B33-DD7E-C6DC-0C1D83B0C38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64" creationId="{2A6A4E13-0263-8D41-5099-1437F98A673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7" creationId="{A81DDCDF-267E-368B-1674-5C3F96004733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8" creationId="{189F4E28-FE28-C2DE-6F8D-5B179013552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9" creationId="{591F923B-EA47-4BB0-75E7-01C8D12841C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0" creationId="{9A539619-663D-8FAB-489F-747ADB4E6EA4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2" creationId="{C212C5B0-1FE2-CCBF-6924-06F89C5B089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3" creationId="{ED41B44D-E34E-C482-9281-235510DFBFD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4" creationId="{C6D8107E-675F-0F79-FD28-49A77DA743F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5" creationId="{A32D5E53-CDAD-90E7-7C98-E92CCCDF47C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7" creationId="{84859ED3-28E0-F0F3-E070-E3D460D7E95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8" creationId="{7334F23E-BDBF-BF71-5CEC-9B387C6FC1A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9" creationId="{90C7D34C-F2CA-09E2-3BDC-0F746CBA291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0" creationId="{A825031B-C42D-00E8-ADE3-60137A9508F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2" creationId="{36F4363B-2A35-E706-F119-C5EDC8656A8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3" creationId="{01C4334A-CE42-F270-1BD4-01A0CF67498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4" creationId="{EDB5E82E-0E27-3B9E-9B27-8543017BE5C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5" creationId="{F6EA69B8-1EB0-8690-CA15-11B21080503F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5" creationId="{8DEE83FE-C3EF-D2F4-DB73-F57025B4B09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6" creationId="{5A8D5558-B579-A7DA-AAD2-E7F0F7A57B53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7" creationId="{B9997DD0-440E-3528-2450-FF7828D641FB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8" creationId="{4E373343-471A-6582-C0AF-E0CE06D5FE8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08" creationId="{F1B1CD84-45FC-E21E-EDC2-E0C7A452083C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09" creationId="{2FD63BB5-39F6-249E-A014-BD55803CD1A4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10" creationId="{481554C8-6422-E77A-AEEC-A38504408FA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11" creationId="{5934A220-233A-93AE-DB64-3A71015F9D85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21" creationId="{5301E23B-769D-2E7A-761A-44737D0FFB1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45" creationId="{8A92DF3A-1AE8-576D-6A83-0BE076BCA92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51" creationId="{F4CA5ED7-9361-6F78-6E3D-D21D708D5C23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52" creationId="{E1444483-A912-C093-76D5-7A4327594E3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2" creationId="{524FC778-11F9-0B0F-6811-FF7431431844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3" creationId="{2BA9E559-8C65-82D5-C85E-5BA79EB9897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4" creationId="{D75C91E0-DACF-9637-B1C0-5A2B80024A3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5" creationId="{ADD0AE03-8CFD-E0E1-2DDF-D0BD0EAE014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7" creationId="{C3C186FD-8BF6-5310-FF2C-74CA7C9810E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8" creationId="{59E46E9C-D4A8-7E55-ADDE-71C98DD807D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9" creationId="{B63FF10F-CB69-9123-3EB2-416ED206F81A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0" creationId="{0BEC9AF7-9F54-6D01-0A58-F88453863E2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2" creationId="{F0A2BD80-BD9A-0F6F-DA9C-0C7B98E6DF1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3" creationId="{AB823D01-3976-77AE-243F-5B9C49C2A739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4" creationId="{00410A9E-78E7-A956-A5BC-E9943D2EED37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5" creationId="{D6A94BF8-CC41-A667-E9FA-831246ED073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7" creationId="{35065F6F-0056-0362-05BF-563103B18A1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8" creationId="{0F9DF37C-B5D6-87CB-DA47-6EFD70485679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9" creationId="{C1AB96E8-B4B2-7377-3724-2BB29E03251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80" creationId="{519E8C24-B8BD-52E2-E654-99C25617D2F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99" creationId="{F7610B76-399B-22F6-F704-FE086E12A29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0" creationId="{2BDC4F78-F80D-56E0-3651-02D9861C21D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2" creationId="{A05BE80E-AD5D-E86E-C0EE-A813DFDB040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3" creationId="{B104893A-3F9E-AF9D-A8D7-E159DB196D94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9" creationId="{F64E1630-89CB-BEC2-AEB7-C5D85898F900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0" creationId="{68385061-694B-65DA-33A9-98854AF677C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1" creationId="{7E7D48BE-9480-51A0-6F39-05FEF36D722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2" creationId="{C659A9CE-17CB-EB3E-5567-58303DEF2F0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6" creationId="{55CC536D-EFC6-680A-A313-01C6BA2969E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7" creationId="{3926F4F9-5AB8-7D86-966D-477B48E7C8A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8" creationId="{CFE90128-5D15-72B7-5DC0-CE00D2ED5422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9" creationId="{C5A805A1-023F-D63E-34B0-3D65A54B6DF8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7" creationId="{7CFE79DA-B3E4-C312-C23F-20EE4B5CE563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8" creationId="{0809AA52-E55C-BA24-DA9C-5C33CEAD60BF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9" creationId="{FC73362E-43F9-78F9-16F0-744CD2E9D747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0" creationId="{43E81FCB-8B52-E459-C937-C92E69EA90D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1" creationId="{C38FAF76-84F7-1944-8516-E9C379868CF9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2" creationId="{CF740600-E46C-A685-4269-D4264080D327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5" creationId="{6D1D575F-F150-6005-C3EB-A678AB0BB76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6" creationId="{2113F4D6-CA1D-8EA5-0F8B-62F05E50ACA3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7" creationId="{A1927089-C8F6-32C9-1D17-93B79D6015A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8" creationId="{FA26769D-C80B-0E84-11F7-3396E5BB10F5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9" creationId="{3429B498-6E9E-4F69-A988-91FD10AEC8D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0" creationId="{8FA3FFE9-80BB-EF22-9E3D-D5B0D53D4B6C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3" creationId="{04E61FDE-E62E-343C-B20C-F10083B5F59C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4" creationId="{11B03526-4266-12F1-6FC4-EA9F2FE84DC5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5" creationId="{0A0B0CC9-7BD1-C58F-0410-26B37470EBAE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6" creationId="{37A729BA-2A05-D1B1-1667-795166F42790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7" creationId="{BFE6199A-78ED-5CB0-8944-52751B59108D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8" creationId="{00FEADCE-F6DF-43BA-AE5B-84CA3F768404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1" creationId="{61CA0875-672E-FAB1-A0DB-A5A58BC69B8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2" creationId="{3F8E8E64-C7C5-E499-E991-F41AE488EC60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3" creationId="{2CE15CCA-0A3A-FDDC-7820-1654DC386619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4" creationId="{D02D2326-26A2-C87A-3182-1362894CFF5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5" creationId="{B5F12500-FBDD-9C90-14A5-F0D07CB3C37E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6" creationId="{FEDBFDC5-F5D4-8A26-CD29-CAAE7846A89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78" creationId="{72386CE9-6152-386C-C7A4-E5A3D49692F0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0" creationId="{0E0E0D9E-377F-EF7B-AD37-5130C4B854F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3" creationId="{0C9EF8E1-57DC-302D-99D8-421EE733B8E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9" creationId="{A7657E0C-C696-56D4-C5D5-E9454A3E14F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0" creationId="{D76A01E2-F131-86C3-9187-02697EF825B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1" creationId="{56006378-353B-F4C4-B306-D18007E18192}"/>
          </ac:cxnSpMkLst>
        </pc:cxnChg>
      </pc:sldChg>
      <pc:sldChg chg="del">
        <pc:chgData name="이민재" userId="f97f16f7-28a5-49bd-9e05-fb3ef63d7997" providerId="ADAL" clId="{9BD091B5-BB1A-44A0-8AB3-204ECA7231B1}" dt="2023-07-28T13:09:25.043" v="0" actId="47"/>
        <pc:sldMkLst>
          <pc:docMk/>
          <pc:sldMk cId="1987853872" sldId="836"/>
        </pc:sldMkLst>
      </pc:sldChg>
      <pc:sldChg chg="del">
        <pc:chgData name="이민재" userId="f97f16f7-28a5-49bd-9e05-fb3ef63d7997" providerId="ADAL" clId="{9BD091B5-BB1A-44A0-8AB3-204ECA7231B1}" dt="2023-07-28T13:10:19.345" v="4" actId="47"/>
        <pc:sldMkLst>
          <pc:docMk/>
          <pc:sldMk cId="2198792650" sldId="837"/>
        </pc:sldMkLst>
      </pc:sldChg>
      <pc:sldChg chg="addSp delSp modSp del mod">
        <pc:chgData name="이민재" userId="f97f16f7-28a5-49bd-9e05-fb3ef63d7997" providerId="ADAL" clId="{9BD091B5-BB1A-44A0-8AB3-204ECA7231B1}" dt="2023-07-31T18:14:44.655" v="11468" actId="47"/>
        <pc:sldMkLst>
          <pc:docMk/>
          <pc:sldMk cId="1862027942" sldId="838"/>
        </pc:sldMkLst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" creationId="{87694313-6EF1-69BE-C3B7-4F8A33241C58}"/>
          </ac:spMkLst>
        </pc:spChg>
        <pc:spChg chg="del mod">
          <ac:chgData name="이민재" userId="f97f16f7-28a5-49bd-9e05-fb3ef63d7997" providerId="ADAL" clId="{9BD091B5-BB1A-44A0-8AB3-204ECA7231B1}" dt="2023-07-28T15:51:29.437" v="1179" actId="478"/>
          <ac:spMkLst>
            <pc:docMk/>
            <pc:sldMk cId="1862027942" sldId="838"/>
            <ac:spMk id="6" creationId="{20D85149-5AA3-8A50-3F68-97E887B54E53}"/>
          </ac:spMkLst>
        </pc:spChg>
        <pc:spChg chg="add del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1" creationId="{F2174E3E-7916-54DF-E552-E3A4457DB0D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3" creationId="{674AE999-EDF5-390D-879A-6752C128684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4" creationId="{D6243BB1-54CF-BCB2-1C9C-8AD0D2E76D8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5" creationId="{D8949651-6A68-7C52-E67B-B6C15979EA1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6" creationId="{7758C24E-7292-44C2-F5BD-BC4E0F2C8E7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4" creationId="{FB2F0072-91A2-924F-4767-C54E6066B32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" creationId="{588A2217-6F98-8592-65D6-B78FEBF433E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1" creationId="{69585049-A957-02BE-5200-5B1C16D1E4A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2" creationId="{BF8E8948-D3D0-CC74-B047-0A739212EC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4" creationId="{F7A08D96-7D8E-8A17-0E74-660925CE8A7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5" creationId="{45278AB6-43CD-AAE1-C077-CC03974B28C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6" creationId="{1ECCD3CC-4094-FDE7-775E-7CE4BDF57EAD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7" creationId="{9BDC8B02-3602-40DA-101B-31F311F10812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" creationId="{3FFE5F4A-6BEC-1051-40E0-6068C9EBC7F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" creationId="{F78304A6-5DD7-A37E-C577-58337E5D00C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8" creationId="{BF42CC46-A926-0048-7B54-FE365A6233E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8T17:01:04.362" v="2095" actId="1076"/>
          <ac:spMkLst>
            <pc:docMk/>
            <pc:sldMk cId="1862027942" sldId="838"/>
            <ac:spMk id="50" creationId="{73A815F7-041B-9BF8-72C5-AECB0B2928A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1" creationId="{D366A5DF-C926-AAA7-0F61-B15275D7D720}"/>
          </ac:spMkLst>
        </pc:spChg>
        <pc:spChg chg="add del mod">
          <ac:chgData name="이민재" userId="f97f16f7-28a5-49bd-9e05-fb3ef63d7997" providerId="ADAL" clId="{9BD091B5-BB1A-44A0-8AB3-204ECA7231B1}" dt="2023-07-28T15:59:21.428" v="1558" actId="478"/>
          <ac:spMkLst>
            <pc:docMk/>
            <pc:sldMk cId="1862027942" sldId="838"/>
            <ac:spMk id="53" creationId="{EE2DE9B8-C399-D08F-4E81-9AF5088CE6E4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57" creationId="{75DC57F7-4ED3-9B6F-DD5F-A2F79A074475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58" creationId="{22D4DBC0-D66F-2ACD-A4EC-884CFC459CDB}"/>
          </ac:spMkLst>
        </pc:spChg>
        <pc:spChg chg="mod">
          <ac:chgData name="이민재" userId="f97f16f7-28a5-49bd-9e05-fb3ef63d7997" providerId="ADAL" clId="{9BD091B5-BB1A-44A0-8AB3-204ECA7231B1}" dt="2023-07-28T17:01:11.435" v="2096" actId="1076"/>
          <ac:spMkLst>
            <pc:docMk/>
            <pc:sldMk cId="1862027942" sldId="838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" creationId="{55CEF7B2-B203-CAA0-EBBD-1C577AE7709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2" creationId="{CC5D0D3A-42B5-6A64-93D8-0FC0DB2CA53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4" creationId="{5FBEAEFF-7596-6534-36DD-D6AE140BCD8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5" creationId="{173FBC5B-C9C7-C900-2C30-94A12C746939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6" creationId="{1E3BF4CD-19A2-E00B-0F28-11133F84F5E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7" creationId="{0F820387-7FB7-A098-58F5-25474E118913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8" creationId="{BA1E2E48-8539-82F2-CC1E-3F5E7BE1562D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9" creationId="{AB58997E-19A2-043D-F7DE-69E93D8C3DE5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0" creationId="{C3F9D94C-D100-77AD-F5FC-34C3064EDD8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1" creationId="{65A8A584-88B9-8F4C-FFDD-C15669E1BAC3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2" creationId="{CD756A69-9067-FA68-99F1-027EB73288A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3" creationId="{B58E7163-FEA2-6E4D-ACAA-EDE54185435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4" creationId="{D1693162-751F-DB67-03F9-B56648482A4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5" creationId="{7764DD03-89BE-B370-E85F-58338248C30B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6" creationId="{2F903230-F1A4-5798-880D-E6B80FF12DAB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7" creationId="{30D7934F-C093-0B8D-AE1F-C5A1C93E5E6A}"/>
          </ac:spMkLst>
        </pc:spChg>
        <pc:spChg chg="add del mod">
          <ac:chgData name="이민재" userId="f97f16f7-28a5-49bd-9e05-fb3ef63d7997" providerId="ADAL" clId="{9BD091B5-BB1A-44A0-8AB3-204ECA7231B1}" dt="2023-07-28T14:13:19.011" v="365" actId="478"/>
          <ac:spMkLst>
            <pc:docMk/>
            <pc:sldMk cId="1862027942" sldId="838"/>
            <ac:spMk id="78" creationId="{25348DC8-54DA-B6B4-1906-57E3345E37CF}"/>
          </ac:spMkLst>
        </pc:spChg>
        <pc:spChg chg="add mod">
          <ac:chgData name="이민재" userId="f97f16f7-28a5-49bd-9e05-fb3ef63d7997" providerId="ADAL" clId="{9BD091B5-BB1A-44A0-8AB3-204ECA7231B1}" dt="2023-07-28T16:01:08.055" v="1560" actId="5736"/>
          <ac:spMkLst>
            <pc:docMk/>
            <pc:sldMk cId="1862027942" sldId="838"/>
            <ac:spMk id="79" creationId="{A07C7477-D42A-FAAC-9FF7-3A04AD316A9E}"/>
          </ac:spMkLst>
        </pc:spChg>
        <pc:spChg chg="add mod">
          <ac:chgData name="이민재" userId="f97f16f7-28a5-49bd-9e05-fb3ef63d7997" providerId="ADAL" clId="{9BD091B5-BB1A-44A0-8AB3-204ECA7231B1}" dt="2023-07-28T16:01:08.055" v="1560" actId="5736"/>
          <ac:spMkLst>
            <pc:docMk/>
            <pc:sldMk cId="1862027942" sldId="838"/>
            <ac:spMk id="80" creationId="{8503612B-CEC9-CBAB-3A31-C93741BDF94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1" creationId="{FBE896E9-4CE2-825D-0000-315BA0186B78}"/>
          </ac:spMkLst>
        </pc:spChg>
        <pc:spChg chg="add del mod">
          <ac:chgData name="이민재" userId="f97f16f7-28a5-49bd-9e05-fb3ef63d7997" providerId="ADAL" clId="{9BD091B5-BB1A-44A0-8AB3-204ECA7231B1}" dt="2023-07-28T15:20:01.071" v="391" actId="478"/>
          <ac:spMkLst>
            <pc:docMk/>
            <pc:sldMk cId="1862027942" sldId="838"/>
            <ac:spMk id="82" creationId="{F4405E53-7E88-018B-AC63-7DB1FEB2184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3" creationId="{22F64220-8762-F49D-61B1-808223F367D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" creationId="{342C7ED7-2BD6-4D1A-372F-1555083E8829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0" creationId="{FF045530-61A7-5778-24C6-5C1B8534C3D6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1" creationId="{D5DE569E-B64E-5826-FF36-C459E903A6B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9T02:31:27.672" v="2098" actId="1076"/>
          <ac:spMkLst>
            <pc:docMk/>
            <pc:sldMk cId="1862027942" sldId="838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6" creationId="{ECB491C5-9905-0D6F-0405-5316C701B28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8" creationId="{42884033-DDD8-1A38-A3BE-350FCC43A76C}"/>
          </ac:spMkLst>
        </pc:spChg>
        <pc:spChg chg="mod">
          <ac:chgData name="이민재" userId="f97f16f7-28a5-49bd-9e05-fb3ef63d7997" providerId="ADAL" clId="{9BD091B5-BB1A-44A0-8AB3-204ECA7231B1}" dt="2023-07-29T02:31:39.390" v="2107" actId="1038"/>
          <ac:spMkLst>
            <pc:docMk/>
            <pc:sldMk cId="1862027942" sldId="838"/>
            <ac:spMk id="278" creationId="{32BBF6DC-EB01-03FD-FFE6-57243541C154}"/>
          </ac:spMkLst>
        </pc:spChg>
        <pc:spChg chg="mod">
          <ac:chgData name="이민재" userId="f97f16f7-28a5-49bd-9e05-fb3ef63d7997" providerId="ADAL" clId="{9BD091B5-BB1A-44A0-8AB3-204ECA7231B1}" dt="2023-07-29T02:31:39.390" v="2107" actId="1038"/>
          <ac:spMkLst>
            <pc:docMk/>
            <pc:sldMk cId="1862027942" sldId="838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0" creationId="{62EE62E8-58CF-281A-7E74-C10CF645E91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8" creationId="{87E00D62-013E-98AB-5654-B5AC9FB9BCC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9" creationId="{CC7E43B6-BC4E-228E-0AFC-CA139E80C52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0" creationId="{D8532589-7C4E-5199-D947-D5EC9D6BA715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1" creationId="{540099F2-0349-12A7-0C4E-C40B62CB4FE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2" creationId="{2318FDFC-7E7F-6B36-0E36-13D6EED9913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3" creationId="{38C40FD1-3369-D757-185C-8BA3791FB77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4" creationId="{0B965678-BDD4-798C-6928-D6F6BDAFA0A0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5" creationId="{3FF6D094-B349-BCFB-5D75-6CCD8BF10FE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6" creationId="{4BCE4138-3A48-E2B4-2A59-D3CCC5E8631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7" creationId="{B12AD2EA-5971-39A8-B12B-4BA6E984737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8" creationId="{58B2E5D2-9C78-F252-4339-C3F0E724BFE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9" creationId="{8F4B11E3-9A06-AD14-5257-38F9232D18B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0" creationId="{DE610BEB-0279-29C4-77FA-D100D51D0A6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1" creationId="{A049CBEC-4E7F-C651-68EE-87A13086B16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2" creationId="{07C2C4AE-E64C-8702-43E8-5319E160872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3" creationId="{2D571994-E7ED-2DEC-870A-50F52BEB49F2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5" creationId="{FC67491F-D43C-B1A4-3F19-83D7D1557ED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6" creationId="{C9712D2F-4239-9486-CFD7-BB5F912286FC}"/>
          </ac:spMkLst>
        </pc:spChg>
        <pc:spChg chg="add del mod">
          <ac:chgData name="이민재" userId="f97f16f7-28a5-49bd-9e05-fb3ef63d7997" providerId="ADAL" clId="{9BD091B5-BB1A-44A0-8AB3-204ECA7231B1}" dt="2023-07-28T15:53:37.687" v="1269" actId="478"/>
          <ac:spMkLst>
            <pc:docMk/>
            <pc:sldMk cId="1862027942" sldId="838"/>
            <ac:spMk id="307" creationId="{6448F7B7-2CE8-A702-E3FE-AEEEDA48C3E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8" creationId="{C054707B-0986-AEC6-1010-8A4F93BFC25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5" creationId="{1D8FC075-039F-C858-E823-B0A9F4181016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6" creationId="{60F1C374-6D5B-A652-7DBC-3B5B509380E5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7" creationId="{6112BCE2-B0E2-0565-CAC8-3AC123CBBD8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8" creationId="{F19FC68C-59D7-2E70-8C77-ACD6F57727A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80" creationId="{9EE8C28C-3AF8-917D-D5FC-D720AFD5F630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1" creationId="{9B35F442-88F2-F0C4-E787-9F8F897BA37A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2" creationId="{3B450892-5234-9E91-E48C-602C8511EF7C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3" creationId="{ECB22E78-0AC1-FBB1-2AEC-CE227E740F7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7" creationId="{2E272C6A-443B-3B21-FBFC-F02A8907444E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38" creationId="{AC10E2CD-7667-4BBB-E9B2-A1AE4C4128A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41" creationId="{9CF23BFF-29A9-B3DA-69BE-401B98D2175A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2" creationId="{A9DF0E39-D07C-8BB0-8C93-B3E18F02297D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3" creationId="{420B8D6B-C2AF-B2E5-7D73-61E1BCBD1AE6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4" creationId="{4A613A65-92AB-BE50-18FA-AF3E3369F04F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5" creationId="{01E6287F-E315-6696-8D1B-79CD0EE807EE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6" creationId="{6AC0C019-FADA-ECF2-1996-940BBF6DC4AB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7" creationId="{D2062100-0E87-3F4A-E6DB-ED4FCC0F134B}"/>
          </ac:spMkLst>
        </pc:spChg>
        <pc:spChg chg="del mod">
          <ac:chgData name="이민재" userId="f97f16f7-28a5-49bd-9e05-fb3ef63d7997" providerId="ADAL" clId="{9BD091B5-BB1A-44A0-8AB3-204ECA7231B1}" dt="2023-07-28T13:20:51.433" v="104" actId="478"/>
          <ac:spMkLst>
            <pc:docMk/>
            <pc:sldMk cId="1862027942" sldId="838"/>
            <ac:spMk id="549" creationId="{3D647F10-3E38-2392-A6E2-A235225BAAF1}"/>
          </ac:spMkLst>
        </pc:spChg>
        <pc:spChg chg="del mod">
          <ac:chgData name="이민재" userId="f97f16f7-28a5-49bd-9e05-fb3ef63d7997" providerId="ADAL" clId="{9BD091B5-BB1A-44A0-8AB3-204ECA7231B1}" dt="2023-07-28T13:20:55.856" v="106" actId="478"/>
          <ac:spMkLst>
            <pc:docMk/>
            <pc:sldMk cId="1862027942" sldId="838"/>
            <ac:spMk id="551" creationId="{5C17C290-5908-EBE5-76F5-755E5F8671A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5" creationId="{11DFC199-939A-4C24-C080-979864980F5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6" creationId="{52C356DB-808A-28D6-9284-90C6D03F54E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8" creationId="{B01A25E5-471E-71D2-4F81-2542FE29B9B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43" creationId="{F8AA7C46-E605-912A-FFF3-7C91987B1BCC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4" creationId="{DC60EAD2-5202-3381-94FC-EF57B98D47A7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5" creationId="{D1C2B1E7-584D-1F68-94B0-2C1554E0129D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6" creationId="{56F87A22-BF2E-F385-ABFB-1738537227A9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7" creationId="{29DE9FF3-43D7-CE0F-8722-846BAD928066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8" creationId="{5BA6A802-DD0B-5E77-7A4D-EE5A78EC0AC0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9" creationId="{61C74624-3244-E98F-4319-E9719F39C4F5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0" creationId="{0D98B7B5-799A-352B-3FB5-24618D88A563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1" creationId="{6377ADB4-4E55-7999-138C-877439AE1C22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2" creationId="{06CBD197-AB4A-70E6-E3B7-48763431E6A4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3" creationId="{B78D1F5F-B191-40AC-E24A-CF6E5739561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4" creationId="{08C50FDC-F4E2-1EC3-0F05-60C2B419A56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5" creationId="{1345C70A-56C6-B979-6CB4-396B38D68F7F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6" creationId="{A0E6BCBC-B10D-67F7-4576-2B07664E05CC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7" creationId="{D3C5B0D7-1184-E59C-6F66-83206ACCC95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8" creationId="{8FFD9931-BCD9-72AB-0EC9-4C8E19D66183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9" creationId="{9DE8B500-334C-2974-B20B-ABEBDCA087A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8T17:00:01.098" v="2062" actId="1036"/>
          <ac:spMkLst>
            <pc:docMk/>
            <pc:sldMk cId="1862027942" sldId="838"/>
            <ac:spMk id="796" creationId="{ADA3F8AA-C1A9-22FD-579E-4CA28CADC5A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00" creationId="{B4A0305B-BE29-5E5E-7F40-45FE6C5B6B2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01" creationId="{C34F5658-001E-02C1-DBC1-7A43077A69E9}"/>
          </ac:spMkLst>
        </pc:spChg>
        <pc:spChg chg="del mod">
          <ac:chgData name="이민재" userId="f97f16f7-28a5-49bd-9e05-fb3ef63d7997" providerId="ADAL" clId="{9BD091B5-BB1A-44A0-8AB3-204ECA7231B1}" dt="2023-07-28T13:32:14.011" v="251" actId="478"/>
          <ac:spMkLst>
            <pc:docMk/>
            <pc:sldMk cId="1862027942" sldId="838"/>
            <ac:spMk id="810" creationId="{04013101-B8C5-53C7-9325-77391EBB473D}"/>
          </ac:spMkLst>
        </pc:spChg>
        <pc:spChg chg="del mod">
          <ac:chgData name="이민재" userId="f97f16f7-28a5-49bd-9e05-fb3ef63d7997" providerId="ADAL" clId="{9BD091B5-BB1A-44A0-8AB3-204ECA7231B1}" dt="2023-07-28T13:32:14.676" v="252" actId="478"/>
          <ac:spMkLst>
            <pc:docMk/>
            <pc:sldMk cId="1862027942" sldId="838"/>
            <ac:spMk id="811" creationId="{2FEE4DD4-D6CD-F04B-D072-42AADEA2156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24" creationId="{EBC050DB-E275-2EFB-2F72-B3A8F6BB6DE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37" creationId="{8FF4072A-380B-1259-BDA7-F4A13B49DD80}"/>
          </ac:spMkLst>
        </pc:spChg>
        <pc:spChg chg="del mod">
          <ac:chgData name="이민재" userId="f97f16f7-28a5-49bd-9e05-fb3ef63d7997" providerId="ADAL" clId="{9BD091B5-BB1A-44A0-8AB3-204ECA7231B1}" dt="2023-07-28T13:14:51.562" v="39" actId="478"/>
          <ac:spMkLst>
            <pc:docMk/>
            <pc:sldMk cId="1862027942" sldId="838"/>
            <ac:spMk id="845" creationId="{79653C5B-FE18-EDAE-1991-D676B07D1E9A}"/>
          </ac:spMkLst>
        </pc:spChg>
        <pc:spChg chg="mod">
          <ac:chgData name="이민재" userId="f97f16f7-28a5-49bd-9e05-fb3ef63d7997" providerId="ADAL" clId="{9BD091B5-BB1A-44A0-8AB3-204ECA7231B1}" dt="2023-07-29T02:31:29.278" v="2100" actId="1076"/>
          <ac:spMkLst>
            <pc:docMk/>
            <pc:sldMk cId="1862027942" sldId="838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6" creationId="{2E87189E-44FD-90EE-F640-C5D1E04D4889}"/>
          </ac:spMkLst>
        </pc:spChg>
        <pc:spChg chg="add del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8T16:59:13.389" v="2052" actId="1076"/>
          <ac:spMkLst>
            <pc:docMk/>
            <pc:sldMk cId="1862027942" sldId="838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9BD091B5-BB1A-44A0-8AB3-204ECA7231B1}" dt="2023-07-28T15:41:56.088" v="700" actId="165"/>
          <ac:grpSpMkLst>
            <pc:docMk/>
            <pc:sldMk cId="1862027942" sldId="838"/>
            <ac:grpSpMk id="92" creationId="{01999A6A-FAF2-E2F0-389E-7B35938DC7C1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99" creationId="{B201FCB5-3CA8-D434-3252-9ADB82EA800F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155" creationId="{19BB9929-9171-A49C-EDEA-ABC057B79A6E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190" creationId="{FBCFCDB9-2831-DA8E-3630-8C1BDBEEFB5E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69" creationId="{34A9A3D5-884E-2FCA-BC0C-952B7AB65CD8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70" creationId="{0218DD05-DF2B-6435-5EAA-400DCB3EB50B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75" creationId="{2DBD6805-AA57-3C6F-E9DB-6060B00A2B6C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83" creationId="{CE018AD1-7864-AA13-3BFB-EEBF7FDEBD44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488" creationId="{0BB71D51-62F8-B8FF-6E38-1C8C8A21A608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496" creationId="{C259BF02-B6D4-55E6-7BF6-118504E4D97A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504" creationId="{1F98A941-BDAE-B7B0-100B-6F72D497E03F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12" creationId="{FA5EBD2B-F58A-AF24-6018-528C3FB1F8D9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20" creationId="{B386658C-C33B-1193-24A7-38283D532076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28" creationId="{9BF19388-B16F-0C99-8F3A-6965D38AD84F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38" creationId="{0E567781-CDC6-39D4-CB6B-694ECE255F7D}"/>
          </ac:grpSpMkLst>
        </pc:grp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18" creationId="{CD948504-1BD5-B3FF-C7DA-55B42EAFB8E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19" creationId="{B2D9E58C-CDF2-C1B2-FA5A-DDDC53E7DF0E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0" creationId="{A27D299C-E00D-E034-6AD2-391C036F17D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1" creationId="{9A9A2DC1-9262-EAD7-4F0B-C1BE3F4208B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2" creationId="{0AE0D71E-8E82-935A-8FBB-A5615C92B916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02:52:06.067" v="2108"/>
          <ac:graphicFrameMkLst>
            <pc:docMk/>
            <pc:sldMk cId="1862027942" sldId="838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30" creationId="{ECA9A7D1-CCC9-3E38-C69F-1309BF2E9811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61" creationId="{96517704-6BD3-D783-A44F-6F6CB353F0A3}"/>
          </ac:graphicFrameMkLst>
        </pc:graphicFrameChg>
        <pc:graphicFrameChg chg="del mod">
          <ac:chgData name="이민재" userId="f97f16f7-28a5-49bd-9e05-fb3ef63d7997" providerId="ADAL" clId="{9BD091B5-BB1A-44A0-8AB3-204ECA7231B1}" dt="2023-07-28T13:28:35.726" v="236" actId="478"/>
          <ac:graphicFrameMkLst>
            <pc:docMk/>
            <pc:sldMk cId="1862027942" sldId="838"/>
            <ac:graphicFrameMk id="63" creationId="{A58A9BF0-B5EA-9C73-E751-9F7E12ADED2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28T16:10:23.375" v="1561" actId="478"/>
          <ac:graphicFrameMkLst>
            <pc:docMk/>
            <pc:sldMk cId="1862027942" sldId="838"/>
            <ac:graphicFrameMk id="89" creationId="{990E33A4-F1E7-8840-2E61-1DFCEC7A741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58" creationId="{349BF357-8ACE-415F-EDA4-7E90D37CB8DD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28T17:01:04.362" v="2095" actId="1076"/>
          <ac:graphicFrameMkLst>
            <pc:docMk/>
            <pc:sldMk cId="1862027942" sldId="838"/>
            <ac:graphicFrameMk id="397" creationId="{6458CCC7-876D-F617-C066-A47ACB39CFB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7" creationId="{3DE02608-6324-3D2B-E2D8-E688E99E2CEA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6" creationId="{5ED5B44D-7679-3563-9C9C-B7CCC58F2FE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" creationId="{6A5FF647-BAAA-0867-BE97-EA4D1B4E7E48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9" creationId="{8C9025E5-2B4F-541E-68C9-324F8CF99639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10" creationId="{ACDCCCDC-9D86-9E76-A08E-7ADD4EEC520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23" creationId="{48650BEC-0B18-13BB-FDC7-1FADF265F1CB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28T16:59:40.219" v="2055" actId="21"/>
          <ac:cxnSpMkLst>
            <pc:docMk/>
            <pc:sldMk cId="1862027942" sldId="838"/>
            <ac:cxnSpMk id="52" creationId="{010DBE2D-E14C-4A04-5A47-BC605E6D3E5C}"/>
          </ac:cxnSpMkLst>
        </pc:cxnChg>
        <pc:cxnChg chg="add del mod">
          <ac:chgData name="이민재" userId="f97f16f7-28a5-49bd-9e05-fb3ef63d7997" providerId="ADAL" clId="{9BD091B5-BB1A-44A0-8AB3-204ECA7231B1}" dt="2023-07-28T15:59:22.387" v="1559" actId="478"/>
          <ac:cxnSpMkLst>
            <pc:docMk/>
            <pc:sldMk cId="1862027942" sldId="838"/>
            <ac:cxnSpMk id="54" creationId="{F85816D7-5FAC-B4DA-1ACA-85848F922458}"/>
          </ac:cxnSpMkLst>
        </pc:cxnChg>
        <pc:cxnChg chg="del mod">
          <ac:chgData name="이민재" userId="f97f16f7-28a5-49bd-9e05-fb3ef63d7997" providerId="ADAL" clId="{9BD091B5-BB1A-44A0-8AB3-204ECA7231B1}" dt="2023-07-28T16:59:40.219" v="2055" actId="21"/>
          <ac:cxnSpMkLst>
            <pc:docMk/>
            <pc:sldMk cId="1862027942" sldId="838"/>
            <ac:cxnSpMk id="55" creationId="{6EE1BFEE-D902-3FE4-327B-40746B873A30}"/>
          </ac:cxnSpMkLst>
        </pc:cxnChg>
        <pc:cxnChg chg="add del mod">
          <ac:chgData name="이민재" userId="f97f16f7-28a5-49bd-9e05-fb3ef63d7997" providerId="ADAL" clId="{9BD091B5-BB1A-44A0-8AB3-204ECA7231B1}" dt="2023-07-28T15:21:27.753" v="530" actId="478"/>
          <ac:cxnSpMkLst>
            <pc:docMk/>
            <pc:sldMk cId="1862027942" sldId="838"/>
            <ac:cxnSpMk id="84" creationId="{C68F49B7-4726-B61F-182D-271AD646223E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6" creationId="{24E41094-8E50-9F82-0C94-652FEC8ADC4B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7" creationId="{49FFDA38-AB1A-4A7B-1B9F-8C6779846607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93" creationId="{295FBEEF-80FE-1829-5C3C-F8CB0C4CC783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94" creationId="{A17F4628-DC9F-6F5B-A785-36ABE7E13419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261" creationId="{F88354EE-FF6B-05E1-3D63-6367FCC2075A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262" creationId="{8829BDCE-6B73-995D-A3FB-C475E3B29B55}"/>
          </ac:cxnSpMkLst>
        </pc:cxnChg>
        <pc:cxnChg chg="add del mod">
          <ac:chgData name="이민재" userId="f97f16f7-28a5-49bd-9e05-fb3ef63d7997" providerId="ADAL" clId="{9BD091B5-BB1A-44A0-8AB3-204ECA7231B1}" dt="2023-07-28T15:43:25.898" v="915" actId="478"/>
          <ac:cxnSpMkLst>
            <pc:docMk/>
            <pc:sldMk cId="1862027942" sldId="838"/>
            <ac:cxnSpMk id="263" creationId="{0DA27D9E-A7EE-BBA3-CAFD-2F0C23FC3F3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1" creationId="{4B5E2490-2ADF-DA72-7579-BD3879F1B8AA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2" creationId="{76E5D738-1FC9-48DE-F5E3-E8C58DBB0AF1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3" creationId="{9BD5C7F8-40D4-E29A-B3B2-907D945F136A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4" creationId="{E1F94DC7-DA68-8E8F-FF25-E46EC2F019D4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76" creationId="{7C62B301-E700-305D-2E3E-0D4FD8A91300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77" creationId="{CA6121DC-7C64-F2FC-4FA9-3E3402951778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81" creationId="{BA7A884B-6D01-F0B3-51A2-BBE0A46A2591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82" creationId="{95C3FCD2-CDF2-FF37-B001-C3E1DC1910BB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4" creationId="{8BAEF4F7-72A3-B309-FE43-33F8B4431A7A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5" creationId="{B8EE5C02-1910-F916-AB62-8B284387A975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6" creationId="{BE8DF362-47DF-D7B9-805F-69264623D747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7" creationId="{5F4B7264-4AC9-7AB5-8CDC-6CA163AE4856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0" creationId="{27965CB8-EF5E-B780-18C9-D1952470644E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1" creationId="{051AA100-EB51-6F4E-689E-1630D4CC2E74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2" creationId="{720DF9BC-EDF7-986D-6452-6A63B3283C7D}"/>
          </ac:cxnSpMkLst>
        </pc:cxnChg>
        <pc:cxnChg chg="add del mod">
          <ac:chgData name="이민재" userId="f97f16f7-28a5-49bd-9e05-fb3ef63d7997" providerId="ADAL" clId="{9BD091B5-BB1A-44A0-8AB3-204ECA7231B1}" dt="2023-07-28T15:58:42.911" v="1511" actId="478"/>
          <ac:cxnSpMkLst>
            <pc:docMk/>
            <pc:sldMk cId="1862027942" sldId="838"/>
            <ac:cxnSpMk id="313" creationId="{DC8A8B21-1EB3-CDF7-AFFC-1D8A6C746FB8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4" creationId="{597839CD-88B8-3B55-0EE8-339D46612797}"/>
          </ac:cxnSpMkLst>
        </pc:cxnChg>
        <pc:cxnChg chg="add del mod">
          <ac:chgData name="이민재" userId="f97f16f7-28a5-49bd-9e05-fb3ef63d7997" providerId="ADAL" clId="{9BD091B5-BB1A-44A0-8AB3-204ECA7231B1}" dt="2023-07-28T15:56:23.203" v="1411" actId="478"/>
          <ac:cxnSpMkLst>
            <pc:docMk/>
            <pc:sldMk cId="1862027942" sldId="838"/>
            <ac:cxnSpMk id="315" creationId="{D2CE41ED-58AE-7711-13C8-FC15F2B5F71F}"/>
          </ac:cxnSpMkLst>
        </pc:cxnChg>
        <pc:cxnChg chg="add del mod">
          <ac:chgData name="이민재" userId="f97f16f7-28a5-49bd-9e05-fb3ef63d7997" providerId="ADAL" clId="{9BD091B5-BB1A-44A0-8AB3-204ECA7231B1}" dt="2023-07-28T15:57:35.333" v="1458" actId="478"/>
          <ac:cxnSpMkLst>
            <pc:docMk/>
            <pc:sldMk cId="1862027942" sldId="838"/>
            <ac:cxnSpMk id="316" creationId="{1CF8561B-7295-A38B-E966-8382E4FF3EA2}"/>
          </ac:cxnSpMkLst>
        </pc:cxnChg>
        <pc:cxnChg chg="add del mod">
          <ac:chgData name="이민재" userId="f97f16f7-28a5-49bd-9e05-fb3ef63d7997" providerId="ADAL" clId="{9BD091B5-BB1A-44A0-8AB3-204ECA7231B1}" dt="2023-07-28T15:57:36.053" v="1459" actId="478"/>
          <ac:cxnSpMkLst>
            <pc:docMk/>
            <pc:sldMk cId="1862027942" sldId="838"/>
            <ac:cxnSpMk id="317" creationId="{0A6681D3-4FBB-803A-A1A2-4BF10F2BB4A5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8" creationId="{799C3009-ECF7-27A0-CC06-B2B0D6BBB2D8}"/>
          </ac:cxnSpMkLst>
        </pc:cxnChg>
        <pc:cxnChg chg="add mod">
          <ac:chgData name="이민재" userId="f97f16f7-28a5-49bd-9e05-fb3ef63d7997" providerId="ADAL" clId="{9BD091B5-BB1A-44A0-8AB3-204ECA7231B1}" dt="2023-07-28T16:59:52.232" v="2059" actId="14100"/>
          <ac:cxnSpMkLst>
            <pc:docMk/>
            <pc:sldMk cId="1862027942" sldId="838"/>
            <ac:cxnSpMk id="393" creationId="{E669A246-9FE9-3F7F-F825-45339D8D8960}"/>
          </ac:cxnSpMkLst>
        </pc:cxnChg>
        <pc:cxnChg chg="add mod">
          <ac:chgData name="이민재" userId="f97f16f7-28a5-49bd-9e05-fb3ef63d7997" providerId="ADAL" clId="{9BD091B5-BB1A-44A0-8AB3-204ECA7231B1}" dt="2023-07-28T16:59:47.680" v="2058" actId="14100"/>
          <ac:cxnSpMkLst>
            <pc:docMk/>
            <pc:sldMk cId="1862027942" sldId="838"/>
            <ac:cxnSpMk id="394" creationId="{427E6DE9-A0C1-0D16-56DE-45502BCB9A01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4" creationId="{3C98A062-3370-3C2A-02CB-5E9033B1D922}"/>
          </ac:cxnSpMkLst>
        </pc:cxnChg>
        <pc:cxnChg chg="del mod">
          <ac:chgData name="이민재" userId="f97f16f7-28a5-49bd-9e05-fb3ef63d7997" providerId="ADAL" clId="{9BD091B5-BB1A-44A0-8AB3-204ECA7231B1}" dt="2023-07-28T13:20:49.936" v="103" actId="478"/>
          <ac:cxnSpMkLst>
            <pc:docMk/>
            <pc:sldMk cId="1862027942" sldId="838"/>
            <ac:cxnSpMk id="548" creationId="{8D403008-67FB-11AA-E872-26C11EA6A905}"/>
          </ac:cxnSpMkLst>
        </pc:cxnChg>
        <pc:cxnChg chg="del mod">
          <ac:chgData name="이민재" userId="f97f16f7-28a5-49bd-9e05-fb3ef63d7997" providerId="ADAL" clId="{9BD091B5-BB1A-44A0-8AB3-204ECA7231B1}" dt="2023-07-28T13:20:53.984" v="105" actId="478"/>
          <ac:cxnSpMkLst>
            <pc:docMk/>
            <pc:sldMk cId="1862027942" sldId="838"/>
            <ac:cxnSpMk id="550" creationId="{069E3863-ED7C-F9C8-7C51-DE076BAF6575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661" creationId="{15211DAE-E0E5-BFA1-9C66-4504BFC19D09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04" creationId="{34E43A51-93C4-DA4F-B167-4CCD0D44D2A2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28T15:43:47.844" v="926" actId="478"/>
          <ac:cxnSpMkLst>
            <pc:docMk/>
            <pc:sldMk cId="1862027942" sldId="838"/>
            <ac:cxnSpMk id="830" creationId="{6295A7FF-5437-44A1-BABD-9C0F5730156F}"/>
          </ac:cxnSpMkLst>
        </pc:cxnChg>
        <pc:cxnChg chg="del mod">
          <ac:chgData name="이민재" userId="f97f16f7-28a5-49bd-9e05-fb3ef63d7997" providerId="ADAL" clId="{9BD091B5-BB1A-44A0-8AB3-204ECA7231B1}" dt="2023-07-28T15:43:49.023" v="927" actId="478"/>
          <ac:cxnSpMkLst>
            <pc:docMk/>
            <pc:sldMk cId="1862027942" sldId="838"/>
            <ac:cxnSpMk id="831" creationId="{428A1E52-B379-7BF2-112C-8218432CE190}"/>
          </ac:cxnSpMkLst>
        </pc:cxnChg>
        <pc:cxnChg chg="del mod">
          <ac:chgData name="이민재" userId="f97f16f7-28a5-49bd-9e05-fb3ef63d7997" providerId="ADAL" clId="{9BD091B5-BB1A-44A0-8AB3-204ECA7231B1}" dt="2023-07-28T15:43:55.373" v="931" actId="478"/>
          <ac:cxnSpMkLst>
            <pc:docMk/>
            <pc:sldMk cId="1862027942" sldId="838"/>
            <ac:cxnSpMk id="832" creationId="{46EFA3EE-787D-B490-8EE0-D41021BFDE94}"/>
          </ac:cxnSpMkLst>
        </pc:cxnChg>
        <pc:cxnChg chg="del mod">
          <ac:chgData name="이민재" userId="f97f16f7-28a5-49bd-9e05-fb3ef63d7997" providerId="ADAL" clId="{9BD091B5-BB1A-44A0-8AB3-204ECA7231B1}" dt="2023-07-28T15:43:52.733" v="930" actId="478"/>
          <ac:cxnSpMkLst>
            <pc:docMk/>
            <pc:sldMk cId="1862027942" sldId="838"/>
            <ac:cxnSpMk id="833" creationId="{ABFC016F-D818-2347-02C1-76F9A76E71A5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38" creationId="{7F84B252-4620-045A-1B11-4CCB4B32A8B1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46" creationId="{835AE349-5A64-0F06-300C-A1A3A7C2B9EE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8T16:59:10.203" v="2051" actId="14100"/>
          <ac:cxnSpMkLst>
            <pc:docMk/>
            <pc:sldMk cId="1862027942" sldId="838"/>
            <ac:cxnSpMk id="900" creationId="{16920AA6-186B-534F-79BE-DD9C88350627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55.316" v="11470" actId="47"/>
        <pc:sldMkLst>
          <pc:docMk/>
          <pc:sldMk cId="2670933943" sldId="839"/>
        </pc:sldMkLst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" creationId="{277E9A51-B8DB-8D6A-F7DA-74460D7F59FC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" creationId="{87694313-6EF1-69BE-C3B7-4F8A33241C58}"/>
          </ac:spMkLst>
        </pc:spChg>
        <pc:spChg chg="del">
          <ac:chgData name="이민재" userId="f97f16f7-28a5-49bd-9e05-fb3ef63d7997" providerId="ADAL" clId="{9BD091B5-BB1A-44A0-8AB3-204ECA7231B1}" dt="2023-07-28T16:19:35.736" v="1735" actId="478"/>
          <ac:spMkLst>
            <pc:docMk/>
            <pc:sldMk cId="2670933943" sldId="839"/>
            <ac:spMk id="11" creationId="{F2174E3E-7916-54DF-E552-E3A4457DB0D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12" creationId="{988C068C-065F-239A-7F8A-DA0DF8E55E9E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13" creationId="{674AE999-EDF5-390D-879A-6752C128684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14" creationId="{D6243BB1-54CF-BCB2-1C9C-8AD0D2E76D88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15" creationId="{D8949651-6A68-7C52-E67B-B6C15979EA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16" creationId="{7758C24E-7292-44C2-F5BD-BC4E0F2C8E72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4" creationId="{FB2F0072-91A2-924F-4767-C54E6066B323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5" creationId="{588A2217-6F98-8592-65D6-B78FEBF433E0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7" creationId="{C709C94C-FB36-3F77-20D1-EB701320C97D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9" creationId="{1060A3BA-1F15-270E-417D-1A8221CA1EC3}"/>
          </ac:spMkLst>
        </pc:spChg>
        <pc:spChg chg="del">
          <ac:chgData name="이민재" userId="f97f16f7-28a5-49bd-9e05-fb3ef63d7997" providerId="ADAL" clId="{9BD091B5-BB1A-44A0-8AB3-204ECA7231B1}" dt="2023-07-28T16:19:41.178" v="1739" actId="478"/>
          <ac:spMkLst>
            <pc:docMk/>
            <pc:sldMk cId="2670933943" sldId="839"/>
            <ac:spMk id="31" creationId="{69585049-A957-02BE-5200-5B1C16D1E4A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2" creationId="{BF8E8948-D3D0-CC74-B047-0A739212ECB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3" creationId="{6C1749CA-BCDA-6C1D-524D-897859CE71E3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4" creationId="{F7A08D96-7D8E-8A17-0E74-660925CE8A7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5" creationId="{45278AB6-43CD-AAE1-C077-CC03974B28C1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6" creationId="{1ECCD3CC-4094-FDE7-775E-7CE4BDF57E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7" creationId="{9BDC8B02-3602-40DA-101B-31F311F10812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8" creationId="{3FFE5F4A-6BEC-1051-40E0-6068C9EBC7FE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5" creationId="{9EA15C52-FAA6-0015-3436-A0C9E3B6118A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46" creationId="{D2C330DF-08D5-28FE-91A7-56C32F210446}"/>
          </ac:spMkLst>
        </pc:spChg>
        <pc:spChg chg="del">
          <ac:chgData name="이민재" userId="f97f16f7-28a5-49bd-9e05-fb3ef63d7997" providerId="ADAL" clId="{9BD091B5-BB1A-44A0-8AB3-204ECA7231B1}" dt="2023-07-28T16:19:39.849" v="1738" actId="478"/>
          <ac:spMkLst>
            <pc:docMk/>
            <pc:sldMk cId="2670933943" sldId="839"/>
            <ac:spMk id="47" creationId="{F78304A6-5DD7-A37E-C577-58337E5D00C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8" creationId="{BF42CC46-A926-0048-7B54-FE365A6233EF}"/>
          </ac:spMkLst>
        </pc:spChg>
        <pc:spChg chg="add 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9" creationId="{B05A3B9F-2E5D-B5B8-580B-68C25898C1F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0" creationId="{73A815F7-041B-9BF8-72C5-AECB0B2928A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1" creationId="{D366A5DF-C926-AAA7-0F61-B15275D7D72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9" creationId="{9720CBA6-CCA3-85DD-0ED5-D10BF67B07F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60" creationId="{55CEF7B2-B203-CAA0-EBBD-1C577AE77090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64" creationId="{5FBEAEFF-7596-6534-36DD-D6AE140BCD8C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1" creationId="{FBE896E9-4CE2-825D-0000-315BA0186B7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3" creationId="{22F64220-8762-F49D-61B1-808223F367D1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8" creationId="{342C7ED7-2BD6-4D1A-372F-1555083E882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90" creationId="{FF045530-61A7-5778-24C6-5C1B8534C3D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91" creationId="{D5DE569E-B64E-5826-FF36-C459E903A6B0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96" creationId="{BF4AD167-4831-877E-8771-E72C38597924}"/>
          </ac:spMkLst>
        </pc:spChg>
        <pc:spChg chg="del mod">
          <ac:chgData name="이민재" userId="f97f16f7-28a5-49bd-9e05-fb3ef63d7997" providerId="ADAL" clId="{9BD091B5-BB1A-44A0-8AB3-204ECA7231B1}" dt="2023-07-28T16:20:54.040" v="1765" actId="21"/>
          <ac:spMkLst>
            <pc:docMk/>
            <pc:sldMk cId="2670933943" sldId="839"/>
            <ac:spMk id="97" creationId="{1F264D85-D222-BA47-A8B0-AD7AD9D912A6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98" creationId="{DF9A7240-227C-DD20-98BB-F0FACC7BCF01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59" creationId="{6E5061A0-22DE-D880-199E-C92AB4200C99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60" creationId="{C4E372EB-6E53-28C9-8BB8-089BDAD0037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66" creationId="{8C77C290-9078-657D-42B7-FDC3B5842137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67" creationId="{E99C47FD-49F0-9E7D-70A7-78C8CC4C2BCE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68" creationId="{42884033-DDD8-1A38-A3BE-350FCC43A76C}"/>
          </ac:spMkLst>
        </pc:spChg>
        <pc:spChg chg="del mod">
          <ac:chgData name="이민재" userId="f97f16f7-28a5-49bd-9e05-fb3ef63d7997" providerId="ADAL" clId="{9BD091B5-BB1A-44A0-8AB3-204ECA7231B1}" dt="2023-07-28T16:20:12.481" v="1751" actId="21"/>
          <ac:spMkLst>
            <pc:docMk/>
            <pc:sldMk cId="2670933943" sldId="839"/>
            <ac:spMk id="278" creationId="{32BBF6DC-EB01-03FD-FFE6-57243541C154}"/>
          </ac:spMkLst>
        </pc:spChg>
        <pc:spChg chg="del mod">
          <ac:chgData name="이민재" userId="f97f16f7-28a5-49bd-9e05-fb3ef63d7997" providerId="ADAL" clId="{9BD091B5-BB1A-44A0-8AB3-204ECA7231B1}" dt="2023-07-28T16:20:12.481" v="1751" actId="21"/>
          <ac:spMkLst>
            <pc:docMk/>
            <pc:sldMk cId="2670933943" sldId="839"/>
            <ac:spMk id="279" creationId="{BAD1227D-DD50-2A6A-4995-34264FA0AA9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0" creationId="{62EE62E8-58CF-281A-7E74-C10CF645E91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8" creationId="{87E00D62-013E-98AB-5654-B5AC9FB9BCC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9" creationId="{CC7E43B6-BC4E-228E-0AFC-CA139E80C52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0" creationId="{D8532589-7C4E-5199-D947-D5EC9D6BA71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1" creationId="{540099F2-0349-12A7-0C4E-C40B62CB4FE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2" creationId="{2318FDFC-7E7F-6B36-0E36-13D6EED9913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3" creationId="{38C40FD1-3369-D757-185C-8BA3791FB77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4" creationId="{0B965678-BDD4-798C-6928-D6F6BDAFA0A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5" creationId="{3FF6D094-B349-BCFB-5D75-6CCD8BF10FE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6" creationId="{4BCE4138-3A48-E2B4-2A59-D3CCC5E863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7" creationId="{B12AD2EA-5971-39A8-B12B-4BA6E984737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8" creationId="{58B2E5D2-9C78-F252-4339-C3F0E724BFE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9" creationId="{8F4B11E3-9A06-AD14-5257-38F9232D18B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0" creationId="{DE610BEB-0279-29C4-77FA-D100D51D0A6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1" creationId="{A049CBEC-4E7F-C651-68EE-87A13086B16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2" creationId="{07C2C4AE-E64C-8702-43E8-5319E160872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3" creationId="{2D571994-E7ED-2DEC-870A-50F52BEB49F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5" creationId="{FC67491F-D43C-B1A4-3F19-83D7D1557ED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6" creationId="{C9712D2F-4239-9486-CFD7-BB5F912286FC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08" creationId="{C054707B-0986-AEC6-1010-8A4F93BFC253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88" creationId="{F19FC68C-59D7-2E70-8C77-ACD6F57727AF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439" creationId="{12CD22EC-4326-AF85-0F13-4B979D70C60A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6" creationId="{B2DF32B0-2983-823B-E4CC-AFE77919D75F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8" creationId="{F394702E-80BD-6D2D-413E-73669225BCF9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9" creationId="{71531470-2E74-274D-7F1B-41553DD08C71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59" creationId="{9B419EAF-4BD6-61B3-439B-1279CB85882F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0" creationId="{3E8C8521-CA55-7F3E-53EB-7D7E22AB0002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5" creationId="{2B1CFCB5-B2A4-093D-170C-4C87ACD696C9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6" creationId="{11D9EC64-14EC-DCAE-B564-FEDA92874C4A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7" creationId="{D6826CF2-C1EC-0E53-18B5-46C6946F428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8" creationId="{2113B3EB-5A78-E823-F696-2531F0831704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9" creationId="{7481D40C-B76B-2582-30B1-A73C15706C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0" creationId="{BFBD119D-B147-A3C9-3094-0E42B27AA9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1" creationId="{3F3427BE-948E-D708-2441-46E7056C02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2" creationId="{635BBAB2-7E2C-FD98-B6D5-B944287D5535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3" creationId="{30DDB789-25B2-8C7F-DC1C-228E77968393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4" creationId="{5193AAF8-C030-238B-B664-4B4141BB25B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5" creationId="{6659E71D-B17A-3761-DD72-C91E6703650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6" creationId="{1E3BA907-74D6-0CBC-BE1B-4B28B8AE3693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7" creationId="{AE495E8D-1714-94E8-4514-CD3119A315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8" creationId="{BC4C8179-ACD0-86AF-3ECB-C32A4003F85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9" creationId="{4646EFFF-C499-C707-E59F-223B4B3D9B8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80" creationId="{9EE8C28C-3AF8-917D-D5FC-D720AFD5F63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6" creationId="{95ACDAF2-BDCC-2C6B-75C2-88F98941D9FC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7" creationId="{2E272C6A-443B-3B21-FBFC-F02A8907444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9" creationId="{1A8EE6E3-2619-8BB6-85D1-3A03D8EC214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40" creationId="{0C98F984-E63A-1B54-608B-2B8AD060890B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41" creationId="{9CF23BFF-29A9-B3DA-69BE-401B98D2175A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84" creationId="{19BCFFB9-14D8-2930-5846-84B566B59109}"/>
          </ac:spMkLst>
        </pc:spChg>
        <pc:spChg chg="del">
          <ac:chgData name="이민재" userId="f97f16f7-28a5-49bd-9e05-fb3ef63d7997" providerId="ADAL" clId="{9BD091B5-BB1A-44A0-8AB3-204ECA7231B1}" dt="2023-07-28T16:19:49.075" v="1745" actId="478"/>
          <ac:spMkLst>
            <pc:docMk/>
            <pc:sldMk cId="2670933943" sldId="839"/>
            <ac:spMk id="600" creationId="{FF49F5E6-107A-DDD9-4DD7-B2A87C9265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601" creationId="{38810EA1-E11A-0892-AAC1-FADC6845DE8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25" creationId="{9D19C0D7-4E63-CE38-C6ED-06BFB8B1BC67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5" creationId="{11DFC199-939A-4C24-C080-979864980F55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6" creationId="{52C356DB-808A-28D6-9284-90C6D03F54ED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8" creationId="{B01A25E5-471E-71D2-4F81-2542FE29B9B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9" creationId="{2C27AF2C-A817-6E0B-200C-677BDFC57D9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43" creationId="{F8AA7C46-E605-912A-FFF3-7C91987B1BC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68" creationId="{898DCF35-6880-32EE-F354-57FA35B21BC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69" creationId="{38DBE95C-DB1C-A47E-9809-C077651F9F9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0" creationId="{8B529ABA-0615-8808-D686-886810A9B4B8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1" creationId="{684DD002-76E7-302F-C2FD-5D43ACB9DB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6" creationId="{46733AE2-E2E1-36C3-B101-F90ACECB4EC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1" creationId="{4FE7054B-9490-9812-5334-D759EDFB735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2" creationId="{0C4D6172-CE7D-4130-EC3A-40EBC111AD7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3" creationId="{4B98E47D-F8D7-413C-5A27-C1CDDB38CD7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4" creationId="{081D487C-E8A9-E008-1BBD-130C8E0D5F0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96" creationId="{ADA3F8AA-C1A9-22FD-579E-4CA28CADC5A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799" creationId="{CD37BD4F-5412-4343-019F-015E77E0F33E}"/>
          </ac:spMkLst>
        </pc:spChg>
        <pc:spChg chg="del mod">
          <ac:chgData name="이민재" userId="f97f16f7-28a5-49bd-9e05-fb3ef63d7997" providerId="ADAL" clId="{9BD091B5-BB1A-44A0-8AB3-204ECA7231B1}" dt="2023-07-28T16:27:21.236" v="1990" actId="21"/>
          <ac:spMkLst>
            <pc:docMk/>
            <pc:sldMk cId="2670933943" sldId="839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824" creationId="{EBC050DB-E275-2EFB-2F72-B3A8F6BB6DE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37" creationId="{8FF4072A-380B-1259-BDA7-F4A13B49DD80}"/>
          </ac:spMkLst>
        </pc:spChg>
        <pc:spChg chg="del mod">
          <ac:chgData name="이민재" userId="f97f16f7-28a5-49bd-9e05-fb3ef63d7997" providerId="ADAL" clId="{9BD091B5-BB1A-44A0-8AB3-204ECA7231B1}" dt="2023-07-28T16:20:54.040" v="1765" actId="21"/>
          <ac:spMkLst>
            <pc:docMk/>
            <pc:sldMk cId="2670933943" sldId="839"/>
            <ac:spMk id="847" creationId="{429D91CA-BA93-1112-628F-BA599246AA1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1" creationId="{7EB54890-3246-A34B-61D9-0342C421CA2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8" creationId="{5E558150-360B-1B23-7149-3B3D12B92DD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9" creationId="{FD2DE156-9922-ED28-5BB3-C46AF8EDBDF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0" creationId="{9A9E8570-52DB-792D-80D5-D8DFF0720B18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1" creationId="{64A3D8CC-E7E5-04C2-9F8F-D72E98ADD9B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2" creationId="{AFB93C10-58EC-D80D-CA77-02844D58CF8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3" creationId="{63DCA8E4-E0DB-3A00-F711-04C3BA09DEE7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4" creationId="{83CDD144-4CB0-3F4B-7575-D91A1C400B6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5" creationId="{C44EF408-AEC9-9488-3F20-4A193785DA2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6" creationId="{E8D44750-6248-B40B-6E86-70DE8E8C18B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7" creationId="{9797BE66-FD2B-88CE-4763-79B220F4179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8" creationId="{2BE32FA9-747A-3374-D103-0C5B17F1276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9" creationId="{6A99C7F1-24FF-C767-08A8-9D257AECC53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0" creationId="{FD41C862-B4EF-D59C-A96C-06B869F9834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1" creationId="{70DEBD53-B585-353E-4478-75C1ED60E9D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2" creationId="{73DEA5D9-CBD3-EF62-9E2B-963A26F17E1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3" creationId="{BEF96F2B-62B9-486B-EACC-13C28CB47CC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4" creationId="{C639C59A-936D-4B4A-FDBD-DD42BBB185E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5" creationId="{FFF34265-41A7-E727-3720-C08C9156414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6" creationId="{2E87189E-44FD-90EE-F640-C5D1E04D488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7" creationId="{B3CD1AE2-192D-2558-2AE4-268D7505DA8B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8" creationId="{98DCFD86-0614-0A69-EBBB-C193FAD8EDB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3" creationId="{348FB1FC-80F4-1F01-64FB-E71B2D18AF4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5" creationId="{4EDE67E1-0A7A-ACDB-2E1C-83F4E369741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6:18:53.212" v="1725" actId="1076"/>
          <ac:spMkLst>
            <pc:docMk/>
            <pc:sldMk cId="2670933943" sldId="839"/>
            <ac:spMk id="898" creationId="{3D2488FD-A5B0-0E15-166D-908AD731D37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899" creationId="{05AF3FD2-4CC3-936F-E524-A3E519F98B41}"/>
          </ac:spMkLst>
        </pc:s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69" creationId="{34A9A3D5-884E-2FCA-BC0C-952B7AB65CD8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70" creationId="{0218DD05-DF2B-6435-5EAA-400DCB3EB50B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75" creationId="{2DBD6805-AA57-3C6F-E9DB-6060B00A2B6C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83" creationId="{CE018AD1-7864-AA13-3BFB-EEBF7FDEBD44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52" creationId="{454D5CFF-031D-3C87-A3E4-A994C409C204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60" creationId="{7FE35D76-BDC3-2281-CEB3-11E82D5584D7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68" creationId="{90C3F5FF-5B1D-EF51-FAAF-3AC0E252E030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76" creationId="{687002DD-B0EF-FE3D-A874-56F4A36B90D4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27" creationId="{854E9D9F-8B09-80D3-3DC7-B9449B9009E8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28" creationId="{3CF73B55-60B3-6AF6-D176-C2E4B0FEE874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33" creationId="{FFE675AA-6AEC-F86E-736F-644FB558F2B6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38" creationId="{0E567781-CDC6-39D4-CB6B-694ECE255F7D}"/>
          </ac:grpSpMkLst>
        </pc:grpChg>
        <pc:graphicFrameChg chg="add mod">
          <ac:chgData name="이민재" userId="f97f16f7-28a5-49bd-9e05-fb3ef63d7997" providerId="ADAL" clId="{9BD091B5-BB1A-44A0-8AB3-204ECA7231B1}" dt="2023-07-30T17:25:13.848" v="3319" actId="1076"/>
          <ac:graphicFrameMkLst>
            <pc:docMk/>
            <pc:sldMk cId="2670933943" sldId="839"/>
            <ac:graphicFrameMk id="2" creationId="{8175FD07-F9D6-62EB-B986-C6D4C745EC2F}"/>
          </ac:graphicFrameMkLst>
        </pc:graphicFrameChg>
        <pc:graphicFrameChg chg="add mod">
          <ac:chgData name="이민재" userId="f97f16f7-28a5-49bd-9e05-fb3ef63d7997" providerId="ADAL" clId="{9BD091B5-BB1A-44A0-8AB3-204ECA7231B1}" dt="2023-07-30T17:25:16.090" v="3320" actId="1076"/>
          <ac:graphicFrameMkLst>
            <pc:docMk/>
            <pc:sldMk cId="2670933943" sldId="839"/>
            <ac:graphicFrameMk id="3" creationId="{16F016CE-4940-47D4-97F3-48220164ED95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18" creationId="{CD948504-1BD5-B3FF-C7DA-55B42EAFB8E8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19" creationId="{B2D9E58C-CDF2-C1B2-FA5A-DDDC53E7DF0E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0" creationId="{A27D299C-E00D-E034-6AD2-391C036F17DB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1" creationId="{9A9A2DC1-9262-EAD7-4F0B-C1BE3F4208B7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2" creationId="{0AE0D71E-8E82-935A-8FBB-A5615C92B916}"/>
          </ac:graphicFrameMkLst>
        </pc:graphicFrameChg>
        <pc:graphicFrameChg chg="del">
          <ac:chgData name="이민재" userId="f97f16f7-28a5-49bd-9e05-fb3ef63d7997" providerId="ADAL" clId="{9BD091B5-BB1A-44A0-8AB3-204ECA7231B1}" dt="2023-07-28T16:21:40.830" v="1780" actId="21"/>
          <ac:graphicFrameMkLst>
            <pc:docMk/>
            <pc:sldMk cId="2670933943" sldId="839"/>
            <ac:graphicFrameMk id="28" creationId="{559496BD-EB4E-DF87-7F2A-2FB1C551F475}"/>
          </ac:graphicFrameMkLst>
        </pc:graphicFrameChg>
        <pc:graphicFrameChg chg="del mod">
          <ac:chgData name="이민재" userId="f97f16f7-28a5-49bd-9e05-fb3ef63d7997" providerId="ADAL" clId="{9BD091B5-BB1A-44A0-8AB3-204ECA7231B1}" dt="2023-07-28T16:20:54.040" v="1765" actId="21"/>
          <ac:graphicFrameMkLst>
            <pc:docMk/>
            <pc:sldMk cId="2670933943" sldId="839"/>
            <ac:graphicFrameMk id="30" creationId="{ECA9A7D1-CCC9-3E38-C69F-1309BF2E9811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43" creationId="{6BCCAC2B-D845-3A73-2C8D-CB0CCB3C9945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61" creationId="{96517704-6BD3-D783-A44F-6F6CB353F0A3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95" creationId="{8EC8C7E6-47D7-7BB5-BBBA-08191996315C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258" creationId="{349BF357-8ACE-415F-EDA4-7E90D37CB8DD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443" creationId="{FB15BC91-A643-79CB-8F99-B823895AC1F0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0" creationId="{8F41662F-1A18-C5FC-6D0B-E8F91F196D6C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1" creationId="{7E73CF13-5A65-14B4-91FC-11FCF8322D44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2" creationId="{6504B3A3-B5ED-218B-187A-1777BF970FB9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3" creationId="{7E6AA9CE-821A-5B33-CD97-8AA8120B13E9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4" creationId="{81204265-10CC-A06C-6C4F-F86FD43CFA0B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5" creationId="{FDE725D8-255B-B7C2-D6B9-3B7794C37977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6" creationId="{C6988CC1-5039-1252-8906-E0125FC2C4D0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7" creationId="{3DE02608-6324-3D2B-E2D8-E688E99E2CEA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620" creationId="{D398A501-9F60-A835-AA2D-DAB3B48FF174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4" creationId="{BE807466-F25E-9564-26DE-A131F8E79190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5" creationId="{F92A9BB2-C4E7-F96D-F1E5-2FD94D4145E1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6" creationId="{4A6DA1D3-1D37-C38E-5A48-0EFB181D7D1E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7" creationId="{F8E56DA8-ECF6-99DA-229D-9A3AE96A5B29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7" creationId="{31DA4B37-C6DC-41CA-EF86-5F114AB52759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8" creationId="{C3660B4D-A5EF-E7D4-4993-957D65D0A4B7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9" creationId="{2D79302F-7898-2B1C-36CB-B01FF2FC2C73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80" creationId="{395C7978-7536-A3C1-6F9F-5956823DC1B0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5" creationId="{7E18979C-B5B7-F7D9-9D4C-19C1F6464C47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6" creationId="{06EE937E-43EA-F642-2596-F4478DC2BE88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7" creationId="{C2ED08DF-3571-453A-F8B3-BF653C217578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8" creationId="{A21F9C5B-7C01-F5ED-8CE5-30DEDDE7C744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4" creationId="{345A722D-77B7-EC5B-CBD8-C11CE2F89E2C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5" creationId="{D79F7856-3D04-5378-3957-EC25504E6E0B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6" creationId="{5ED5B44D-7679-3563-9C9C-B7CCC58F2FE0}"/>
          </ac:graphicFrameMkLst>
        </pc:graphicFrameChg>
        <pc:graphicFrameChg chg="del">
          <ac:chgData name="이민재" userId="f97f16f7-28a5-49bd-9e05-fb3ef63d7997" providerId="ADAL" clId="{9BD091B5-BB1A-44A0-8AB3-204ECA7231B1}" dt="2023-07-28T16:21:40.830" v="1780" actId="21"/>
          <ac:graphicFrameMkLst>
            <pc:docMk/>
            <pc:sldMk cId="2670933943" sldId="839"/>
            <ac:graphicFrameMk id="844" creationId="{F5FE81B8-1FF4-D6BC-3777-3154CAC80697}"/>
          </ac:graphicFrameMkLst>
        </pc:graphicFrameChg>
        <pc:cxnChg chg="del">
          <ac:chgData name="이민재" userId="f97f16f7-28a5-49bd-9e05-fb3ef63d7997" providerId="ADAL" clId="{9BD091B5-BB1A-44A0-8AB3-204ECA7231B1}" dt="2023-07-28T16:19:44.864" v="1741" actId="478"/>
          <ac:cxnSpMkLst>
            <pc:docMk/>
            <pc:sldMk cId="2670933943" sldId="839"/>
            <ac:cxnSpMk id="7" creationId="{12EF606E-0D7C-25B1-E56C-C2563F9C49C0}"/>
          </ac:cxnSpMkLst>
        </pc:cxnChg>
        <pc:cxnChg chg="del">
          <ac:chgData name="이민재" userId="f97f16f7-28a5-49bd-9e05-fb3ef63d7997" providerId="ADAL" clId="{9BD091B5-BB1A-44A0-8AB3-204ECA7231B1}" dt="2023-07-28T16:19:46.673" v="1743" actId="478"/>
          <ac:cxnSpMkLst>
            <pc:docMk/>
            <pc:sldMk cId="2670933943" sldId="839"/>
            <ac:cxnSpMk id="8" creationId="{6A5FF647-BAAA-0867-BE97-EA4D1B4E7E48}"/>
          </ac:cxnSpMkLst>
        </pc:cxnChg>
        <pc:cxnChg chg="del">
          <ac:chgData name="이민재" userId="f97f16f7-28a5-49bd-9e05-fb3ef63d7997" providerId="ADAL" clId="{9BD091B5-BB1A-44A0-8AB3-204ECA7231B1}" dt="2023-07-28T16:20:36.141" v="1759" actId="21"/>
          <ac:cxnSpMkLst>
            <pc:docMk/>
            <pc:sldMk cId="2670933943" sldId="839"/>
            <ac:cxnSpMk id="23" creationId="{48650BEC-0B18-13BB-FDC7-1FADF265F1CB}"/>
          </ac:cxnSpMkLst>
        </pc:cxnChg>
        <pc:cxnChg chg="del">
          <ac:chgData name="이민재" userId="f97f16f7-28a5-49bd-9e05-fb3ef63d7997" providerId="ADAL" clId="{9BD091B5-BB1A-44A0-8AB3-204ECA7231B1}" dt="2023-07-28T16:21:40.830" v="1780" actId="21"/>
          <ac:cxnSpMkLst>
            <pc:docMk/>
            <pc:sldMk cId="2670933943" sldId="839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52" creationId="{010DBE2D-E14C-4A04-5A47-BC605E6D3E5C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55" creationId="{6EE1BFEE-D902-3FE4-327B-40746B873A30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86" creationId="{24E41094-8E50-9F82-0C94-652FEC8ADC4B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87" creationId="{49FFDA38-AB1A-4A7B-1B9F-8C6779846607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264" creationId="{3423F14C-F326-ABD8-E21A-BC112E825086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0" creationId="{27965CB8-EF5E-B780-18C9-D1952470644E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1" creationId="{051AA100-EB51-6F4E-689E-1630D4CC2E74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2" creationId="{720DF9BC-EDF7-986D-6452-6A63B3283C7D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314" creationId="{597839CD-88B8-3B55-0EE8-339D4661279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318" creationId="{799C3009-ECF7-27A0-CC06-B2B0D6BBB2D8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4" creationId="{0997575C-F6D5-946E-AC99-30301D021CEF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5" creationId="{77250E89-28BB-4134-D5BF-A7D9C301BB36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6" creationId="{8A06D2B7-8393-FF4A-78E5-FE46B033D393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7" creationId="{F0BB3677-3DA1-B8CD-F490-F2086AFC668F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1" creationId="{03A756BB-C56C-AE76-A5ED-4B493AAB8A3E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2" creationId="{121AE3F3-33CE-5107-165F-3601D95271ED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3" creationId="{5CD8B68E-543B-7008-DC51-CC23E0665F60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4" creationId="{3C98A062-3370-3C2A-02CB-5E9033B1D922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585" creationId="{EF740147-80D8-AA0D-60A5-5B2811767D30}"/>
          </ac:cxnSpMkLst>
        </pc:cxnChg>
        <pc:cxnChg chg="del">
          <ac:chgData name="이민재" userId="f97f16f7-28a5-49bd-9e05-fb3ef63d7997" providerId="ADAL" clId="{9BD091B5-BB1A-44A0-8AB3-204ECA7231B1}" dt="2023-07-28T16:19:45.544" v="1742" actId="478"/>
          <ac:cxnSpMkLst>
            <pc:docMk/>
            <pc:sldMk cId="2670933943" sldId="839"/>
            <ac:cxnSpMk id="661" creationId="{15211DAE-E0E5-BFA1-9C66-4504BFC19D09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2" creationId="{CF24A4EB-6A6A-DB3F-F2D6-72B248992DC4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3" creationId="{9D98C860-7E55-C129-4C10-2DC6CDB5D9D3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4" creationId="{1B649805-97FC-40A7-4339-988FA8E34C10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5" creationId="{24B27362-FB28-47CB-E149-9533A0997BB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5" creationId="{A3E7F8C3-559B-860C-2E40-36ED0FF7E420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6" creationId="{A2093399-A897-56F8-E522-A0A0FFB6057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7" creationId="{C16DA65E-0C9F-1DB8-4878-87D4BDF64AD6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8" creationId="{81E416AA-1C8F-FB8C-AB5C-8D45CDFF26D6}"/>
          </ac:cxnSpMkLst>
        </pc:cxnChg>
        <pc:cxnChg chg="del">
          <ac:chgData name="이민재" userId="f97f16f7-28a5-49bd-9e05-fb3ef63d7997" providerId="ADAL" clId="{9BD091B5-BB1A-44A0-8AB3-204ECA7231B1}" dt="2023-07-28T16:19:43.897" v="1740" actId="478"/>
          <ac:cxnSpMkLst>
            <pc:docMk/>
            <pc:sldMk cId="2670933943" sldId="839"/>
            <ac:cxnSpMk id="804" creationId="{34E43A51-93C4-DA4F-B167-4CCD0D44D2A2}"/>
          </ac:cxnSpMkLst>
        </pc:cxnChg>
        <pc:cxnChg chg="del">
          <ac:chgData name="이민재" userId="f97f16f7-28a5-49bd-9e05-fb3ef63d7997" providerId="ADAL" clId="{9BD091B5-BB1A-44A0-8AB3-204ECA7231B1}" dt="2023-07-28T16:19:47.636" v="1744" actId="478"/>
          <ac:cxnSpMkLst>
            <pc:docMk/>
            <pc:sldMk cId="2670933943" sldId="839"/>
            <ac:cxnSpMk id="805" creationId="{A0E2C015-6EDB-67DA-B7CB-75FEEC06E9FB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838" creationId="{7F84B252-4620-045A-1B11-4CCB4B32A8B1}"/>
          </ac:cxnSpMkLst>
        </pc:cxnChg>
        <pc:cxnChg chg="del">
          <ac:chgData name="이민재" userId="f97f16f7-28a5-49bd-9e05-fb3ef63d7997" providerId="ADAL" clId="{9BD091B5-BB1A-44A0-8AB3-204ECA7231B1}" dt="2023-07-28T16:19:52.633" v="1746" actId="478"/>
          <ac:cxnSpMkLst>
            <pc:docMk/>
            <pc:sldMk cId="2670933943" sldId="839"/>
            <ac:cxnSpMk id="846" creationId="{835AE349-5A64-0F06-300C-A1A3A7C2B9EE}"/>
          </ac:cxnSpMkLst>
        </pc:cxnChg>
        <pc:cxnChg chg="del mod">
          <ac:chgData name="이민재" userId="f97f16f7-28a5-49bd-9e05-fb3ef63d7997" providerId="ADAL" clId="{9BD091B5-BB1A-44A0-8AB3-204ECA7231B1}" dt="2023-07-28T16:20:54.040" v="1765" actId="21"/>
          <ac:cxnSpMkLst>
            <pc:docMk/>
            <pc:sldMk cId="2670933943" sldId="839"/>
            <ac:cxnSpMk id="848" creationId="{AA6D872E-162B-EEFD-DFAF-42FC2BCCE643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894" creationId="{D245ED8D-C483-EC09-93F9-D46EAE7095D9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900" creationId="{16920AA6-186B-534F-79BE-DD9C88350627}"/>
          </ac:cxnSpMkLst>
        </pc:cxnChg>
      </pc:sldChg>
      <pc:sldChg chg="delSp modSp add del mod">
        <pc:chgData name="이민재" userId="f97f16f7-28a5-49bd-9e05-fb3ef63d7997" providerId="ADAL" clId="{9BD091B5-BB1A-44A0-8AB3-204ECA7231B1}" dt="2023-07-28T13:12:44.950" v="24" actId="47"/>
        <pc:sldMkLst>
          <pc:docMk/>
          <pc:sldMk cId="3112919854" sldId="839"/>
        </pc:sldMkLst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" creationId="{87694313-6EF1-69BE-C3B7-4F8A33241C5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" creationId="{20D85149-5AA3-8A50-3F68-97E887B54E5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1" creationId="{F2174E3E-7916-54DF-E552-E3A4457DB0D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3" creationId="{674AE999-EDF5-390D-879A-6752C128684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5" creationId="{D8949651-6A68-7C52-E67B-B6C15979EA1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4" creationId="{FB2F0072-91A2-924F-4767-C54E6066B32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5" creationId="{588A2217-6F98-8592-65D6-B78FEBF433E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1" creationId="{69585049-A957-02BE-5200-5B1C16D1E4A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4" creationId="{F7A08D96-7D8E-8A17-0E74-660925CE8A7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" creationId="{F78304A6-5DD7-A37E-C577-58337E5D00C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" creationId="{BF42CC46-A926-0048-7B54-FE365A6233E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0" creationId="{73A815F7-041B-9BF8-72C5-AECB0B2928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1" creationId="{D366A5DF-C926-AAA7-0F61-B15275D7D72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" creationId="{55CEF7B2-B203-CAA0-EBBD-1C577AE77090}"/>
          </ac:spMkLst>
        </pc:spChg>
        <pc:spChg chg="del">
          <ac:chgData name="이민재" userId="f97f16f7-28a5-49bd-9e05-fb3ef63d7997" providerId="ADAL" clId="{9BD091B5-BB1A-44A0-8AB3-204ECA7231B1}" dt="2023-07-28T13:11:44.165" v="22" actId="478"/>
          <ac:spMkLst>
            <pc:docMk/>
            <pc:sldMk cId="3112919854" sldId="839"/>
            <ac:spMk id="64" creationId="{5FBEAEFF-7596-6534-36DD-D6AE140BCD8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8" creationId="{DF9A7240-227C-DD20-98BB-F0FACC7BCF01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5" creationId="{E0DDB9AE-5F75-86DC-212D-FB410FF77FD5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6" creationId="{ECB491C5-9905-0D6F-0405-5316C701B28A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8" creationId="{42884033-DDD8-1A38-A3BE-350FCC43A76C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78" creationId="{32BBF6DC-EB01-03FD-FFE6-57243541C154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80" creationId="{62EE62E8-58CF-281A-7E74-C10CF645E91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1" creationId="{9B35F442-88F2-F0C4-E787-9F8F897BA37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2" creationId="{3B450892-5234-9E91-E48C-602C8511EF7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3" creationId="{ECB22E78-0AC1-FBB1-2AEC-CE227E740F7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8" creationId="{AC10E2CD-7667-4BBB-E9B2-A1AE4C4128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1" creationId="{9CF23BFF-29A9-B3DA-69BE-401B98D217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2" creationId="{A9DF0E39-D07C-8BB0-8C93-B3E18F02297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3" creationId="{420B8D6B-C2AF-B2E5-7D73-61E1BCBD1AE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4" creationId="{4A613A65-92AB-BE50-18FA-AF3E3369F04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5" creationId="{01E6287F-E315-6696-8D1B-79CD0EE807E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6" creationId="{6AC0C019-FADA-ECF2-1996-940BBF6DC4A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7" creationId="{D2062100-0E87-3F4A-E6DB-ED4FCC0F134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9" creationId="{3D647F10-3E38-2392-A6E2-A235225BAAF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51" creationId="{5C17C290-5908-EBE5-76F5-755E5F8671A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5" creationId="{11DFC199-939A-4C24-C080-979864980F5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6" creationId="{52C356DB-808A-28D6-9284-90C6D03F54E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8" creationId="{B01A25E5-471E-71D2-4F81-2542FE29B9B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3" creationId="{F8AA7C46-E605-912A-FFF3-7C91987B1BC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4" creationId="{DC60EAD2-5202-3381-94FC-EF57B98D47A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5" creationId="{D1C2B1E7-584D-1F68-94B0-2C1554E0129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6" creationId="{56F87A22-BF2E-F385-ABFB-1738537227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7" creationId="{29DE9FF3-43D7-CE0F-8722-846BAD92806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8" creationId="{5BA6A802-DD0B-5E77-7A4D-EE5A78EC0AC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9" creationId="{61C74624-3244-E98F-4319-E9719F39C4F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0" creationId="{0D98B7B5-799A-352B-3FB5-24618D88A56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1" creationId="{6377ADB4-4E55-7999-138C-877439AE1C2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2" creationId="{06CBD197-AB4A-70E6-E3B7-48763431E6A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3" creationId="{B78D1F5F-B191-40AC-E24A-CF6E5739561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4" creationId="{08C50FDC-F4E2-1EC3-0F05-60C2B419A56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5" creationId="{1345C70A-56C6-B979-6CB4-396B38D68F7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6" creationId="{A0E6BCBC-B10D-67F7-4576-2B07664E05C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7" creationId="{D3C5B0D7-1184-E59C-6F66-83206ACCC9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8" creationId="{8FFD9931-BCD9-72AB-0EC9-4C8E19D6618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9" creationId="{9DE8B500-334C-2974-B20B-ABEBDCA087A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96" creationId="{ADA3F8AA-C1A9-22FD-579E-4CA28CADC5A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801" creationId="{C34F5658-001E-02C1-DBC1-7A43077A69E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10" creationId="{04013101-B8C5-53C7-9325-77391EBB473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11" creationId="{2FEE4DD4-D6CD-F04B-D072-42AADEA2156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24" creationId="{EBC050DB-E275-2EFB-2F72-B3A8F6BB6DE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37" creationId="{8FF4072A-380B-1259-BDA7-F4A13B49DD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45" creationId="{79653C5B-FE18-EDAE-1991-D676B07D1E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6" creationId="{2E87189E-44FD-90EE-F640-C5D1E04D488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9" creationId="{05AF3FD2-4CC3-936F-E524-A3E519F98B41}"/>
          </ac:spMkLst>
        </pc:s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99" creationId="{B201FCB5-3CA8-D434-3252-9ADB82EA800F}"/>
          </ac:grpSpMkLst>
        </pc:gr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155" creationId="{19BB9929-9171-A49C-EDEA-ABC057B79A6E}"/>
          </ac:grpSpMkLst>
        </pc:gr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190" creationId="{FBCFCDB9-2831-DA8E-3630-8C1BDBEEFB5E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488" creationId="{0BB71D51-62F8-B8FF-6E38-1C8C8A21A608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496" creationId="{C259BF02-B6D4-55E6-7BF6-118504E4D97A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04" creationId="{1F98A941-BDAE-B7B0-100B-6F72D497E03F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12" creationId="{FA5EBD2B-F58A-AF24-6018-528C3FB1F8D9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20" creationId="{B386658C-C33B-1193-24A7-38283D532076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28" creationId="{9BF19388-B16F-0C99-8F3A-6965D38AD84F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38" creationId="{0E567781-CDC6-39D4-CB6B-694ECE255F7D}"/>
          </ac:grpSpMkLst>
        </pc:grp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18" creationId="{CD948504-1BD5-B3FF-C7DA-55B42EAFB8E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19" creationId="{B2D9E58C-CDF2-C1B2-FA5A-DDDC53E7DF0E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0" creationId="{A27D299C-E00D-E034-6AD2-391C036F17D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1" creationId="{9A9A2DC1-9262-EAD7-4F0B-C1BE3F4208B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2" creationId="{0AE0D71E-8E82-935A-8FBB-A5615C92B916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30" creationId="{ECA9A7D1-CCC9-3E38-C69F-1309BF2E9811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61" creationId="{96517704-6BD3-D783-A44F-6F6CB353F0A3}"/>
          </ac:graphicFrameMkLst>
        </pc:graphicFrameChg>
        <pc:graphicFrameChg chg="del">
          <ac:chgData name="이민재" userId="f97f16f7-28a5-49bd-9e05-fb3ef63d7997" providerId="ADAL" clId="{9BD091B5-BB1A-44A0-8AB3-204ECA7231B1}" dt="2023-07-28T13:11:42.298" v="21" actId="478"/>
          <ac:graphicFrameMkLst>
            <pc:docMk/>
            <pc:sldMk cId="3112919854" sldId="839"/>
            <ac:graphicFrameMk id="63" creationId="{A58A9BF0-B5EA-9C73-E751-9F7E12ADED2A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7" creationId="{3DE02608-6324-3D2B-E2D8-E688E99E2CEA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6" creationId="{5ED5B44D-7679-3563-9C9C-B7CCC58F2FE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" creationId="{6A5FF647-BAAA-0867-BE97-EA4D1B4E7E48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23" creationId="{48650BEC-0B18-13BB-FDC7-1FADF265F1C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2" creationId="{010DBE2D-E14C-4A04-5A47-BC605E6D3E5C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5" creationId="{6EE1BFEE-D902-3FE4-327B-40746B873A3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48" creationId="{8D403008-67FB-11AA-E872-26C11EA6A90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50" creationId="{069E3863-ED7C-F9C8-7C51-DE076BAF657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661" creationId="{15211DAE-E0E5-BFA1-9C66-4504BFC19D09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04" creationId="{34E43A51-93C4-DA4F-B167-4CCD0D44D2A2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23" creationId="{8FA19ADA-D793-7088-6D39-1183305F4E1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0" creationId="{6295A7FF-5437-44A1-BABD-9C0F5730156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1" creationId="{428A1E52-B379-7BF2-112C-8218432CE19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2" creationId="{46EFA3EE-787D-B490-8EE0-D41021BFDE94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3" creationId="{ABFC016F-D818-2347-02C1-76F9A76E71A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8" creationId="{7F84B252-4620-045A-1B11-4CCB4B32A8B1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46" creationId="{835AE349-5A64-0F06-300C-A1A3A7C2B9EE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900" creationId="{16920AA6-186B-534F-79BE-DD9C88350627}"/>
          </ac:cxnSpMkLst>
        </pc:cxnChg>
      </pc:sldChg>
      <pc:sldChg chg="add del">
        <pc:chgData name="이민재" userId="f97f16f7-28a5-49bd-9e05-fb3ef63d7997" providerId="ADAL" clId="{9BD091B5-BB1A-44A0-8AB3-204ECA7231B1}" dt="2023-07-31T18:15:01.095" v="11474" actId="47"/>
        <pc:sldMkLst>
          <pc:docMk/>
          <pc:sldMk cId="3333290390" sldId="840"/>
        </pc:sldMkLst>
      </pc:sldChg>
      <pc:sldChg chg="addSp delSp modSp add mod">
        <pc:chgData name="이민재" userId="f97f16f7-28a5-49bd-9e05-fb3ef63d7997" providerId="ADAL" clId="{9BD091B5-BB1A-44A0-8AB3-204ECA7231B1}" dt="2023-07-31T11:23:47.350" v="7734" actId="571"/>
        <pc:sldMkLst>
          <pc:docMk/>
          <pc:sldMk cId="2900533680" sldId="841"/>
        </pc:sldMkLst>
        <pc:spChg chg="mod">
          <ac:chgData name="이민재" userId="f97f16f7-28a5-49bd-9e05-fb3ef63d7997" providerId="ADAL" clId="{9BD091B5-BB1A-44A0-8AB3-204ECA7231B1}" dt="2023-07-29T17:56:15.304" v="3304" actId="1036"/>
          <ac:spMkLst>
            <pc:docMk/>
            <pc:sldMk cId="2900533680" sldId="841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9T17:56:19.402" v="3306" actId="1036"/>
          <ac:spMkLst>
            <pc:docMk/>
            <pc:sldMk cId="2900533680" sldId="841"/>
            <ac:spMk id="3" creationId="{87694313-6EF1-69BE-C3B7-4F8A33241C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" creationId="{E3FF5D15-2718-CB49-BA9E-5B4C4DE2A323}"/>
          </ac:spMkLst>
        </pc:spChg>
        <pc:spChg chg="add mod">
          <ac:chgData name="이민재" userId="f97f16f7-28a5-49bd-9e05-fb3ef63d7997" providerId="ADAL" clId="{9BD091B5-BB1A-44A0-8AB3-204ECA7231B1}" dt="2023-07-31T11:23:47.350" v="7734" actId="571"/>
          <ac:spMkLst>
            <pc:docMk/>
            <pc:sldMk cId="2900533680" sldId="841"/>
            <ac:spMk id="5" creationId="{87328153-7D98-BDC0-8769-614B5717C331}"/>
          </ac:spMkLst>
        </pc:spChg>
        <pc:spChg chg="add del mod">
          <ac:chgData name="이민재" userId="f97f16f7-28a5-49bd-9e05-fb3ef63d7997" providerId="ADAL" clId="{9BD091B5-BB1A-44A0-8AB3-204ECA7231B1}" dt="2023-07-29T17:43:10.870" v="3007" actId="478"/>
          <ac:spMkLst>
            <pc:docMk/>
            <pc:sldMk cId="2900533680" sldId="841"/>
            <ac:spMk id="5" creationId="{F951E0D1-E76C-F6A4-E7CC-9D047CEC98E6}"/>
          </ac:spMkLst>
        </pc:spChg>
        <pc:spChg chg="add del mod">
          <ac:chgData name="이민재" userId="f97f16f7-28a5-49bd-9e05-fb3ef63d7997" providerId="ADAL" clId="{9BD091B5-BB1A-44A0-8AB3-204ECA7231B1}" dt="2023-07-29T17:53:35.279" v="3189" actId="1076"/>
          <ac:spMkLst>
            <pc:docMk/>
            <pc:sldMk cId="2900533680" sldId="841"/>
            <ac:spMk id="6" creationId="{12C238DC-9A1C-C8A5-A95D-438ED20EEA9F}"/>
          </ac:spMkLst>
        </pc:spChg>
        <pc:spChg chg="del">
          <ac:chgData name="이민재" userId="f97f16f7-28a5-49bd-9e05-fb3ef63d7997" providerId="ADAL" clId="{9BD091B5-BB1A-44A0-8AB3-204ECA7231B1}" dt="2023-07-29T04:36:57.380" v="2118" actId="478"/>
          <ac:spMkLst>
            <pc:docMk/>
            <pc:sldMk cId="2900533680" sldId="841"/>
            <ac:spMk id="11" creationId="{F2174E3E-7916-54DF-E552-E3A4457DB0D2}"/>
          </ac:spMkLst>
        </pc:spChg>
        <pc:spChg chg="del">
          <ac:chgData name="이민재" userId="f97f16f7-28a5-49bd-9e05-fb3ef63d7997" providerId="ADAL" clId="{9BD091B5-BB1A-44A0-8AB3-204ECA7231B1}" dt="2023-07-29T04:38:35.257" v="2126" actId="478"/>
          <ac:spMkLst>
            <pc:docMk/>
            <pc:sldMk cId="2900533680" sldId="841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13" creationId="{674AE999-EDF5-390D-879A-6752C12868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" creationId="{D6243BB1-54CF-BCB2-1C9C-8AD0D2E76D8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" creationId="{D8949651-6A68-7C52-E67B-B6C15979EA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" creationId="{7758C24E-7292-44C2-F5BD-BC4E0F2C8E72}"/>
          </ac:spMkLst>
        </pc:spChg>
        <pc:spChg chg="add 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17" creationId="{B8CD523F-F819-D2E7-A062-A4E14A393DF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" creationId="{FB2F0072-91A2-924F-4767-C54E6066B323}"/>
          </ac:spMkLst>
        </pc:spChg>
        <pc:spChg chg="del">
          <ac:chgData name="이민재" userId="f97f16f7-28a5-49bd-9e05-fb3ef63d7997" providerId="ADAL" clId="{9BD091B5-BB1A-44A0-8AB3-204ECA7231B1}" dt="2023-07-29T04:39:52.091" v="2189" actId="478"/>
          <ac:spMkLst>
            <pc:docMk/>
            <pc:sldMk cId="2900533680" sldId="841"/>
            <ac:spMk id="25" creationId="{588A2217-6F98-8592-65D6-B78FEBF433E0}"/>
          </ac:spMkLst>
        </pc:spChg>
        <pc:spChg chg="add 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" creationId="{BCE61CDF-9050-443D-112F-7E0533DD7198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1" creationId="{69585049-A957-02BE-5200-5B1C16D1E4A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2" creationId="{BF8E8948-D3D0-CC74-B047-0A739212ECB8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9T17:56:43.991" v="3312" actId="114"/>
          <ac:spMkLst>
            <pc:docMk/>
            <pc:sldMk cId="2900533680" sldId="841"/>
            <ac:spMk id="34" creationId="{F7A08D96-7D8E-8A17-0E74-660925CE8A7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5" creationId="{45278AB6-43CD-AAE1-C077-CC03974B28C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6" creationId="{1ECCD3CC-4094-FDE7-775E-7CE4BDF57E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7" creationId="{9BDC8B02-3602-40DA-101B-31F311F1081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8" creationId="{3FFE5F4A-6BEC-1051-40E0-6068C9EBC7FE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1" creationId="{5ADD45F0-FA4B-9BD7-4407-2553CBA5BB7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2" creationId="{83E576F8-778F-BE5A-41DF-A5F8BFBB64FF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4" creationId="{FD0B584B-3B58-C05E-9C1D-1C0C4F98A129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" creationId="{F78304A6-5DD7-A37E-C577-58337E5D00C8}"/>
          </ac:spMkLst>
        </pc:spChg>
        <pc:spChg chg="del">
          <ac:chgData name="이민재" userId="f97f16f7-28a5-49bd-9e05-fb3ef63d7997" providerId="ADAL" clId="{9BD091B5-BB1A-44A0-8AB3-204ECA7231B1}" dt="2023-07-29T04:40:18.471" v="2192" actId="478"/>
          <ac:spMkLst>
            <pc:docMk/>
            <pc:sldMk cId="2900533680" sldId="841"/>
            <ac:spMk id="48" creationId="{BF42CC46-A926-0048-7B54-FE365A6233EF}"/>
          </ac:spMkLst>
        </pc:spChg>
        <pc:spChg chg="del">
          <ac:chgData name="이민재" userId="f97f16f7-28a5-49bd-9e05-fb3ef63d7997" providerId="ADAL" clId="{9BD091B5-BB1A-44A0-8AB3-204ECA7231B1}" dt="2023-07-29T04:40:17.487" v="2191" actId="478"/>
          <ac:spMkLst>
            <pc:docMk/>
            <pc:sldMk cId="2900533680" sldId="841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0" creationId="{73A815F7-041B-9BF8-72C5-AECB0B2928A9}"/>
          </ac:spMkLst>
        </pc:spChg>
        <pc:spChg chg="del mod">
          <ac:chgData name="이민재" userId="f97f16f7-28a5-49bd-9e05-fb3ef63d7997" providerId="ADAL" clId="{9BD091B5-BB1A-44A0-8AB3-204ECA7231B1}" dt="2023-07-29T17:42:59.611" v="3006" actId="478"/>
          <ac:spMkLst>
            <pc:docMk/>
            <pc:sldMk cId="2900533680" sldId="841"/>
            <ac:spMk id="51" creationId="{D366A5DF-C926-AAA7-0F61-B15275D7D72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2" creationId="{67D3F03E-7CA8-824F-199E-F89D9A77152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3" creationId="{B9932D5E-B745-AAB1-EED6-874BAE824A2E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4" creationId="{E9CEB19B-1EE2-4DB5-35A5-D93CE9D3233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5" creationId="{AC57973E-50E1-4F5E-E337-5D28FC1FE60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6" creationId="{8CF36ABE-7C75-9F38-8E8C-E139354845BA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7" creationId="{D5FBBA1D-AC68-34B4-8FEF-E30546459A4D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8" creationId="{1DCBD87A-3215-816A-F4BA-91685C582FAB}"/>
          </ac:spMkLst>
        </pc:spChg>
        <pc:spChg chg="del mod">
          <ac:chgData name="이민재" userId="f97f16f7-28a5-49bd-9e05-fb3ef63d7997" providerId="ADAL" clId="{9BD091B5-BB1A-44A0-8AB3-204ECA7231B1}" dt="2023-07-29T04:38:26.336" v="2125" actId="478"/>
          <ac:spMkLst>
            <pc:docMk/>
            <pc:sldMk cId="2900533680" sldId="841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60" creationId="{55CEF7B2-B203-CAA0-EBBD-1C577AE7709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2" creationId="{D1E784E8-3722-FA7D-6E88-F44543FA946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3" creationId="{E94F33F2-0E18-3E2D-7C4C-D78D5C45DA5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64" creationId="{5FBEAEFF-7596-6534-36DD-D6AE140BCD8C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5" creationId="{0475CA5B-4450-00A3-9388-C6D9AE44F3B3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6" creationId="{30155EA0-4E12-F429-E392-BED9B26A9C6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7" creationId="{A0ABE140-47F5-E041-78A2-5639305B50BD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8" creationId="{38A26801-EB47-C2CC-E147-BB25460E0FD6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9" creationId="{79453D36-5942-D86B-1872-3ACDE43F72D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0" creationId="{43D893DE-2F57-A194-9A55-0FC07B7D919B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1" creationId="{26A522DA-002E-8F42-AAA5-12FBA65C338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2" creationId="{E266DFDF-278F-D0FB-D485-34F028CB884F}"/>
          </ac:spMkLst>
        </pc:spChg>
        <pc:spChg chg="add del mod">
          <ac:chgData name="이민재" userId="f97f16f7-28a5-49bd-9e05-fb3ef63d7997" providerId="ADAL" clId="{9BD091B5-BB1A-44A0-8AB3-204ECA7231B1}" dt="2023-07-29T17:47:58.985" v="3040" actId="478"/>
          <ac:spMkLst>
            <pc:docMk/>
            <pc:sldMk cId="2900533680" sldId="841"/>
            <ac:spMk id="73" creationId="{D02892F3-3ABE-0709-731D-374974FE5D76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4" creationId="{33DE5D8D-1BA3-EDBA-8377-561F637B14F4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5" creationId="{8AB0A62B-BD99-D884-AED8-FBE2F6E64281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6" creationId="{FA69016A-C544-D6F2-C8C1-4847F2CE88A1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7" creationId="{AB84AA3B-18F1-0AC0-01BF-91A8DAD24349}"/>
          </ac:spMkLst>
        </pc:spChg>
        <pc:spChg chg="del">
          <ac:chgData name="이민재" userId="f97f16f7-28a5-49bd-9e05-fb3ef63d7997" providerId="ADAL" clId="{9BD091B5-BB1A-44A0-8AB3-204ECA7231B1}" dt="2023-07-29T04:37:47.617" v="2123" actId="478"/>
          <ac:spMkLst>
            <pc:docMk/>
            <pc:sldMk cId="2900533680" sldId="841"/>
            <ac:spMk id="79" creationId="{A07C7477-D42A-FAAC-9FF7-3A04AD316A9E}"/>
          </ac:spMkLst>
        </pc:spChg>
        <pc:spChg chg="del">
          <ac:chgData name="이민재" userId="f97f16f7-28a5-49bd-9e05-fb3ef63d7997" providerId="ADAL" clId="{9BD091B5-BB1A-44A0-8AB3-204ECA7231B1}" dt="2023-07-29T04:37:47.617" v="2123" actId="478"/>
          <ac:spMkLst>
            <pc:docMk/>
            <pc:sldMk cId="2900533680" sldId="841"/>
            <ac:spMk id="80" creationId="{8503612B-CEC9-CBAB-3A31-C93741BDF943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1" creationId="{FBE896E9-4CE2-825D-0000-315BA0186B78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3" creationId="{22F64220-8762-F49D-61B1-808223F367D1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8" creationId="{342C7ED7-2BD6-4D1A-372F-1555083E882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0" creationId="{FF045530-61A7-5778-24C6-5C1B8534C3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1" creationId="{D5DE569E-B64E-5826-FF36-C459E903A6B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0" creationId="{B6D237BF-A47D-CB9C-14EA-6E939D7F61A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1" creationId="{B46647DC-560E-C8DE-D98D-D1838DAD7EA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2" creationId="{D39FB331-5A85-A441-DCAB-295ED2AA505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3" creationId="{59146ED3-7048-5E76-AEE5-8CE8A87C204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4" creationId="{41D09033-0971-F768-C7F1-303F8A000E2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5" creationId="{FE1DD190-FA87-9274-838B-8E665CBFAC1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6" creationId="{F1FB42F0-F2F8-5E6C-52FC-E289E953FA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7" creationId="{40CBF236-339D-BA24-337D-DA859B4D69F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8" creationId="{688C0FCB-5270-B1F5-7D64-6470312DEBE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9" creationId="{3697170F-7566-982C-DC3F-0C5FB09ACC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0" creationId="{85CE6711-862C-C599-0B62-2273EF3BA3E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1" creationId="{62C4DC43-3141-D502-AA74-D1B611D62BC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2" creationId="{BA04B596-4A13-0570-9F1E-97A2ACF23F6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3" creationId="{3FE8C6E1-ED7B-3C91-8007-958C011F6EB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4" creationId="{2C3E0831-A1AE-A582-AC1F-C8F9C780D0D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5" creationId="{17CA1D51-DDE7-24A6-9165-411A10FEF2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6" creationId="{A5E64CB7-E4FF-6BA5-5663-BFFF439339E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7" creationId="{EA03FCFE-0D72-74A6-9D81-FF7BB096ACB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8" creationId="{4BDBE721-100E-7D19-1B91-76E5C400A7B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9" creationId="{05EF41D7-8942-577E-1971-08CE1CA3A8D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0" creationId="{EED2D79B-9FF1-EDFD-72F2-00C25551952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1" creationId="{FDF826F3-52C2-610C-4B8C-317FCB7FA54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2" creationId="{D4DC0C1D-6197-ACA1-4FE4-54AE323CB1F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3" creationId="{8E1914AB-A439-73D5-D177-3E56DE4019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4" creationId="{191205A4-5C2A-8173-5313-FAEC90BE483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5" creationId="{6CDD7B12-3DEC-9476-EA08-83BC60523B4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6" creationId="{E2B30998-42E1-A442-CB84-D047006E233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7" creationId="{E49927C0-33F9-1524-46A7-A9A85B00C90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8" creationId="{E8FFC2D0-C2C0-7EBD-9242-0B2D210C560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9" creationId="{3040030E-1B60-D44B-2839-89429EB260B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0" creationId="{8110BE4E-363E-DF8D-57B7-27DB886205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1" creationId="{5D434B66-68BD-E446-81CA-30192885379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2" creationId="{43CE68C1-EC69-42F6-AC3C-B65C1E73D67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3" creationId="{C93C390A-1E7B-6CD2-8579-DF67A08BEC8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4" creationId="{1ECB2B53-6762-0E58-DBE8-811B850B11F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5" creationId="{40A32049-4AA2-0CC4-095D-5C44E46C694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6" creationId="{6BCB5C9E-5FD7-5B21-008A-9FEB62CA87F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7" creationId="{DC347387-B384-50E6-2855-CC57BC9981A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8" creationId="{59A5691E-943D-3C7E-AC5F-6F807939C65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9" creationId="{704F1FFD-06C7-D965-BF97-54C04DF90F1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0" creationId="{F4A00542-121B-CE93-B8EB-48186EC7C6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1" creationId="{BAF04828-89B9-2419-D234-46C2F35E3E2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2" creationId="{ADF29A31-B543-5875-654C-A11EFCA3254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3" creationId="{7AAC0D94-A1AE-7D05-BB8A-A46FA9A6889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4" creationId="{A772B967-8DB1-2139-78DA-0E58293FBF7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5" creationId="{C9E809A0-E1F5-02F0-943D-2E537790DCF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6" creationId="{E769E13A-9E0D-A662-2990-8B0476DDD3B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7" creationId="{105D2506-3E19-8FE9-6461-A4E1321C00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8" creationId="{5AAF6B4C-4DE9-8B84-DC63-2CCA23C1B52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6" creationId="{25B19481-50C5-C028-700C-2D7BAB8B9CB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7" creationId="{21A4417F-8FF2-494B-6B19-C00D654CD6D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8" creationId="{7F544077-D136-2126-F6F4-A1CA6296AFE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9" creationId="{E1265797-6DDA-44D6-9F57-1913AECAE28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0" creationId="{3B8CE225-22D2-C964-CB74-4AA0B3FFDF0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1" creationId="{F058C1C3-659E-51A3-D6DA-726BABE7545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2" creationId="{8858C834-0321-5695-4D37-6EB1F2E10C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3" creationId="{B0974D13-B079-8369-2601-424AEBD109D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4" creationId="{C37A4652-DCE0-4EBA-3023-DD812E66FFF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5" creationId="{88846672-AAA2-6D62-C159-AD884201331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6" creationId="{33735571-3386-4752-0E86-267EDCAB73F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7" creationId="{C232757E-5F8C-DA5A-2746-56A0E4E595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8" creationId="{3C94D2A7-55F2-B7D5-B4A5-CFD2C1F15AD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9" creationId="{80E214D1-6125-6AA9-10F4-9794DB85E7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0" creationId="{AA9EB78D-59B3-FDFE-E6BB-0B51C431E70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1" creationId="{81A97518-D6A4-3FC1-1B8B-9AA2C3EB2E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2" creationId="{271AA869-05EF-D2CC-8E30-87C4D6CC7A8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3" creationId="{6F3376FE-1520-0992-8A7D-3BE6BF1943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4" creationId="{0919E74E-7248-05C8-590D-D1EDAD39665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5" creationId="{4FA09DE8-4A3E-4D3D-8124-41685B2A513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6" creationId="{D139B213-CEB2-93B7-88DD-BF8BA76196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7" creationId="{CAA36CE5-AE0B-B05F-A737-505CCF8F66F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8" creationId="{F757ACAF-599C-9482-600A-C873768EA0B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9" creationId="{7CBE9F69-C8B2-7A0D-4E6E-BBF2DFF2D2A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80" creationId="{6099C7C5-4A5B-71F5-4B0A-BE279C1D447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5" creationId="{AE49147B-F85E-F12D-23FA-8A155D08BAB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6" creationId="{4EAC2B95-DA80-7F4C-D3D8-8B525792607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7" creationId="{33E9EB12-209B-BAA8-08CE-8C28C9754DA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8" creationId="{A9DDED02-0DBF-F56C-5A0B-6009E3DE121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9" creationId="{2F8C89D0-DEE7-FD8B-E976-36D8D078E9E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0" creationId="{79AA529C-4BD1-C202-4835-00A3E95CDBB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1" creationId="{B98AC360-A026-4182-AF7F-E4F1D5BD443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2" creationId="{85874197-8684-127D-875D-3B2BCB677CA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3" creationId="{BB6E24AE-2E52-C2CC-37D4-80B22FED327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0" creationId="{C45C4940-303E-E9C8-24A9-C735A5AF8E3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1" creationId="{ADA3FA8D-B9AF-BB73-BCB8-EA811AFF71E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2" creationId="{D91F28D0-59BA-AEAC-C00A-68B57DB626E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3" creationId="{62DB1AD1-89D4-AF62-A746-BA053FC2D47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4" creationId="{585997E5-80AA-B1BC-8221-78605E2EF69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5" creationId="{FCEA29CF-AE38-ECC1-7B2B-9F84BC131D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6" creationId="{872D7ABE-DB98-3523-75AC-C8FE990BAF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7" creationId="{E232B61E-5AE1-BD46-E5C5-EFB4E0DF4C4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8" creationId="{07344745-0E42-370C-6E16-06D83E725CC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5" creationId="{9407BF2B-435A-7089-FEF7-03A951F4A60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6" creationId="{C09585F6-47A8-55CA-EE6C-8E78721091A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7" creationId="{A15E363F-2306-2406-BB91-4780B19B6BA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8" creationId="{62C699CF-454A-B2E2-3B01-B5BBDFE744D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9" creationId="{9E88CC40-C74D-5494-F44D-3BF9E474B1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0" creationId="{4FC429DB-88B5-1EC9-2A90-197484228C1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1" creationId="{646481D8-F107-8034-8031-F636A6FD299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2" creationId="{63BBE75A-FB9F-7208-9A45-6A45F9C2319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3" creationId="{973ABA9E-EC35-5245-68CF-57E7E36495A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0" creationId="{6A6A75D7-8BDE-87F3-4333-DF29E160865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1" creationId="{9C21AF51-3D0C-39E2-2220-36855A74189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2" creationId="{E54D5ECF-987D-40D4-1464-885736361A5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3" creationId="{00C7F475-A10A-F96E-E690-93C4E3AE6B4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4" creationId="{5CC29F44-D6BA-F02F-B827-7C09FA84BB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5" creationId="{62B418A0-0D48-4A91-BCD4-FA9018CB858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6" creationId="{C0EDF37F-CE6A-3670-2386-40D2A6F1B6D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7" creationId="{231A4BC1-A3AB-FEBD-05BE-C944BB175C9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8" creationId="{6654A9C1-B4C6-F612-7C8E-E621D0DC5A4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6" creationId="{ECB491C5-9905-0D6F-0405-5316C701B28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68" creationId="{42884033-DDD8-1A38-A3BE-350FCC43A76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78" creationId="{32BBF6DC-EB01-03FD-FFE6-57243541C15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0" creationId="{62EE62E8-58CF-281A-7E74-C10CF645E9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8" creationId="{87E00D62-013E-98AB-5654-B5AC9FB9BC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9" creationId="{CC7E43B6-BC4E-228E-0AFC-CA139E80C5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0" creationId="{D8532589-7C4E-5199-D947-D5EC9D6BA71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1" creationId="{540099F2-0349-12A7-0C4E-C40B62CB4FE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2" creationId="{2318FDFC-7E7F-6B36-0E36-13D6EED991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3" creationId="{38C40FD1-3369-D757-185C-8BA3791FB77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4" creationId="{0B965678-BDD4-798C-6928-D6F6BDAFA0A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5" creationId="{3FF6D094-B349-BCFB-5D75-6CCD8BF10F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6" creationId="{4BCE4138-3A48-E2B4-2A59-D3CCC5E863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7" creationId="{B12AD2EA-5971-39A8-B12B-4BA6E98473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8" creationId="{58B2E5D2-9C78-F252-4339-C3F0E724BF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9" creationId="{8F4B11E3-9A06-AD14-5257-38F9232D18B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0" creationId="{DE610BEB-0279-29C4-77FA-D100D51D0A6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1" creationId="{A049CBEC-4E7F-C651-68EE-87A13086B16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2" creationId="{07C2C4AE-E64C-8702-43E8-5319E160872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3" creationId="{2D571994-E7ED-2DEC-870A-50F52BEB49F2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5" creationId="{FC67491F-D43C-B1A4-3F19-83D7D1557ED4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6" creationId="{C9712D2F-4239-9486-CFD7-BB5F912286FC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8" creationId="{C054707B-0986-AEC6-1010-8A4F93BFC253}"/>
          </ac:spMkLst>
        </pc:spChg>
        <pc:spChg chg="del mod topLvl">
          <ac:chgData name="이민재" userId="f97f16f7-28a5-49bd-9e05-fb3ef63d7997" providerId="ADAL" clId="{9BD091B5-BB1A-44A0-8AB3-204ECA7231B1}" dt="2023-07-29T17:49:11.362" v="3090" actId="478"/>
          <ac:spMkLst>
            <pc:docMk/>
            <pc:sldMk cId="2900533680" sldId="841"/>
            <ac:spMk id="313" creationId="{911F66FA-DFF3-6A24-80E7-B63256D5629C}"/>
          </ac:spMkLst>
        </pc:spChg>
        <pc:spChg chg="del mod topLvl">
          <ac:chgData name="이민재" userId="f97f16f7-28a5-49bd-9e05-fb3ef63d7997" providerId="ADAL" clId="{9BD091B5-BB1A-44A0-8AB3-204ECA7231B1}" dt="2023-07-29T17:49:12.531" v="3091" actId="478"/>
          <ac:spMkLst>
            <pc:docMk/>
            <pc:sldMk cId="2900533680" sldId="841"/>
            <ac:spMk id="315" creationId="{3ED031CF-E2A2-057B-6718-7C323C379D65}"/>
          </ac:spMkLst>
        </pc:spChg>
        <pc:spChg chg="del mod topLvl">
          <ac:chgData name="이민재" userId="f97f16f7-28a5-49bd-9e05-fb3ef63d7997" providerId="ADAL" clId="{9BD091B5-BB1A-44A0-8AB3-204ECA7231B1}" dt="2023-07-29T17:49:13.195" v="3092" actId="478"/>
          <ac:spMkLst>
            <pc:docMk/>
            <pc:sldMk cId="2900533680" sldId="841"/>
            <ac:spMk id="316" creationId="{B098CB49-8378-534A-ACA4-880085DC57EC}"/>
          </ac:spMkLst>
        </pc:spChg>
        <pc:spChg chg="del mod topLvl">
          <ac:chgData name="이민재" userId="f97f16f7-28a5-49bd-9e05-fb3ef63d7997" providerId="ADAL" clId="{9BD091B5-BB1A-44A0-8AB3-204ECA7231B1}" dt="2023-07-29T17:49:13.877" v="3093" actId="478"/>
          <ac:spMkLst>
            <pc:docMk/>
            <pc:sldMk cId="2900533680" sldId="841"/>
            <ac:spMk id="317" creationId="{74BA1017-AE5C-2EB9-AB14-CF5941C1212F}"/>
          </ac:spMkLst>
        </pc:spChg>
        <pc:spChg chg="del mod topLvl">
          <ac:chgData name="이민재" userId="f97f16f7-28a5-49bd-9e05-fb3ef63d7997" providerId="ADAL" clId="{9BD091B5-BB1A-44A0-8AB3-204ECA7231B1}" dt="2023-07-29T17:49:14.523" v="3094" actId="478"/>
          <ac:spMkLst>
            <pc:docMk/>
            <pc:sldMk cId="2900533680" sldId="841"/>
            <ac:spMk id="319" creationId="{5C893EBC-C69A-AB27-6EC7-CDCC518327CF}"/>
          </ac:spMkLst>
        </pc:spChg>
        <pc:spChg chg="del mod topLvl">
          <ac:chgData name="이민재" userId="f97f16f7-28a5-49bd-9e05-fb3ef63d7997" providerId="ADAL" clId="{9BD091B5-BB1A-44A0-8AB3-204ECA7231B1}" dt="2023-07-29T17:49:15.163" v="3095" actId="478"/>
          <ac:spMkLst>
            <pc:docMk/>
            <pc:sldMk cId="2900533680" sldId="841"/>
            <ac:spMk id="384" creationId="{07EBB2C2-D590-139D-F788-2F1E87FEF78D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85" creationId="{1D8FC075-039F-C858-E823-B0A9F418101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86" creationId="{60F1C374-6D5B-A652-7DBC-3B5B509380E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87" creationId="{6112BCE2-B0E2-0565-CAC8-3AC123CBBD87}"/>
          </ac:spMkLst>
        </pc:spChg>
        <pc:spChg chg="del">
          <ac:chgData name="이민재" userId="f97f16f7-28a5-49bd-9e05-fb3ef63d7997" providerId="ADAL" clId="{9BD091B5-BB1A-44A0-8AB3-204ECA7231B1}" dt="2023-07-29T04:36:49.582" v="2110" actId="478"/>
          <ac:spMkLst>
            <pc:docMk/>
            <pc:sldMk cId="2900533680" sldId="841"/>
            <ac:spMk id="388" creationId="{F19FC68C-59D7-2E70-8C77-ACD6F57727AF}"/>
          </ac:spMkLst>
        </pc:spChg>
        <pc:spChg chg="del mod topLvl">
          <ac:chgData name="이민재" userId="f97f16f7-28a5-49bd-9e05-fb3ef63d7997" providerId="ADAL" clId="{9BD091B5-BB1A-44A0-8AB3-204ECA7231B1}" dt="2023-07-29T17:49:15.891" v="3096" actId="478"/>
          <ac:spMkLst>
            <pc:docMk/>
            <pc:sldMk cId="2900533680" sldId="841"/>
            <ac:spMk id="389" creationId="{B47B9FD7-49EF-7E33-7B9B-00A77C151497}"/>
          </ac:spMkLst>
        </pc:spChg>
        <pc:spChg chg="del mod topLvl">
          <ac:chgData name="이민재" userId="f97f16f7-28a5-49bd-9e05-fb3ef63d7997" providerId="ADAL" clId="{9BD091B5-BB1A-44A0-8AB3-204ECA7231B1}" dt="2023-07-29T17:49:10.610" v="3089" actId="478"/>
          <ac:spMkLst>
            <pc:docMk/>
            <pc:sldMk cId="2900533680" sldId="841"/>
            <ac:spMk id="390" creationId="{286541C2-5BB1-1802-9F01-49D98D90C15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1" creationId="{C3C9171D-D186-32C9-60E8-CCD024DF1395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2" creationId="{D2E97151-C71F-F0C4-2475-DE04FEF6E74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5" creationId="{7EC0017F-F59E-101B-01D2-B399736D5AD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6" creationId="{14513B62-2C7E-BA46-BA31-90A9458768C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8" creationId="{FD6A19AF-86F0-D59C-8F3B-5BDEB203F1DC}"/>
          </ac:spMkLst>
        </pc:spChg>
        <pc:spChg chg="del mod topLvl">
          <ac:chgData name="이민재" userId="f97f16f7-28a5-49bd-9e05-fb3ef63d7997" providerId="ADAL" clId="{9BD091B5-BB1A-44A0-8AB3-204ECA7231B1}" dt="2023-07-29T17:49:17.262" v="3097" actId="478"/>
          <ac:spMkLst>
            <pc:docMk/>
            <pc:sldMk cId="2900533680" sldId="841"/>
            <ac:spMk id="399" creationId="{B6B43FF2-46AF-BDFC-A6D7-E088F4D48DAD}"/>
          </ac:spMkLst>
        </pc:spChg>
        <pc:spChg chg="del mod topLvl">
          <ac:chgData name="이민재" userId="f97f16f7-28a5-49bd-9e05-fb3ef63d7997" providerId="ADAL" clId="{9BD091B5-BB1A-44A0-8AB3-204ECA7231B1}" dt="2023-07-29T17:49:07.611" v="3087" actId="478"/>
          <ac:spMkLst>
            <pc:docMk/>
            <pc:sldMk cId="2900533680" sldId="841"/>
            <ac:spMk id="400" creationId="{3BDA9E43-DFB8-05DC-4A6F-B5C3FA6AABED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1" creationId="{A8DFA771-F3E1-7309-6FE0-C6D17D82758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2" creationId="{CEAF3391-68C6-2C4E-CD71-682D99DDFA75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3" creationId="{1969ADB2-020E-80EC-87A8-3CE6C964892B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4" creationId="{1C964547-1DE2-A451-18A1-82F3F7201E2E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5" creationId="{CFD666E7-C66B-25DF-E2A3-BCC2ACFB8258}"/>
          </ac:spMkLst>
        </pc:spChg>
        <pc:spChg chg="del mod topLvl">
          <ac:chgData name="이민재" userId="f97f16f7-28a5-49bd-9e05-fb3ef63d7997" providerId="ADAL" clId="{9BD091B5-BB1A-44A0-8AB3-204ECA7231B1}" dt="2023-07-29T17:49:18.027" v="3098" actId="478"/>
          <ac:spMkLst>
            <pc:docMk/>
            <pc:sldMk cId="2900533680" sldId="841"/>
            <ac:spMk id="406" creationId="{F2DB07CB-DF84-733A-E839-8998B882BFB5}"/>
          </ac:spMkLst>
        </pc:spChg>
        <pc:spChg chg="del mod topLvl">
          <ac:chgData name="이민재" userId="f97f16f7-28a5-49bd-9e05-fb3ef63d7997" providerId="ADAL" clId="{9BD091B5-BB1A-44A0-8AB3-204ECA7231B1}" dt="2023-07-29T17:49:07.011" v="3086" actId="478"/>
          <ac:spMkLst>
            <pc:docMk/>
            <pc:sldMk cId="2900533680" sldId="841"/>
            <ac:spMk id="407" creationId="{4401AEDF-EDD6-C5AE-5E71-BECEDF5258B8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8" creationId="{F83E6481-1BAC-6DA0-348F-022B8C17A78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9" creationId="{AD114ECB-433C-F835-B719-13BF036990D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0" creationId="{877E6817-0FC9-4CE5-AF1D-21D96E800F1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1" creationId="{48A03045-ED99-C54B-D12C-BCD3B21E90C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2" creationId="{36D50B1E-173C-FC44-A389-55A3BAADA3D5}"/>
          </ac:spMkLst>
        </pc:spChg>
        <pc:spChg chg="del mod topLvl">
          <ac:chgData name="이민재" userId="f97f16f7-28a5-49bd-9e05-fb3ef63d7997" providerId="ADAL" clId="{9BD091B5-BB1A-44A0-8AB3-204ECA7231B1}" dt="2023-07-29T17:49:19.620" v="3099" actId="478"/>
          <ac:spMkLst>
            <pc:docMk/>
            <pc:sldMk cId="2900533680" sldId="841"/>
            <ac:spMk id="413" creationId="{7A17ECF0-F6AC-28C6-C411-C202C4957AEB}"/>
          </ac:spMkLst>
        </pc:spChg>
        <pc:spChg chg="del mod topLvl">
          <ac:chgData name="이민재" userId="f97f16f7-28a5-49bd-9e05-fb3ef63d7997" providerId="ADAL" clId="{9BD091B5-BB1A-44A0-8AB3-204ECA7231B1}" dt="2023-07-29T17:49:09.611" v="3088" actId="478"/>
          <ac:spMkLst>
            <pc:docMk/>
            <pc:sldMk cId="2900533680" sldId="841"/>
            <ac:spMk id="414" creationId="{6AF49EA1-81EC-4322-2645-7378BA945A8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5" creationId="{34F9033D-923E-29B5-80D4-19DE9C797DDF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6" creationId="{4D4DD1A0-D692-AC91-42B8-3B669ED21C7A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7" creationId="{E2163DFD-79DB-87E4-D55B-C047856F7A40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8" creationId="{2755281D-D1CB-8983-920F-75974837B09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9" creationId="{5A6398DB-EF03-6963-5EA5-6D336C234519}"/>
          </ac:spMkLst>
        </pc:spChg>
        <pc:spChg chg="del mod topLvl">
          <ac:chgData name="이민재" userId="f97f16f7-28a5-49bd-9e05-fb3ef63d7997" providerId="ADAL" clId="{9BD091B5-BB1A-44A0-8AB3-204ECA7231B1}" dt="2023-07-29T17:49:20.844" v="3100" actId="478"/>
          <ac:spMkLst>
            <pc:docMk/>
            <pc:sldMk cId="2900533680" sldId="841"/>
            <ac:spMk id="420" creationId="{6EA1B83A-F5BD-4873-2659-2700F79465F7}"/>
          </ac:spMkLst>
        </pc:spChg>
        <pc:spChg chg="add del mod topLvl">
          <ac:chgData name="이민재" userId="f97f16f7-28a5-49bd-9e05-fb3ef63d7997" providerId="ADAL" clId="{9BD091B5-BB1A-44A0-8AB3-204ECA7231B1}" dt="2023-07-29T17:49:06.468" v="3085" actId="478"/>
          <ac:spMkLst>
            <pc:docMk/>
            <pc:sldMk cId="2900533680" sldId="841"/>
            <ac:spMk id="421" creationId="{5CA74104-1610-46F0-17E8-9B61E574758E}"/>
          </ac:spMkLst>
        </pc:spChg>
        <pc:spChg chg="add del 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2" creationId="{FD2A48DD-6D04-968F-AC68-82A879DADB3A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3" creationId="{A52DF714-CE7D-6676-D1B1-CD8FCEFF9BE6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4" creationId="{66153215-93F8-7E7C-96DE-960AF91D1E88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5" creationId="{F2F254E0-EEE4-DBC6-345A-14DB2BF586C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6" creationId="{E5DD6F43-CD35-2961-BF37-20E3AACB2E63}"/>
          </ac:spMkLst>
        </pc:spChg>
        <pc:spChg chg="del mod topLvl">
          <ac:chgData name="이민재" userId="f97f16f7-28a5-49bd-9e05-fb3ef63d7997" providerId="ADAL" clId="{9BD091B5-BB1A-44A0-8AB3-204ECA7231B1}" dt="2023-07-29T17:49:22.636" v="3101" actId="478"/>
          <ac:spMkLst>
            <pc:docMk/>
            <pc:sldMk cId="2900533680" sldId="841"/>
            <ac:spMk id="427" creationId="{16CA124A-53D6-E220-1912-425380A9FC34}"/>
          </ac:spMkLst>
        </pc:spChg>
        <pc:spChg chg="del mod">
          <ac:chgData name="이민재" userId="f97f16f7-28a5-49bd-9e05-fb3ef63d7997" providerId="ADAL" clId="{9BD091B5-BB1A-44A0-8AB3-204ECA7231B1}" dt="2023-07-29T17:48:15.948" v="3044" actId="478"/>
          <ac:spMkLst>
            <pc:docMk/>
            <pc:sldMk cId="2900533680" sldId="841"/>
            <ac:spMk id="428" creationId="{BA2C5B62-F1FB-EFFA-7BBA-7AA145C4DD65}"/>
          </ac:spMkLst>
        </pc:spChg>
        <pc:spChg chg="del mod topLvl">
          <ac:chgData name="이민재" userId="f97f16f7-28a5-49bd-9e05-fb3ef63d7997" providerId="ADAL" clId="{9BD091B5-BB1A-44A0-8AB3-204ECA7231B1}" dt="2023-07-29T17:48:49.344" v="3058" actId="478"/>
          <ac:spMkLst>
            <pc:docMk/>
            <pc:sldMk cId="2900533680" sldId="841"/>
            <ac:spMk id="429" creationId="{604D91A1-044A-0709-DB13-47CFA2CB405B}"/>
          </ac:spMkLst>
        </pc:spChg>
        <pc:spChg chg="add del mod topLvl">
          <ac:chgData name="이민재" userId="f97f16f7-28a5-49bd-9e05-fb3ef63d7997" providerId="ADAL" clId="{9BD091B5-BB1A-44A0-8AB3-204ECA7231B1}" dt="2023-07-29T17:48:50.616" v="3059" actId="478"/>
          <ac:spMkLst>
            <pc:docMk/>
            <pc:sldMk cId="2900533680" sldId="841"/>
            <ac:spMk id="430" creationId="{7DB19537-180F-9DC7-A36E-088B774DB6A9}"/>
          </ac:spMkLst>
        </pc:spChg>
        <pc:spChg chg="add del mod topLvl">
          <ac:chgData name="이민재" userId="f97f16f7-28a5-49bd-9e05-fb3ef63d7997" providerId="ADAL" clId="{9BD091B5-BB1A-44A0-8AB3-204ECA7231B1}" dt="2023-07-29T17:48:51.644" v="3060" actId="478"/>
          <ac:spMkLst>
            <pc:docMk/>
            <pc:sldMk cId="2900533680" sldId="841"/>
            <ac:spMk id="431" creationId="{9B16D3E0-F927-CF46-0ACD-02924C71DEC8}"/>
          </ac:spMkLst>
        </pc:spChg>
        <pc:spChg chg="del mod topLvl">
          <ac:chgData name="이민재" userId="f97f16f7-28a5-49bd-9e05-fb3ef63d7997" providerId="ADAL" clId="{9BD091B5-BB1A-44A0-8AB3-204ECA7231B1}" dt="2023-07-29T17:48:52.608" v="3061" actId="478"/>
          <ac:spMkLst>
            <pc:docMk/>
            <pc:sldMk cId="2900533680" sldId="841"/>
            <ac:spMk id="432" creationId="{7D4FAEE6-9A40-1855-3B2B-09A460B625EE}"/>
          </ac:spMkLst>
        </pc:spChg>
        <pc:spChg chg="del mod topLvl">
          <ac:chgData name="이민재" userId="f97f16f7-28a5-49bd-9e05-fb3ef63d7997" providerId="ADAL" clId="{9BD091B5-BB1A-44A0-8AB3-204ECA7231B1}" dt="2023-07-29T17:48:54.683" v="3062" actId="478"/>
          <ac:spMkLst>
            <pc:docMk/>
            <pc:sldMk cId="2900533680" sldId="841"/>
            <ac:spMk id="433" creationId="{01D3A599-81B0-E81A-5017-1D1135A458B6}"/>
          </ac:spMkLst>
        </pc:spChg>
        <pc:spChg chg="del mod topLvl">
          <ac:chgData name="이민재" userId="f97f16f7-28a5-49bd-9e05-fb3ef63d7997" providerId="ADAL" clId="{9BD091B5-BB1A-44A0-8AB3-204ECA7231B1}" dt="2023-07-29T17:48:55.849" v="3063" actId="478"/>
          <ac:spMkLst>
            <pc:docMk/>
            <pc:sldMk cId="2900533680" sldId="841"/>
            <ac:spMk id="434" creationId="{94C17C22-7CE4-8668-1AFE-2E29FE38301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41" creationId="{9CF23BFF-29A9-B3DA-69BE-401B98D2175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53" creationId="{91050579-4DA4-FEB0-61E1-3EDF5E16EC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61" creationId="{BCFB482B-993D-15C0-3314-F77C765183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69" creationId="{765C558E-81DA-27AD-3480-68CA6F3141C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77" creationId="{0F5460EB-B31A-0700-7A63-AE3092C7C7D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84" creationId="{19BCFFB9-14D8-2930-5846-84B566B59109}"/>
          </ac:spMkLst>
        </pc:spChg>
        <pc:spChg chg="del">
          <ac:chgData name="이민재" userId="f97f16f7-28a5-49bd-9e05-fb3ef63d7997" providerId="ADAL" clId="{9BD091B5-BB1A-44A0-8AB3-204ECA7231B1}" dt="2023-07-29T04:37:01.589" v="2119" actId="478"/>
          <ac:spMkLst>
            <pc:docMk/>
            <pc:sldMk cId="2900533680" sldId="841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625" creationId="{9D19C0D7-4E63-CE38-C6ED-06BFB8B1BC67}"/>
          </ac:spMkLst>
        </pc:spChg>
        <pc:spChg chg="del mod">
          <ac:chgData name="이민재" userId="f97f16f7-28a5-49bd-9e05-fb3ef63d7997" providerId="ADAL" clId="{9BD091B5-BB1A-44A0-8AB3-204ECA7231B1}" dt="2023-07-29T04:36:52.547" v="2115" actId="478"/>
          <ac:spMkLst>
            <pc:docMk/>
            <pc:sldMk cId="2900533680" sldId="841"/>
            <ac:spMk id="655" creationId="{11DFC199-939A-4C24-C080-979864980F55}"/>
          </ac:spMkLst>
        </pc:spChg>
        <pc:spChg chg="del">
          <ac:chgData name="이민재" userId="f97f16f7-28a5-49bd-9e05-fb3ef63d7997" providerId="ADAL" clId="{9BD091B5-BB1A-44A0-8AB3-204ECA7231B1}" dt="2023-07-29T04:36:54.948" v="2117" actId="478"/>
          <ac:spMkLst>
            <pc:docMk/>
            <pc:sldMk cId="2900533680" sldId="841"/>
            <ac:spMk id="656" creationId="{52C356DB-808A-28D6-9284-90C6D03F54ED}"/>
          </ac:spMkLst>
        </pc:spChg>
        <pc:spChg chg="del">
          <ac:chgData name="이민재" userId="f97f16f7-28a5-49bd-9e05-fb3ef63d7997" providerId="ADAL" clId="{9BD091B5-BB1A-44A0-8AB3-204ECA7231B1}" dt="2023-07-29T04:36:50.196" v="2111" actId="478"/>
          <ac:spMkLst>
            <pc:docMk/>
            <pc:sldMk cId="2900533680" sldId="841"/>
            <ac:spMk id="658" creationId="{B01A25E5-471E-71D2-4F81-2542FE29B9BB}"/>
          </ac:spMkLst>
        </pc:spChg>
        <pc:spChg chg="del">
          <ac:chgData name="이민재" userId="f97f16f7-28a5-49bd-9e05-fb3ef63d7997" providerId="ADAL" clId="{9BD091B5-BB1A-44A0-8AB3-204ECA7231B1}" dt="2023-07-29T04:36:53.636" v="2116" actId="478"/>
          <ac:spMkLst>
            <pc:docMk/>
            <pc:sldMk cId="2900533680" sldId="841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43" creationId="{F8AA7C46-E605-912A-FFF3-7C91987B1B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96" creationId="{ADA3F8AA-C1A9-22FD-579E-4CA28CADC5AB}"/>
          </ac:spMkLst>
        </pc:spChg>
        <pc:spChg chg="del">
          <ac:chgData name="이민재" userId="f97f16f7-28a5-49bd-9e05-fb3ef63d7997" providerId="ADAL" clId="{9BD091B5-BB1A-44A0-8AB3-204ECA7231B1}" dt="2023-07-29T04:38:48.595" v="2127" actId="478"/>
          <ac:spMkLst>
            <pc:docMk/>
            <pc:sldMk cId="2900533680" sldId="841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00" creationId="{B4A0305B-BE29-5E5E-7F40-45FE6C5B6B2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01" creationId="{C34F5658-001E-02C1-DBC1-7A43077A69E9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824" creationId="{EBC050DB-E275-2EFB-2F72-B3A8F6BB6DE5}"/>
          </ac:spMkLst>
        </pc:spChg>
        <pc:spChg chg="del mod">
          <ac:chgData name="이민재" userId="f97f16f7-28a5-49bd-9e05-fb3ef63d7997" providerId="ADAL" clId="{9BD091B5-BB1A-44A0-8AB3-204ECA7231B1}" dt="2023-07-30T04:12:23.041" v="3313" actId="478"/>
          <ac:spMkLst>
            <pc:docMk/>
            <pc:sldMk cId="2900533680" sldId="841"/>
            <ac:spMk id="837" creationId="{8FF4072A-380B-1259-BDA7-F4A13B49DD80}"/>
          </ac:spMkLst>
        </pc:spChg>
        <pc:spChg chg="del">
          <ac:chgData name="이민재" userId="f97f16f7-28a5-49bd-9e05-fb3ef63d7997" providerId="ADAL" clId="{9BD091B5-BB1A-44A0-8AB3-204ECA7231B1}" dt="2023-07-29T04:37:14.239" v="2122" actId="478"/>
          <ac:spMkLst>
            <pc:docMk/>
            <pc:sldMk cId="2900533680" sldId="841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6" creationId="{2E87189E-44FD-90EE-F640-C5D1E04D488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9T17:47:45.206" v="3036" actId="1076"/>
          <ac:spMkLst>
            <pc:docMk/>
            <pc:sldMk cId="2900533680" sldId="841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9BD091B5-BB1A-44A0-8AB3-204ECA7231B1}" dt="2023-07-29T17:48:01.017" v="3041" actId="478"/>
          <ac:grpSpMkLst>
            <pc:docMk/>
            <pc:sldMk cId="2900533680" sldId="841"/>
            <ac:grpSpMk id="40" creationId="{F7E8CDEE-BA5D-D07C-83D2-2B6D05C3CC0C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69" creationId="{34A9A3D5-884E-2FCA-BC0C-952B7AB65CD8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70" creationId="{0218DD05-DF2B-6435-5EAA-400DCB3EB50B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75" creationId="{2DBD6805-AA57-3C6F-E9DB-6060B00A2B6C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83" creationId="{CE018AD1-7864-AA13-3BFB-EEBF7FDEBD44}"/>
          </ac:grpSpMkLst>
        </pc:grpChg>
        <pc:grpChg chg="add del mod">
          <ac:chgData name="이민재" userId="f97f16f7-28a5-49bd-9e05-fb3ef63d7997" providerId="ADAL" clId="{9BD091B5-BB1A-44A0-8AB3-204ECA7231B1}" dt="2023-07-29T17:48:23.190" v="3046" actId="165"/>
          <ac:grpSpMkLst>
            <pc:docMk/>
            <pc:sldMk cId="2900533680" sldId="841"/>
            <ac:grpSpMk id="309" creationId="{D25B49C6-B39D-B76B-C7BF-08647D3ABD90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38" creationId="{0E567781-CDC6-39D4-CB6B-694ECE255F7D}"/>
          </ac:grpSpMkLst>
        </pc:grpChg>
        <pc:graphicFrameChg chg="mod modGraphic">
          <ac:chgData name="이민재" userId="f97f16f7-28a5-49bd-9e05-fb3ef63d7997" providerId="ADAL" clId="{9BD091B5-BB1A-44A0-8AB3-204ECA7231B1}" dt="2023-07-29T17:46:46.009" v="3032" actId="113"/>
          <ac:graphicFrameMkLst>
            <pc:docMk/>
            <pc:sldMk cId="2900533680" sldId="841"/>
            <ac:graphicFrameMk id="28" creationId="{559496BD-EB4E-DF87-7F2A-2FB1C551F475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46:50.736" v="3035" actId="113"/>
          <ac:graphicFrameMkLst>
            <pc:docMk/>
            <pc:sldMk cId="2900533680" sldId="841"/>
            <ac:graphicFrameMk id="30" creationId="{ECA9A7D1-CCC9-3E38-C69F-1309BF2E9811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61" creationId="{96517704-6BD3-D783-A44F-6F6CB353F0A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55:53.050" v="3280" actId="1035"/>
          <ac:graphicFrameMkLst>
            <pc:docMk/>
            <pc:sldMk cId="2900533680" sldId="841"/>
            <ac:graphicFrameMk id="95" creationId="{8EC8C7E6-47D7-7BB5-BBBA-08191996315C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55:53.050" v="3280" actId="1035"/>
          <ac:graphicFrameMkLst>
            <pc:docMk/>
            <pc:sldMk cId="2900533680" sldId="841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397" creationId="{6458CCC7-876D-F617-C066-A47ACB39CFBB}"/>
          </ac:graphicFrameMkLst>
        </pc:graphicFrameChg>
        <pc:graphicFrameChg chg="mod">
          <ac:chgData name="이민재" userId="f97f16f7-28a5-49bd-9e05-fb3ef63d7997" providerId="ADAL" clId="{9BD091B5-BB1A-44A0-8AB3-204ECA7231B1}" dt="2023-07-29T17:55:59.426" v="3295" actId="1035"/>
          <ac:graphicFrameMkLst>
            <pc:docMk/>
            <pc:sldMk cId="2900533680" sldId="841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7" creationId="{3DE02608-6324-3D2B-E2D8-E688E99E2CEA}"/>
          </ac:graphicFrameMkLst>
        </pc:graphicFrameChg>
        <pc:graphicFrameChg chg="del modGraphic">
          <ac:chgData name="이민재" userId="f97f16f7-28a5-49bd-9e05-fb3ef63d7997" providerId="ADAL" clId="{9BD091B5-BB1A-44A0-8AB3-204ECA7231B1}" dt="2023-07-29T04:36:50.886" v="2113" actId="478"/>
          <ac:graphicFrameMkLst>
            <pc:docMk/>
            <pc:sldMk cId="2900533680" sldId="841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6" creationId="{5ED5B44D-7679-3563-9C9C-B7CCC58F2FE0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46:49.024" v="3034" actId="113"/>
          <ac:graphicFrameMkLst>
            <pc:docMk/>
            <pc:sldMk cId="2900533680" sldId="841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9T04:42:32.335" v="2204" actId="1076"/>
          <ac:cxnSpMkLst>
            <pc:docMk/>
            <pc:sldMk cId="2900533680" sldId="841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" creationId="{6A5FF647-BAAA-0867-BE97-EA4D1B4E7E48}"/>
          </ac:cxnSpMkLst>
        </pc:cxnChg>
        <pc:cxnChg chg="del">
          <ac:chgData name="이민재" userId="f97f16f7-28a5-49bd-9e05-fb3ef63d7997" providerId="ADAL" clId="{9BD091B5-BB1A-44A0-8AB3-204ECA7231B1}" dt="2023-07-29T04:39:57.442" v="2190" actId="478"/>
          <ac:cxnSpMkLst>
            <pc:docMk/>
            <pc:sldMk cId="2900533680" sldId="841"/>
            <ac:cxnSpMk id="23" creationId="{48650BEC-0B18-13BB-FDC7-1FADF265F1CB}"/>
          </ac:cxnSpMkLst>
        </pc:cxnChg>
        <pc:cxnChg chg="mod">
          <ac:chgData name="이민재" userId="f97f16f7-28a5-49bd-9e05-fb3ef63d7997" providerId="ADAL" clId="{9BD091B5-BB1A-44A0-8AB3-204ECA7231B1}" dt="2023-07-29T04:39:20.167" v="2188" actId="1037"/>
          <ac:cxnSpMkLst>
            <pc:docMk/>
            <pc:sldMk cId="2900533680" sldId="841"/>
            <ac:cxnSpMk id="39" creationId="{C8AD6B87-E9EE-54E9-6B25-FE2546607E3B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78" creationId="{A4114E2E-6600-C799-46B0-1D5F99681B32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2" creationId="{7E117992-1A10-A245-0C20-1FE82D69CD4C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4" creationId="{2F556DA8-8C9C-4303-34F6-258C1D997314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5" creationId="{333E289E-9E6D-532C-6BF3-D4B029B8084C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86" creationId="{24E41094-8E50-9F82-0C94-652FEC8ADC4B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87" creationId="{49FFDA38-AB1A-4A7B-1B9F-8C6779846607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9" creationId="{CF32FF72-CF0D-E1BE-F026-303C81CDCE93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92" creationId="{2BAFCAA7-4F05-2A9D-B66A-996576607730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263" creationId="{D0BEC1C5-483F-A239-2F3F-AC83F66FC727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265" creationId="{DF708C0F-6896-A258-1503-C33F16A65983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304" creationId="{7E4BB148-F1CB-2D60-8F06-251937DE1731}"/>
          </ac:cxnSpMkLst>
        </pc:cxnChg>
        <pc:cxnChg chg="add mod">
          <ac:chgData name="이민재" userId="f97f16f7-28a5-49bd-9e05-fb3ef63d7997" providerId="ADAL" clId="{9BD091B5-BB1A-44A0-8AB3-204ECA7231B1}" dt="2023-07-29T17:47:51.859" v="3038" actId="1076"/>
          <ac:cxnSpMkLst>
            <pc:docMk/>
            <pc:sldMk cId="2900533680" sldId="841"/>
            <ac:cxnSpMk id="307" creationId="{6530D696-F32D-6FAE-D560-2E1BB480EC0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0" creationId="{27965CB8-EF5E-B780-18C9-D1952470644E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1" creationId="{051AA100-EB51-6F4E-689E-1630D4CC2E7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2" creationId="{720DF9BC-EDF7-986D-6452-6A63B3283C7D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4" creationId="{597839CD-88B8-3B55-0EE8-339D4661279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8" creationId="{799C3009-ECF7-27A0-CC06-B2B0D6BBB2D8}"/>
          </ac:cxnSpMkLst>
        </pc:cxnChg>
        <pc:cxnChg chg="mod">
          <ac:chgData name="이민재" userId="f97f16f7-28a5-49bd-9e05-fb3ef63d7997" providerId="ADAL" clId="{9BD091B5-BB1A-44A0-8AB3-204ECA7231B1}" dt="2023-07-29T17:46:43.498" v="3031" actId="113"/>
          <ac:cxnSpMkLst>
            <pc:docMk/>
            <pc:sldMk cId="2900533680" sldId="841"/>
            <ac:cxnSpMk id="393" creationId="{E669A246-9FE9-3F7F-F825-45339D8D8960}"/>
          </ac:cxnSpMkLst>
        </pc:cxnChg>
        <pc:cxnChg chg="mod">
          <ac:chgData name="이민재" userId="f97f16f7-28a5-49bd-9e05-fb3ef63d7997" providerId="ADAL" clId="{9BD091B5-BB1A-44A0-8AB3-204ECA7231B1}" dt="2023-07-29T17:46:43.498" v="3031" actId="113"/>
          <ac:cxnSpMkLst>
            <pc:docMk/>
            <pc:sldMk cId="2900533680" sldId="841"/>
            <ac:cxnSpMk id="394" creationId="{427E6DE9-A0C1-0D16-56DE-45502BCB9A01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5" creationId="{5DA83E34-368A-53D1-39DE-A27B63D0A8BC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6" creationId="{B3D39A46-3647-8EC6-7486-32E3FE8410BE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7" creationId="{4A1B7AD2-8C31-BBFD-9B1A-12C12E3116B2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8" creationId="{3CD973EB-BF28-A6EE-5A1F-D55F89E5FD5F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40" creationId="{F091BB0C-AA48-6FE4-4404-D60D42D4D719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41" creationId="{1FAA24D6-B58B-2ABA-DE1E-5CA6A3FB89C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30T04:12:23.948" v="3314" actId="478"/>
          <ac:cxnSpMkLst>
            <pc:docMk/>
            <pc:sldMk cId="2900533680" sldId="841"/>
            <ac:cxnSpMk id="838" creationId="{7F84B252-4620-045A-1B11-4CCB4B32A8B1}"/>
          </ac:cxnSpMkLst>
        </pc:cxnChg>
        <pc:cxnChg chg="del">
          <ac:chgData name="이민재" userId="f97f16f7-28a5-49bd-9e05-fb3ef63d7997" providerId="ADAL" clId="{9BD091B5-BB1A-44A0-8AB3-204ECA7231B1}" dt="2023-07-29T04:37:10.389" v="2120" actId="478"/>
          <ac:cxnSpMkLst>
            <pc:docMk/>
            <pc:sldMk cId="2900533680" sldId="841"/>
            <ac:cxnSpMk id="846" creationId="{835AE349-5A64-0F06-300C-A1A3A7C2B9EE}"/>
          </ac:cxnSpMkLst>
        </pc:cxnChg>
        <pc:cxnChg chg="del">
          <ac:chgData name="이민재" userId="f97f16f7-28a5-49bd-9e05-fb3ef63d7997" providerId="ADAL" clId="{9BD091B5-BB1A-44A0-8AB3-204ECA7231B1}" dt="2023-07-29T04:37:12.909" v="2121" actId="478"/>
          <ac:cxnSpMkLst>
            <pc:docMk/>
            <pc:sldMk cId="2900533680" sldId="841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900" creationId="{16920AA6-186B-534F-79BE-DD9C88350627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36.953" v="11467" actId="47"/>
        <pc:sldMkLst>
          <pc:docMk/>
          <pc:sldMk cId="1442883787" sldId="842"/>
        </pc:sldMkLst>
        <pc:spChg chg="mod">
          <ac:chgData name="이민재" userId="f97f16f7-28a5-49bd-9e05-fb3ef63d7997" providerId="ADAL" clId="{9BD091B5-BB1A-44A0-8AB3-204ECA7231B1}" dt="2023-07-31T10:03:59.666" v="6694" actId="1036"/>
          <ac:spMkLst>
            <pc:docMk/>
            <pc:sldMk cId="1442883787" sldId="842"/>
            <ac:spMk id="2" creationId="{277E9A51-B8DB-8D6A-F7DA-74460D7F59FC}"/>
          </ac:spMkLst>
        </pc:spChg>
        <pc:spChg chg="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3" creationId="{87694313-6EF1-69BE-C3B7-4F8A33241C58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5" creationId="{494F30A7-3D06-5776-706C-C70783A1802A}"/>
          </ac:spMkLst>
        </pc:spChg>
        <pc:spChg chg="del">
          <ac:chgData name="이민재" userId="f97f16f7-28a5-49bd-9e05-fb3ef63d7997" providerId="ADAL" clId="{9BD091B5-BB1A-44A0-8AB3-204ECA7231B1}" dt="2023-07-31T06:18:52.758" v="3436" actId="478"/>
          <ac:spMkLst>
            <pc:docMk/>
            <pc:sldMk cId="1442883787" sldId="842"/>
            <ac:spMk id="6" creationId="{12C238DC-9A1C-C8A5-A95D-438ED20EEA9F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11" creationId="{8C266555-8503-3DC6-3116-CE1AED838E9D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12" creationId="{D993E15D-B317-D4D3-A600-4210EA6F88F2}"/>
          </ac:spMkLst>
        </pc:spChg>
        <pc:spChg chg="add del 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13" creationId="{674AE999-EDF5-390D-879A-6752C1286841}"/>
          </ac:spMkLst>
        </pc:spChg>
        <pc:spChg chg="del mod">
          <ac:chgData name="이민재" userId="f97f16f7-28a5-49bd-9e05-fb3ef63d7997" providerId="ADAL" clId="{9BD091B5-BB1A-44A0-8AB3-204ECA7231B1}" dt="2023-07-31T09:09:54.478" v="5450" actId="478"/>
          <ac:spMkLst>
            <pc:docMk/>
            <pc:sldMk cId="1442883787" sldId="842"/>
            <ac:spMk id="14" creationId="{D6243BB1-54CF-BCB2-1C9C-8AD0D2E76D88}"/>
          </ac:spMkLst>
        </pc:spChg>
        <pc:spChg chg="del">
          <ac:chgData name="이민재" userId="f97f16f7-28a5-49bd-9e05-fb3ef63d7997" providerId="ADAL" clId="{9BD091B5-BB1A-44A0-8AB3-204ECA7231B1}" dt="2023-07-31T06:18:30.482" v="3430" actId="478"/>
          <ac:spMkLst>
            <pc:docMk/>
            <pc:sldMk cId="1442883787" sldId="842"/>
            <ac:spMk id="15" creationId="{D8949651-6A68-7C52-E67B-B6C15979EA11}"/>
          </ac:spMkLst>
        </pc:spChg>
        <pc:spChg chg="del mod">
          <ac:chgData name="이민재" userId="f97f16f7-28a5-49bd-9e05-fb3ef63d7997" providerId="ADAL" clId="{9BD091B5-BB1A-44A0-8AB3-204ECA7231B1}" dt="2023-07-31T09:09:53.455" v="5449" actId="478"/>
          <ac:spMkLst>
            <pc:docMk/>
            <pc:sldMk cId="1442883787" sldId="842"/>
            <ac:spMk id="16" creationId="{7758C24E-7292-44C2-F5BD-BC4E0F2C8E72}"/>
          </ac:spMkLst>
        </pc:spChg>
        <pc:spChg chg="del">
          <ac:chgData name="이민재" userId="f97f16f7-28a5-49bd-9e05-fb3ef63d7997" providerId="ADAL" clId="{9BD091B5-BB1A-44A0-8AB3-204ECA7231B1}" dt="2023-07-31T06:17:10.344" v="3348" actId="478"/>
          <ac:spMkLst>
            <pc:docMk/>
            <pc:sldMk cId="1442883787" sldId="842"/>
            <ac:spMk id="17" creationId="{B8CD523F-F819-D2E7-A062-A4E14A393DFA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23" creationId="{535DDF46-A239-CDDC-7FA6-A2B0247D1FC2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24" creationId="{FB2F0072-91A2-924F-4767-C54E6066B323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25" creationId="{DB1B9D07-ED3F-7874-B012-6728C5AEAF69}"/>
          </ac:spMkLst>
        </pc:spChg>
        <pc:spChg chg="del mod">
          <ac:chgData name="이민재" userId="f97f16f7-28a5-49bd-9e05-fb3ef63d7997" providerId="ADAL" clId="{9BD091B5-BB1A-44A0-8AB3-204ECA7231B1}" dt="2023-07-31T06:17:10.344" v="3348" actId="478"/>
          <ac:spMkLst>
            <pc:docMk/>
            <pc:sldMk cId="1442883787" sldId="842"/>
            <ac:spMk id="26" creationId="{BCE61CDF-9050-443D-112F-7E0533DD7198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29" creationId="{1060A3BA-1F15-270E-417D-1A8221CA1EC3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31" creationId="{69585049-A957-02BE-5200-5B1C16D1E4AA}"/>
          </ac:spMkLst>
        </pc:spChg>
        <pc:spChg chg="del mod">
          <ac:chgData name="이민재" userId="f97f16f7-28a5-49bd-9e05-fb3ef63d7997" providerId="ADAL" clId="{9BD091B5-BB1A-44A0-8AB3-204ECA7231B1}" dt="2023-07-31T09:09:53.455" v="5449" actId="478"/>
          <ac:spMkLst>
            <pc:docMk/>
            <pc:sldMk cId="1442883787" sldId="842"/>
            <ac:spMk id="32" creationId="{BF8E8948-D3D0-CC74-B047-0A739212ECB8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33" creationId="{6C1749CA-BCDA-6C1D-524D-897859CE71E3}"/>
          </ac:spMkLst>
        </pc:spChg>
        <pc:spChg chg="del mod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34" creationId="{F7A08D96-7D8E-8A17-0E74-660925CE8A77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5" creationId="{45278AB6-43CD-AAE1-C077-CC03974B28C1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6" creationId="{1ECCD3CC-4094-FDE7-775E-7CE4BDF57EAD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7" creationId="{9BDC8B02-3602-40DA-101B-31F311F10812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0" creationId="{982FF650-A3D6-3247-9966-F345DF4A7DE7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1" creationId="{E10A927E-1E45-46E6-87A1-9313D3E96430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2" creationId="{E57D169F-D176-58FC-969C-9618B36C3EC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4" creationId="{E258D85F-B083-2812-C96A-BA9C595B581E}"/>
          </ac:spMkLst>
        </pc:spChg>
        <pc:spChg chg="del mod">
          <ac:chgData name="이민재" userId="f97f16f7-28a5-49bd-9e05-fb3ef63d7997" providerId="ADAL" clId="{9BD091B5-BB1A-44A0-8AB3-204ECA7231B1}" dt="2023-07-31T06:43:58.932" v="3583" actId="478"/>
          <ac:spMkLst>
            <pc:docMk/>
            <pc:sldMk cId="1442883787" sldId="842"/>
            <ac:spMk id="45" creationId="{9EA15C52-FAA6-0015-3436-A0C9E3B6118A}"/>
          </ac:spMkLst>
        </pc:spChg>
        <pc:spChg chg="del mod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46" creationId="{D2C330DF-08D5-28FE-91A7-56C32F210446}"/>
          </ac:spMkLst>
        </pc:spChg>
        <pc:spChg chg="del mod">
          <ac:chgData name="이민재" userId="f97f16f7-28a5-49bd-9e05-fb3ef63d7997" providerId="ADAL" clId="{9BD091B5-BB1A-44A0-8AB3-204ECA7231B1}" dt="2023-07-31T06:43:55.667" v="3580" actId="478"/>
          <ac:spMkLst>
            <pc:docMk/>
            <pc:sldMk cId="1442883787" sldId="842"/>
            <ac:spMk id="47" creationId="{F78304A6-5DD7-A37E-C577-58337E5D00C8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8" creationId="{E6A834CC-FD96-6630-348E-0DC4733E8A3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9" creationId="{379286A0-044B-DDCE-65DD-08C9C70677C8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50" creationId="{73A815F7-041B-9BF8-72C5-AECB0B2928A9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1" creationId="{F35D67FD-D929-F2F3-D699-040B0F3BE88D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2" creationId="{4BBB29BC-DB78-DA64-2434-6368449C57EF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3" creationId="{52FE83D8-251E-8425-6A54-0F20F2C3C9D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4" creationId="{8E3728B4-0093-945D-3E72-9206CFB60462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5" creationId="{AB9927A5-3B35-67D7-85C7-AF07BD35E149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6" creationId="{7BD2C182-69C4-F98A-A2FF-204383F8875E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58" creationId="{FC25D5D8-66A0-31DB-049D-4424B1CC0A5E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59" creationId="{D13B7A0E-633E-D151-C994-2BCF3E76405D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60" creationId="{55CEF7B2-B203-CAA0-EBBD-1C577AE77090}"/>
          </ac:spMkLst>
        </pc:spChg>
        <pc:spChg chg="del mod topLvl">
          <ac:chgData name="이민재" userId="f97f16f7-28a5-49bd-9e05-fb3ef63d7997" providerId="ADAL" clId="{9BD091B5-BB1A-44A0-8AB3-204ECA7231B1}" dt="2023-07-31T06:33:34.123" v="3475" actId="478"/>
          <ac:spMkLst>
            <pc:docMk/>
            <pc:sldMk cId="1442883787" sldId="842"/>
            <ac:spMk id="62" creationId="{AA964527-5E55-D1E9-5E94-B8BE769EFD29}"/>
          </ac:spMkLst>
        </pc:spChg>
        <pc:spChg chg="del mod topLvl">
          <ac:chgData name="이민재" userId="f97f16f7-28a5-49bd-9e05-fb3ef63d7997" providerId="ADAL" clId="{9BD091B5-BB1A-44A0-8AB3-204ECA7231B1}" dt="2023-07-31T06:33:34.571" v="3476" actId="478"/>
          <ac:spMkLst>
            <pc:docMk/>
            <pc:sldMk cId="1442883787" sldId="842"/>
            <ac:spMk id="63" creationId="{22DE145A-5D3D-D805-82C5-A07551953F38}"/>
          </ac:spMkLst>
        </pc:spChg>
        <pc:spChg chg="del">
          <ac:chgData name="이민재" userId="f97f16f7-28a5-49bd-9e05-fb3ef63d7997" providerId="ADAL" clId="{9BD091B5-BB1A-44A0-8AB3-204ECA7231B1}" dt="2023-07-31T06:18:30.482" v="3430" actId="478"/>
          <ac:spMkLst>
            <pc:docMk/>
            <pc:sldMk cId="1442883787" sldId="842"/>
            <ac:spMk id="64" creationId="{5FBEAEFF-7596-6534-36DD-D6AE140BCD8C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5" creationId="{55E424F6-6558-A8E6-A71B-C1C194771C71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6" creationId="{8DB37DA8-20DA-4956-A10E-09843C9C6F00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7" creationId="{7C578454-FE10-3894-6DD8-6FCC041A6E00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68" creationId="{F70FA96B-4982-252D-B24D-C0769698F64B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69" creationId="{8FDE738F-B22B-CD4E-9792-6C5F76070C1C}"/>
          </ac:spMkLst>
        </pc:spChg>
        <pc:spChg chg="del mod topLvl">
          <ac:chgData name="이민재" userId="f97f16f7-28a5-49bd-9e05-fb3ef63d7997" providerId="ADAL" clId="{9BD091B5-BB1A-44A0-8AB3-204ECA7231B1}" dt="2023-07-31T06:33:31.002" v="3472" actId="478"/>
          <ac:spMkLst>
            <pc:docMk/>
            <pc:sldMk cId="1442883787" sldId="842"/>
            <ac:spMk id="70" creationId="{314D6E3B-5826-852C-0C67-A3D05F358EFB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71" creationId="{4A075DFD-DB76-7FB8-2C01-0ACE21D3B1D7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2" creationId="{D81F6578-4698-8F23-8DA9-95F5E36216F4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3" creationId="{7524A617-3E91-B4DF-CCDC-CA5A71015A1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4" creationId="{D0E78D85-5C14-1E20-5098-01CFE48CB02B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75" creationId="{75249143-EBF1-70BD-1DFE-3097B1B6BE32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76" creationId="{EE0ADDE1-A407-F5B9-DA08-3F07AE79B11F}"/>
          </ac:spMkLst>
        </pc:spChg>
        <pc:spChg chg="del mod topLvl">
          <ac:chgData name="이민재" userId="f97f16f7-28a5-49bd-9e05-fb3ef63d7997" providerId="ADAL" clId="{9BD091B5-BB1A-44A0-8AB3-204ECA7231B1}" dt="2023-07-31T06:33:30.114" v="3471" actId="478"/>
          <ac:spMkLst>
            <pc:docMk/>
            <pc:sldMk cId="1442883787" sldId="842"/>
            <ac:spMk id="77" creationId="{2DB4DE1F-51F4-1040-B08A-866551D0FDB9}"/>
          </ac:spMkLst>
        </pc:spChg>
        <pc:spChg chg="del mod topLvl">
          <ac:chgData name="이민재" userId="f97f16f7-28a5-49bd-9e05-fb3ef63d7997" providerId="ADAL" clId="{9BD091B5-BB1A-44A0-8AB3-204ECA7231B1}" dt="2023-07-31T06:33:33.339" v="3474" actId="478"/>
          <ac:spMkLst>
            <pc:docMk/>
            <pc:sldMk cId="1442883787" sldId="842"/>
            <ac:spMk id="78" creationId="{EB345AAE-9AAF-A350-7136-0B6303F0AFF4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9" creationId="{708F9C48-65FD-BAB5-DCFD-3FBB409BB569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80" creationId="{C105CD6B-4B0F-08FD-DF5D-6A2EFB60F64F}"/>
          </ac:spMkLst>
        </pc:spChg>
        <pc:spChg chg="del mod">
          <ac:chgData name="이민재" userId="f97f16f7-28a5-49bd-9e05-fb3ef63d7997" providerId="ADAL" clId="{9BD091B5-BB1A-44A0-8AB3-204ECA7231B1}" dt="2023-07-31T06:50:18.878" v="3722" actId="478"/>
          <ac:spMkLst>
            <pc:docMk/>
            <pc:sldMk cId="1442883787" sldId="842"/>
            <ac:spMk id="81" creationId="{FBE896E9-4CE2-825D-0000-315BA0186B78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82" creationId="{CEF629A7-8820-DA1A-2A08-0A52E7294D9C}"/>
          </ac:spMkLst>
        </pc:spChg>
        <pc:spChg chg="del mod">
          <ac:chgData name="이민재" userId="f97f16f7-28a5-49bd-9e05-fb3ef63d7997" providerId="ADAL" clId="{9BD091B5-BB1A-44A0-8AB3-204ECA7231B1}" dt="2023-07-31T10:03:19.900" v="6648" actId="478"/>
          <ac:spMkLst>
            <pc:docMk/>
            <pc:sldMk cId="1442883787" sldId="842"/>
            <ac:spMk id="83" creationId="{22F64220-8762-F49D-61B1-808223F367D1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84" creationId="{D81F4807-22BF-A4DF-473C-5866F6140548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85" creationId="{9C7C3FD6-1067-D6A5-079C-92266B7705DF}"/>
          </ac:spMkLst>
        </pc:spChg>
        <pc:spChg chg="del mod">
          <ac:chgData name="이민재" userId="f97f16f7-28a5-49bd-9e05-fb3ef63d7997" providerId="ADAL" clId="{9BD091B5-BB1A-44A0-8AB3-204ECA7231B1}" dt="2023-07-31T06:50:24.359" v="3725" actId="478"/>
          <ac:spMkLst>
            <pc:docMk/>
            <pc:sldMk cId="1442883787" sldId="842"/>
            <ac:spMk id="88" creationId="{342C7ED7-2BD6-4D1A-372F-1555083E8829}"/>
          </ac:spMkLst>
        </pc:spChg>
        <pc:spChg chg="del mod topLvl">
          <ac:chgData name="이민재" userId="f97f16f7-28a5-49bd-9e05-fb3ef63d7997" providerId="ADAL" clId="{9BD091B5-BB1A-44A0-8AB3-204ECA7231B1}" dt="2023-07-31T06:33:32.658" v="3473" actId="478"/>
          <ac:spMkLst>
            <pc:docMk/>
            <pc:sldMk cId="1442883787" sldId="842"/>
            <ac:spMk id="89" creationId="{18FDEA21-3AA0-127D-2EBD-286ABC83FDA9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90" creationId="{FF045530-61A7-5778-24C6-5C1B8534C3D6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91" creationId="{D5DE569E-B64E-5826-FF36-C459E903A6B0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92" creationId="{555D5449-09B1-F529-B1D9-47F5FFDFE2CD}"/>
          </ac:spMkLst>
        </pc:spChg>
        <pc:spChg chg="del">
          <ac:chgData name="이민재" userId="f97f16f7-28a5-49bd-9e05-fb3ef63d7997" providerId="ADAL" clId="{9BD091B5-BB1A-44A0-8AB3-204ECA7231B1}" dt="2023-07-31T06:54:56.606" v="3872" actId="478"/>
          <ac:spMkLst>
            <pc:docMk/>
            <pc:sldMk cId="1442883787" sldId="842"/>
            <ac:spMk id="96" creationId="{BF4AD167-4831-877E-8771-E72C38597924}"/>
          </ac:spMkLst>
        </pc:spChg>
        <pc:spChg chg="del">
          <ac:chgData name="이민재" userId="f97f16f7-28a5-49bd-9e05-fb3ef63d7997" providerId="ADAL" clId="{9BD091B5-BB1A-44A0-8AB3-204ECA7231B1}" dt="2023-07-31T06:18:31.443" v="3431" actId="478"/>
          <ac:spMkLst>
            <pc:docMk/>
            <pc:sldMk cId="1442883787" sldId="842"/>
            <ac:spMk id="97" creationId="{1F264D85-D222-BA47-A8B0-AD7AD9D912A6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255" creationId="{E0DDB9AE-5F75-86DC-212D-FB410FF77FD5}"/>
          </ac:spMkLst>
        </pc:spChg>
        <pc:spChg chg="del mod">
          <ac:chgData name="이민재" userId="f97f16f7-28a5-49bd-9e05-fb3ef63d7997" providerId="ADAL" clId="{9BD091B5-BB1A-44A0-8AB3-204ECA7231B1}" dt="2023-07-31T08:29:24.491" v="4753" actId="478"/>
          <ac:spMkLst>
            <pc:docMk/>
            <pc:sldMk cId="1442883787" sldId="842"/>
            <ac:spMk id="256" creationId="{ECB491C5-9905-0D6F-0405-5316C701B28A}"/>
          </ac:spMkLst>
        </pc:spChg>
        <pc:spChg chg="del">
          <ac:chgData name="이민재" userId="f97f16f7-28a5-49bd-9e05-fb3ef63d7997" providerId="ADAL" clId="{9BD091B5-BB1A-44A0-8AB3-204ECA7231B1}" dt="2023-07-31T08:29:25.894" v="4754" actId="478"/>
          <ac:spMkLst>
            <pc:docMk/>
            <pc:sldMk cId="1442883787" sldId="842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31T10:03:59.666" v="6694" actId="1036"/>
          <ac:spMkLst>
            <pc:docMk/>
            <pc:sldMk cId="1442883787" sldId="842"/>
            <ac:spMk id="259" creationId="{6E5061A0-22DE-D880-199E-C92AB4200C99}"/>
          </ac:spMkLst>
        </pc:spChg>
        <pc:spChg chg="del">
          <ac:chgData name="이민재" userId="f97f16f7-28a5-49bd-9e05-fb3ef63d7997" providerId="ADAL" clId="{9BD091B5-BB1A-44A0-8AB3-204ECA7231B1}" dt="2023-07-31T06:16:00.526" v="3328" actId="478"/>
          <ac:spMkLst>
            <pc:docMk/>
            <pc:sldMk cId="1442883787" sldId="842"/>
            <ac:spMk id="260" creationId="{C4E372EB-6E53-28C9-8BB8-089BDAD0037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263" creationId="{1B7F9E28-46B1-C741-742E-F70B117E5DCF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265" creationId="{757AEE8C-2494-211C-274B-641B8EB8E917}"/>
          </ac:spMkLst>
        </pc:spChg>
        <pc:spChg chg="del mod">
          <ac:chgData name="이민재" userId="f97f16f7-28a5-49bd-9e05-fb3ef63d7997" providerId="ADAL" clId="{9BD091B5-BB1A-44A0-8AB3-204ECA7231B1}" dt="2023-07-31T06:50:19.622" v="3723" actId="478"/>
          <ac:spMkLst>
            <pc:docMk/>
            <pc:sldMk cId="1442883787" sldId="842"/>
            <ac:spMk id="266" creationId="{8C77C290-9078-657D-42B7-FDC3B5842137}"/>
          </ac:spMkLst>
        </pc:spChg>
        <pc:spChg chg="del">
          <ac:chgData name="이민재" userId="f97f16f7-28a5-49bd-9e05-fb3ef63d7997" providerId="ADAL" clId="{9BD091B5-BB1A-44A0-8AB3-204ECA7231B1}" dt="2023-07-31T06:15:47.376" v="3322" actId="478"/>
          <ac:spMkLst>
            <pc:docMk/>
            <pc:sldMk cId="1442883787" sldId="842"/>
            <ac:spMk id="267" creationId="{E99C47FD-49F0-9E7D-70A7-78C8CC4C2BCE}"/>
          </ac:spMkLst>
        </pc:spChg>
        <pc:spChg chg="del">
          <ac:chgData name="이민재" userId="f97f16f7-28a5-49bd-9e05-fb3ef63d7997" providerId="ADAL" clId="{9BD091B5-BB1A-44A0-8AB3-204ECA7231B1}" dt="2023-07-31T06:15:57.672" v="3327" actId="478"/>
          <ac:spMkLst>
            <pc:docMk/>
            <pc:sldMk cId="1442883787" sldId="842"/>
            <ac:spMk id="268" creationId="{42884033-DDD8-1A38-A3BE-350FCC43A76C}"/>
          </ac:spMkLst>
        </pc:spChg>
        <pc:spChg chg="del">
          <ac:chgData name="이민재" userId="f97f16f7-28a5-49bd-9e05-fb3ef63d7997" providerId="ADAL" clId="{9BD091B5-BB1A-44A0-8AB3-204ECA7231B1}" dt="2023-07-31T06:35:48.004" v="3485" actId="478"/>
          <ac:spMkLst>
            <pc:docMk/>
            <pc:sldMk cId="1442883787" sldId="842"/>
            <ac:spMk id="278" creationId="{32BBF6DC-EB01-03FD-FFE6-57243541C154}"/>
          </ac:spMkLst>
        </pc:spChg>
        <pc:spChg chg="del mod">
          <ac:chgData name="이민재" userId="f97f16f7-28a5-49bd-9e05-fb3ef63d7997" providerId="ADAL" clId="{9BD091B5-BB1A-44A0-8AB3-204ECA7231B1}" dt="2023-07-31T06:35:49.956" v="3488" actId="478"/>
          <ac:spMkLst>
            <pc:docMk/>
            <pc:sldMk cId="1442883787" sldId="842"/>
            <ac:spMk id="279" creationId="{BAD1227D-DD50-2A6A-4995-34264FA0AA9A}"/>
          </ac:spMkLst>
        </pc:spChg>
        <pc:spChg chg="del mod">
          <ac:chgData name="이민재" userId="f97f16f7-28a5-49bd-9e05-fb3ef63d7997" providerId="ADAL" clId="{9BD091B5-BB1A-44A0-8AB3-204ECA7231B1}" dt="2023-07-31T06:54:50.178" v="3869" actId="478"/>
          <ac:spMkLst>
            <pc:docMk/>
            <pc:sldMk cId="1442883787" sldId="842"/>
            <ac:spMk id="280" creationId="{62EE62E8-58CF-281A-7E74-C10CF645E91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88" creationId="{87E00D62-013E-98AB-5654-B5AC9FB9BCC3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89" creationId="{CC7E43B6-BC4E-228E-0AFC-CA139E80C52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0" creationId="{D8532589-7C4E-5199-D947-D5EC9D6BA715}"/>
          </ac:spMkLst>
        </pc:spChg>
        <pc:spChg chg="add 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1" creationId="{540099F2-0349-12A7-0C4E-C40B62CB4FE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2" creationId="{2318FDFC-7E7F-6B36-0E36-13D6EED9913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3" creationId="{38C40FD1-3369-D757-185C-8BA3791FB77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4" creationId="{0B965678-BDD4-798C-6928-D6F6BDAFA0A0}"/>
          </ac:spMkLst>
        </pc:spChg>
        <pc:spChg chg="add 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5" creationId="{3FF6D094-B349-BCFB-5D75-6CCD8BF10FE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6" creationId="{4BCE4138-3A48-E2B4-2A59-D3CCC5E8631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7" creationId="{B12AD2EA-5971-39A8-B12B-4BA6E984737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8" creationId="{58B2E5D2-9C78-F252-4339-C3F0E724BFE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9" creationId="{8F4B11E3-9A06-AD14-5257-38F9232D18B4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0" creationId="{DE610BEB-0279-29C4-77FA-D100D51D0A6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1" creationId="{A049CBEC-4E7F-C651-68EE-87A13086B16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2" creationId="{07C2C4AE-E64C-8702-43E8-5319E160872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3" creationId="{2D571994-E7ED-2DEC-870A-50F52BEB49F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04" creationId="{193919A5-FFBE-BEB9-2AD2-B38A8932C6B4}"/>
          </ac:spMkLst>
        </pc:spChg>
        <pc:spChg chg="del">
          <ac:chgData name="이민재" userId="f97f16f7-28a5-49bd-9e05-fb3ef63d7997" providerId="ADAL" clId="{9BD091B5-BB1A-44A0-8AB3-204ECA7231B1}" dt="2023-07-31T06:55:22.470" v="3879" actId="478"/>
          <ac:spMkLst>
            <pc:docMk/>
            <pc:sldMk cId="1442883787" sldId="842"/>
            <ac:spMk id="305" creationId="{FC67491F-D43C-B1A4-3F19-83D7D1557ED4}"/>
          </ac:spMkLst>
        </pc:spChg>
        <pc:spChg chg="del">
          <ac:chgData name="이민재" userId="f97f16f7-28a5-49bd-9e05-fb3ef63d7997" providerId="ADAL" clId="{9BD091B5-BB1A-44A0-8AB3-204ECA7231B1}" dt="2023-07-31T06:55:23.251" v="3880" actId="478"/>
          <ac:spMkLst>
            <pc:docMk/>
            <pc:sldMk cId="1442883787" sldId="842"/>
            <ac:spMk id="306" creationId="{C9712D2F-4239-9486-CFD7-BB5F912286FC}"/>
          </ac:spMkLst>
        </pc:spChg>
        <pc:spChg chg="del">
          <ac:chgData name="이민재" userId="f97f16f7-28a5-49bd-9e05-fb3ef63d7997" providerId="ADAL" clId="{9BD091B5-BB1A-44A0-8AB3-204ECA7231B1}" dt="2023-07-31T09:57:09.975" v="6510" actId="478"/>
          <ac:spMkLst>
            <pc:docMk/>
            <pc:sldMk cId="1442883787" sldId="842"/>
            <ac:spMk id="308" creationId="{C054707B-0986-AEC6-1010-8A4F93BFC253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09" creationId="{0AADF6B1-9C04-A44F-CCEE-1A1378D39448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13" creationId="{8555FF01-E25E-B007-D32F-1BB758F53720}"/>
          </ac:spMkLst>
        </pc:spChg>
        <pc:spChg chg="del mod topLvl">
          <ac:chgData name="이민재" userId="f97f16f7-28a5-49bd-9e05-fb3ef63d7997" providerId="ADAL" clId="{9BD091B5-BB1A-44A0-8AB3-204ECA7231B1}" dt="2023-07-31T06:33:29.474" v="3470" actId="478"/>
          <ac:spMkLst>
            <pc:docMk/>
            <pc:sldMk cId="1442883787" sldId="842"/>
            <ac:spMk id="315" creationId="{EF5FA6E1-FD0D-8B34-5BF5-5D2162949100}"/>
          </ac:spMkLst>
        </pc:spChg>
        <pc:spChg chg="del mod topLvl">
          <ac:chgData name="이민재" userId="f97f16f7-28a5-49bd-9e05-fb3ef63d7997" providerId="ADAL" clId="{9BD091B5-BB1A-44A0-8AB3-204ECA7231B1}" dt="2023-07-31T06:33:28.905" v="3469" actId="478"/>
          <ac:spMkLst>
            <pc:docMk/>
            <pc:sldMk cId="1442883787" sldId="842"/>
            <ac:spMk id="316" creationId="{31285D00-B797-FB1E-4395-64AB93A6044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17" creationId="{E406A984-3348-5581-00E1-DAD1FC920856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19" creationId="{C20BA0D9-879B-7A63-D18F-37D5D1F4538C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84" creationId="{A5BAACCE-D26C-34D7-D5D6-E8560B2269F7}"/>
          </ac:spMkLst>
        </pc:spChg>
        <pc:spChg chg="add del mod">
          <ac:chgData name="이민재" userId="f97f16f7-28a5-49bd-9e05-fb3ef63d7997" providerId="ADAL" clId="{9BD091B5-BB1A-44A0-8AB3-204ECA7231B1}" dt="2023-07-31T07:56:23.171" v="4116" actId="478"/>
          <ac:spMkLst>
            <pc:docMk/>
            <pc:sldMk cId="1442883787" sldId="842"/>
            <ac:spMk id="385" creationId="{1D8FC075-039F-C858-E823-B0A9F4181016}"/>
          </ac:spMkLst>
        </pc:spChg>
        <pc:spChg chg="del">
          <ac:chgData name="이민재" userId="f97f16f7-28a5-49bd-9e05-fb3ef63d7997" providerId="ADAL" clId="{9BD091B5-BB1A-44A0-8AB3-204ECA7231B1}" dt="2023-07-31T07:57:24.451" v="4147" actId="478"/>
          <ac:spMkLst>
            <pc:docMk/>
            <pc:sldMk cId="1442883787" sldId="842"/>
            <ac:spMk id="386" creationId="{60F1C374-6D5B-A652-7DBC-3B5B509380E5}"/>
          </ac:spMkLst>
        </pc:spChg>
        <pc:spChg chg="del mod">
          <ac:chgData name="이민재" userId="f97f16f7-28a5-49bd-9e05-fb3ef63d7997" providerId="ADAL" clId="{9BD091B5-BB1A-44A0-8AB3-204ECA7231B1}" dt="2023-07-31T08:29:24.491" v="4753" actId="478"/>
          <ac:spMkLst>
            <pc:docMk/>
            <pc:sldMk cId="1442883787" sldId="842"/>
            <ac:spMk id="387" creationId="{6112BCE2-B0E2-0565-CAC8-3AC123CBBD87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88" creationId="{C9C9E9DF-7433-6777-7C4A-9A35644C3751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89" creationId="{2017AD5C-6857-3C0B-17F7-4BE6AE16F084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390" creationId="{451EAB91-DD19-328D-08CE-1F67750DE02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1" creationId="{C3C9171D-D186-32C9-60E8-CCD024DF1395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2" creationId="{D2E97151-C71F-F0C4-2475-DE04FEF6E74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5" creationId="{7EC0017F-F59E-101B-01D2-B399736D5AD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6" creationId="{14513B62-2C7E-BA46-BA31-90A9458768C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8" creationId="{FD6A19AF-86F0-D59C-8F3B-5BDEB203F1DC}"/>
          </ac:spMkLst>
        </pc:spChg>
        <pc:spChg chg="del mod topLvl">
          <ac:chgData name="이민재" userId="f97f16f7-28a5-49bd-9e05-fb3ef63d7997" providerId="ADAL" clId="{9BD091B5-BB1A-44A0-8AB3-204ECA7231B1}" dt="2023-07-31T06:33:28.241" v="3468" actId="478"/>
          <ac:spMkLst>
            <pc:docMk/>
            <pc:sldMk cId="1442883787" sldId="842"/>
            <ac:spMk id="399" creationId="{49DB6548-D56D-9FDE-263B-BCF21836A58F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0" creationId="{9B592818-9C0D-91EB-9D27-40619204CC64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1" creationId="{A8DFA771-F3E1-7309-6FE0-C6D17D82758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2" creationId="{CEAF3391-68C6-2C4E-CD71-682D99DDFA75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3" creationId="{1969ADB2-020E-80EC-87A8-3CE6C964892B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4" creationId="{1C964547-1DE2-A451-18A1-82F3F7201E2E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5" creationId="{CFD666E7-C66B-25DF-E2A3-BCC2ACFB8258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6" creationId="{3AC1505E-07BF-4AF4-7244-E5320EDFA239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7" creationId="{5D3C0D7A-04EC-90DB-13C2-2A0FCE99469B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8" creationId="{F83E6481-1BAC-6DA0-348F-022B8C17A78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9" creationId="{AD114ECB-433C-F835-B719-13BF036990D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0" creationId="{877E6817-0FC9-4CE5-AF1D-21D96E800F1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1" creationId="{48A03045-ED99-C54B-D12C-BCD3B21E90C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2" creationId="{36D50B1E-173C-FC44-A389-55A3BAADA3D5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13" creationId="{AD9345E2-A798-6951-94D2-F1FA4687D628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14" creationId="{CB1C6DD0-A6DA-A4D2-5F95-2C5723346948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5" creationId="{34F9033D-923E-29B5-80D4-19DE9C797DDF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6" creationId="{4D4DD1A0-D692-AC91-42B8-3B669ED21C7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7" creationId="{E2163DFD-79DB-87E4-D55B-C047856F7A40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8" creationId="{2755281D-D1CB-8983-920F-75974837B09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9" creationId="{5A6398DB-EF03-6963-5EA5-6D336C234519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0" creationId="{16024A28-707A-A447-557B-1B57E3718B1C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1" creationId="{1B4B1965-90B1-2398-7528-4AEB4E1B3AFC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2" creationId="{FD2A48DD-6D04-968F-AC68-82A879DADB3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3" creationId="{A52DF714-CE7D-6676-D1B1-CD8FCEFF9BE6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4" creationId="{66153215-93F8-7E7C-96DE-960AF91D1E88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5" creationId="{F2F254E0-EEE4-DBC6-345A-14DB2BF586C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6" creationId="{E5DD6F43-CD35-2961-BF37-20E3AACB2E63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7" creationId="{B89D806E-6290-56B1-0E5A-5BE704CEBB4E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8" creationId="{EE95AEB2-D888-5A54-6905-4EAA11536506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9" creationId="{72917B4F-3BA0-8877-0C13-75B7FEA23E8F}"/>
          </ac:spMkLst>
        </pc:spChg>
        <pc:spChg chg="del">
          <ac:chgData name="이민재" userId="f97f16f7-28a5-49bd-9e05-fb3ef63d7997" providerId="ADAL" clId="{9BD091B5-BB1A-44A0-8AB3-204ECA7231B1}" dt="2023-07-31T06:16:00.526" v="3328" actId="478"/>
          <ac:spMkLst>
            <pc:docMk/>
            <pc:sldMk cId="1442883787" sldId="842"/>
            <ac:spMk id="439" creationId="{12CD22EC-4326-AF85-0F13-4B979D70C60A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8" creationId="{F394702E-80BD-6D2D-413E-73669225BCF9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459" creationId="{9B419EAF-4BD6-61B3-439B-1279CB85882F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80" creationId="{9EE8C28C-3AF8-917D-D5FC-D720AFD5F630}"/>
          </ac:spMkLst>
        </pc:spChg>
        <pc:spChg chg="add del mod">
          <ac:chgData name="이민재" userId="f97f16f7-28a5-49bd-9e05-fb3ef63d7997" providerId="ADAL" clId="{9BD091B5-BB1A-44A0-8AB3-204ECA7231B1}" dt="2023-07-31T06:37:05.054" v="3510" actId="478"/>
          <ac:spMkLst>
            <pc:docMk/>
            <pc:sldMk cId="1442883787" sldId="842"/>
            <ac:spMk id="489" creationId="{3DF9AE3A-15C2-F7E0-2A51-ACA800B0E1D1}"/>
          </ac:spMkLst>
        </pc:spChg>
        <pc:spChg chg="add del mod">
          <ac:chgData name="이민재" userId="f97f16f7-28a5-49bd-9e05-fb3ef63d7997" providerId="ADAL" clId="{9BD091B5-BB1A-44A0-8AB3-204ECA7231B1}" dt="2023-07-31T06:37:05.495" v="3511" actId="478"/>
          <ac:spMkLst>
            <pc:docMk/>
            <pc:sldMk cId="1442883787" sldId="842"/>
            <ac:spMk id="490" creationId="{B45DF280-E4BF-3DDB-A788-0FA0098058B4}"/>
          </ac:spMkLst>
        </pc:spChg>
        <pc:spChg chg="add del mod">
          <ac:chgData name="이민재" userId="f97f16f7-28a5-49bd-9e05-fb3ef63d7997" providerId="ADAL" clId="{9BD091B5-BB1A-44A0-8AB3-204ECA7231B1}" dt="2023-07-31T06:38:01.470" v="3526" actId="21"/>
          <ac:spMkLst>
            <pc:docMk/>
            <pc:sldMk cId="1442883787" sldId="842"/>
            <ac:spMk id="491" creationId="{6F49557E-4D62-549F-215D-30C0AA340EC9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492" creationId="{98242A41-04C1-17E7-FAF6-9967E17E3036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497" creationId="{95995FE9-275C-D77B-3BB7-C46AE8408345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498" creationId="{90598E97-8E5F-02BC-D70D-BD51C80B983F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499" creationId="{252954A5-1F96-9D3F-17A8-EE17234B8389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500" creationId="{BFA2E677-A199-44AD-06F7-788CCF86D66D}"/>
          </ac:spMkLst>
        </pc:spChg>
        <pc:spChg chg="add del mod">
          <ac:chgData name="이민재" userId="f97f16f7-28a5-49bd-9e05-fb3ef63d7997" providerId="ADAL" clId="{9BD091B5-BB1A-44A0-8AB3-204ECA7231B1}" dt="2023-07-31T06:38:51.011" v="3537" actId="21"/>
          <ac:spMkLst>
            <pc:docMk/>
            <pc:sldMk cId="1442883787" sldId="842"/>
            <ac:spMk id="504" creationId="{0CF4DCE6-3FA7-7337-37D3-05623A4E8861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05" creationId="{E45C437B-EC98-D65C-5CCC-12298DCDB4FE}"/>
          </ac:spMkLst>
        </pc:spChg>
        <pc:spChg chg="add del mod">
          <ac:chgData name="이민재" userId="f97f16f7-28a5-49bd-9e05-fb3ef63d7997" providerId="ADAL" clId="{9BD091B5-BB1A-44A0-8AB3-204ECA7231B1}" dt="2023-07-31T06:38:51.011" v="3537" actId="21"/>
          <ac:spMkLst>
            <pc:docMk/>
            <pc:sldMk cId="1442883787" sldId="842"/>
            <ac:spMk id="506" creationId="{173A13BB-B078-5C6A-D373-7518C12D1987}"/>
          </ac:spMkLst>
        </pc:spChg>
        <pc:spChg chg="add del mod">
          <ac:chgData name="이민재" userId="f97f16f7-28a5-49bd-9e05-fb3ef63d7997" providerId="ADAL" clId="{9BD091B5-BB1A-44A0-8AB3-204ECA7231B1}" dt="2023-07-31T06:38:53.762" v="3539" actId="21"/>
          <ac:spMkLst>
            <pc:docMk/>
            <pc:sldMk cId="1442883787" sldId="842"/>
            <ac:spMk id="509" creationId="{38258395-4432-5D78-6AC4-4519998F0566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0" creationId="{62DF6BF5-FAFD-1407-B40B-5457983979DE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2" creationId="{021E49BB-C140-3DF1-D3E1-DABC28569CD0}"/>
          </ac:spMkLst>
        </pc:spChg>
        <pc:spChg chg="add del mod">
          <ac:chgData name="이민재" userId="f97f16f7-28a5-49bd-9e05-fb3ef63d7997" providerId="ADAL" clId="{9BD091B5-BB1A-44A0-8AB3-204ECA7231B1}" dt="2023-07-31T06:42:15.815" v="3575" actId="478"/>
          <ac:spMkLst>
            <pc:docMk/>
            <pc:sldMk cId="1442883787" sldId="842"/>
            <ac:spMk id="516" creationId="{06924640-A251-2A2C-43C1-AB23A6570BE0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7" creationId="{0930E07F-9E16-7E1D-EEF7-5DBCAEFC040B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8" creationId="{29A211D3-6969-6C6C-8756-A2E1660FF546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9" creationId="{466E03A7-B939-FC42-9B27-3F9E9866EA41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20" creationId="{5C43BF42-EB06-45CA-7F7E-3A9C275FA83D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4" creationId="{7CB9BE4A-BECD-29C2-FF4E-2D410D082EAC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6" creationId="{A68D3EB8-5136-6A58-C9FB-E90514DD2015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8" creationId="{0CF88448-CFCA-63DE-45FA-35E944C20A8A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30" creationId="{6CB2729C-75AC-BB02-13E0-BCF64EB0E405}"/>
          </ac:spMkLst>
        </pc:spChg>
        <pc:spChg chg="add del mod">
          <ac:chgData name="이민재" userId="f97f16f7-28a5-49bd-9e05-fb3ef63d7997" providerId="ADAL" clId="{9BD091B5-BB1A-44A0-8AB3-204ECA7231B1}" dt="2023-07-31T06:41:16.976" v="3560" actId="478"/>
          <ac:spMkLst>
            <pc:docMk/>
            <pc:sldMk cId="1442883787" sldId="842"/>
            <ac:spMk id="531" creationId="{674B143F-FA17-3C6D-1D01-F1529C8D457B}"/>
          </ac:spMkLst>
        </pc:spChg>
        <pc:spChg chg="add del mod">
          <ac:chgData name="이민재" userId="f97f16f7-28a5-49bd-9e05-fb3ef63d7997" providerId="ADAL" clId="{9BD091B5-BB1A-44A0-8AB3-204ECA7231B1}" dt="2023-07-31T06:41:19.647" v="3561" actId="478"/>
          <ac:spMkLst>
            <pc:docMk/>
            <pc:sldMk cId="1442883787" sldId="842"/>
            <ac:spMk id="532" creationId="{4512C6CC-073C-0658-DD23-785E6F1AC1B5}"/>
          </ac:spMkLst>
        </pc:spChg>
        <pc:spChg chg="add del mod">
          <ac:chgData name="이민재" userId="f97f16f7-28a5-49bd-9e05-fb3ef63d7997" providerId="ADAL" clId="{9BD091B5-BB1A-44A0-8AB3-204ECA7231B1}" dt="2023-07-31T06:41:20.881" v="3562" actId="478"/>
          <ac:spMkLst>
            <pc:docMk/>
            <pc:sldMk cId="1442883787" sldId="842"/>
            <ac:spMk id="533" creationId="{FEAC8A7D-AEA0-6CE2-DEF0-C78549CE39A9}"/>
          </ac:spMkLst>
        </pc:spChg>
        <pc:spChg chg="add del mod">
          <ac:chgData name="이민재" userId="f97f16f7-28a5-49bd-9e05-fb3ef63d7997" providerId="ADAL" clId="{9BD091B5-BB1A-44A0-8AB3-204ECA7231B1}" dt="2023-07-31T06:42:19.322" v="3578" actId="478"/>
          <ac:spMkLst>
            <pc:docMk/>
            <pc:sldMk cId="1442883787" sldId="842"/>
            <ac:spMk id="534" creationId="{2F30F097-CBF4-B995-6598-8E8BC9CAA901}"/>
          </ac:spMkLst>
        </pc:spChg>
        <pc:spChg chg="del mod">
          <ac:chgData name="이민재" userId="f97f16f7-28a5-49bd-9e05-fb3ef63d7997" providerId="ADAL" clId="{9BD091B5-BB1A-44A0-8AB3-204ECA7231B1}" dt="2023-07-31T09:57:39.003" v="6516" actId="478"/>
          <ac:spMkLst>
            <pc:docMk/>
            <pc:sldMk cId="1442883787" sldId="842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41" creationId="{9CF23BFF-29A9-B3DA-69BE-401B98D2175A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4" creationId="{AA28A502-0D8F-07C3-BEBF-DB7676625E62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5" creationId="{D896DA2B-AF1A-A7F7-8FCC-58F5930D1806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6" creationId="{CA355CDF-A425-DE4B-C00C-055A3B43F9B6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7" creationId="{18769A74-7534-5600-056F-26347804CF23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8" creationId="{129DAEDC-6992-6877-877D-8D7237BD0AC2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9" creationId="{F21FE458-B6B7-2E18-F1D7-3856A6070122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50" creationId="{5CE27ADE-EB4C-1AE8-6A8C-18931097C97F}"/>
          </ac:spMkLst>
        </pc:spChg>
        <pc:spChg chg="mod">
          <ac:chgData name="이민재" userId="f97f16f7-28a5-49bd-9e05-fb3ef63d7997" providerId="ADAL" clId="{9BD091B5-BB1A-44A0-8AB3-204ECA7231B1}" dt="2023-07-31T09:57:46.116" v="6518" actId="1076"/>
          <ac:spMkLst>
            <pc:docMk/>
            <pc:sldMk cId="1442883787" sldId="842"/>
            <ac:spMk id="584" creationId="{19BCFFB9-14D8-2930-5846-84B566B59109}"/>
          </ac:spMkLst>
        </pc:spChg>
        <pc:spChg chg="add del mod">
          <ac:chgData name="이민재" userId="f97f16f7-28a5-49bd-9e05-fb3ef63d7997" providerId="ADAL" clId="{9BD091B5-BB1A-44A0-8AB3-204ECA7231B1}" dt="2023-07-31T06:48:08.786" v="3632"/>
          <ac:spMkLst>
            <pc:docMk/>
            <pc:sldMk cId="1442883787" sldId="842"/>
            <ac:spMk id="586" creationId="{409FBF92-79A0-561C-4B9B-C2C9892AEEB5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87" creationId="{4EABA78F-B26F-6EA9-6F44-779089C1F2D1}"/>
          </ac:spMkLst>
        </pc:spChg>
        <pc:spChg chg="add del mod">
          <ac:chgData name="이민재" userId="f97f16f7-28a5-49bd-9e05-fb3ef63d7997" providerId="ADAL" clId="{9BD091B5-BB1A-44A0-8AB3-204ECA7231B1}" dt="2023-07-31T10:00:39.955" v="6590" actId="478"/>
          <ac:spMkLst>
            <pc:docMk/>
            <pc:sldMk cId="1442883787" sldId="842"/>
            <ac:spMk id="588" creationId="{07736728-F931-4011-F4F2-409699FF7CCD}"/>
          </ac:spMkLst>
        </pc:spChg>
        <pc:spChg chg="add 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589" creationId="{DF1B5C34-A21F-8B44-9809-F1FFB622AC39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598" creationId="{250652BC-4BDF-D144-04CC-E4A47A63FFD9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599" creationId="{44EA240C-7B32-8153-E450-6EAD934354F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0" creationId="{F8494B7C-28CB-4070-07B8-5EBC95C1011E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2" creationId="{8768D5CC-81E4-DAF1-8E7D-7EB7E71A19C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3" creationId="{BF6B520E-02F9-BD2B-71DE-94581CEBB19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4" creationId="{A9859101-E80F-0E7B-AB00-ACAC63B83022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5" creationId="{EFA65C64-066A-C7CF-A95A-10235CB2C678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6" creationId="{3BC19F72-96FD-2A61-E194-671EE11D5BD8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7" creationId="{228FC3B6-88B7-6A66-BDCC-3E7F013F6416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4" creationId="{27FDC3A8-DC17-6BC8-3A00-BA57332FF4E8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5" creationId="{31D40179-D59B-4CCE-1FD4-EA4D9654D9A9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6" creationId="{EF2C4819-C962-0856-A783-6798BB8B3E06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7" creationId="{F6CB529E-BF45-3E75-3388-4C3C298F5D73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8" creationId="{37FD7B73-8925-A57C-1D6D-143AF87008C7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9" creationId="{306F0671-7A68-AF9F-0535-AD27881698E3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0" creationId="{0C267B0B-C6F1-E18D-3109-AA273DC1C350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1" creationId="{F46A180B-D42F-D7C5-7AA6-65E54B0A913B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2" creationId="{64A54491-54C7-2935-4326-C41415DBC4D1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0" creationId="{28CDC8CD-4F20-886C-E124-5D3D3DD5252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1" creationId="{601621EF-84A7-E0EC-E10D-3C22D9CC144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2" creationId="{7023CE06-5107-0340-584A-9D6D1EE8C35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3" creationId="{A9232D09-DCE1-E707-D932-72D4BAED5EC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4" creationId="{20AC9D3F-1610-1F81-697F-945FD7D760B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5" creationId="{775C334A-1CFB-0B26-EEF0-61125BFBE3C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6" creationId="{00A03BA3-E161-11B5-87B8-7EAF754196CA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7" creationId="{F55180C8-C8FA-65D3-CABD-8D0658A780B4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8" creationId="{310C788C-39EA-9B1D-415C-C2911E72FB0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5" creationId="{81E4A1F4-28E6-5024-79C2-0386188EA804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6" creationId="{44B4E101-2503-54CC-8028-A2C62CFB342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7" creationId="{6A8D0555-3596-67CE-1C00-3902EE358CCD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8" creationId="{3454EDF8-2924-5CB3-3831-D6BC61DB353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9" creationId="{7E459011-3E15-AA00-86B2-A055A8C9D4B0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0" creationId="{A7B80627-925E-3303-FCDE-F728F41687E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1" creationId="{0EF15964-FCB8-8448-E3B5-BFE32E6473A2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2" creationId="{6FC1B600-DBCC-7297-B9C3-072C9BD1560A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3" creationId="{AC89AD7B-8589-E9B5-7027-D7EC92D926EF}"/>
          </ac:spMkLst>
        </pc:spChg>
        <pc:spChg chg="add del mod">
          <ac:chgData name="이민재" userId="f97f16f7-28a5-49bd-9e05-fb3ef63d7997" providerId="ADAL" clId="{9BD091B5-BB1A-44A0-8AB3-204ECA7231B1}" dt="2023-07-31T07:51:49.717" v="4063" actId="21"/>
          <ac:spMkLst>
            <pc:docMk/>
            <pc:sldMk cId="1442883787" sldId="842"/>
            <ac:spMk id="663" creationId="{655D39B8-3553-9A36-3DCD-37C47645687D}"/>
          </ac:spMkLst>
        </pc:spChg>
        <pc:spChg chg="add del mod">
          <ac:chgData name="이민재" userId="f97f16f7-28a5-49bd-9e05-fb3ef63d7997" providerId="ADAL" clId="{9BD091B5-BB1A-44A0-8AB3-204ECA7231B1}" dt="2023-07-31T07:28:29.749" v="3923" actId="478"/>
          <ac:spMkLst>
            <pc:docMk/>
            <pc:sldMk cId="1442883787" sldId="842"/>
            <ac:spMk id="666" creationId="{F5150071-FF4D-2CBD-133C-57B6EE9489F2}"/>
          </ac:spMkLst>
        </pc:spChg>
        <pc:spChg chg="add del mod">
          <ac:chgData name="이민재" userId="f97f16f7-28a5-49bd-9e05-fb3ef63d7997" providerId="ADAL" clId="{9BD091B5-BB1A-44A0-8AB3-204ECA7231B1}" dt="2023-07-31T07:55:57.200" v="4081" actId="478"/>
          <ac:spMkLst>
            <pc:docMk/>
            <pc:sldMk cId="1442883787" sldId="842"/>
            <ac:spMk id="667" creationId="{62A47618-2FFC-9B79-3CFC-2AF6EC6800BB}"/>
          </ac:spMkLst>
        </pc:spChg>
        <pc:spChg chg="add mod">
          <ac:chgData name="이민재" userId="f97f16f7-28a5-49bd-9e05-fb3ef63d7997" providerId="ADAL" clId="{9BD091B5-BB1A-44A0-8AB3-204ECA7231B1}" dt="2023-07-31T10:27:29.879" v="7013" actId="1076"/>
          <ac:spMkLst>
            <pc:docMk/>
            <pc:sldMk cId="1442883787" sldId="842"/>
            <ac:spMk id="669" creationId="{C5FFF4EB-6521-A5E4-BAC5-237ECA0274E7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1" creationId="{F01B2821-5E3F-F61C-308E-0166FD4A0ED9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2" creationId="{36CB0558-DEED-CC75-267E-8E7D5E064428}"/>
          </ac:spMkLst>
        </pc:spChg>
        <pc:spChg chg="add del mod">
          <ac:chgData name="이민재" userId="f97f16f7-28a5-49bd-9e05-fb3ef63d7997" providerId="ADAL" clId="{9BD091B5-BB1A-44A0-8AB3-204ECA7231B1}" dt="2023-07-31T07:41:11.530" v="3959" actId="478"/>
          <ac:spMkLst>
            <pc:docMk/>
            <pc:sldMk cId="1442883787" sldId="842"/>
            <ac:spMk id="673" creationId="{4FC202BE-5AAD-E3E3-7AC1-ED17BE3F58C7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5" creationId="{DF444CD6-2CC6-E3C2-0BB1-559394EF0263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7" creationId="{A7A68B46-0DE2-FDD9-55BD-8132028D06B9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8" creationId="{E10D4CE4-4425-86CD-1C0A-3DF83BE02446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9" creationId="{18D85E47-298E-15D6-000B-075D7FB10546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0" creationId="{7736FF2D-96E4-5D5D-A802-6B466A1342DE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1" creationId="{A2924DD2-6CCF-DA2C-DD79-E792C60D08C7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2" creationId="{57D467FC-3D4A-E195-068E-E930838A445D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3" creationId="{050BA765-5DD2-1A60-1CD4-1DBF75EDD4D2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4" creationId="{C03E4218-A218-73BB-FC0A-D494C4A54FFA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5" creationId="{94199032-B940-7BD3-1A7F-6201C15DD9B8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6" creationId="{2C72ECC7-DD5E-5729-D41E-E87258487237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87" creationId="{8AC34FC3-08BF-874B-9607-0A8A059A2749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88" creationId="{D7030E35-12A6-8251-3A77-7196B84D1D2E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9" creationId="{9BD252D5-0A8B-A8F5-6E2E-835D5E31F8E2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0" creationId="{9D780A46-FD54-BACA-CDFE-5030E5EF4BCE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92" creationId="{7DD1EBB5-3CB4-FDF6-A02B-195F08FAAD01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93" creationId="{42D99C3D-2261-30FC-47CF-0D7E492B11EA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4" creationId="{115F4509-2803-F21A-9FAF-4BDBDB38A013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5" creationId="{B8261A4C-DB55-0455-22CB-2EB6D68B2B0B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97" creationId="{0467F8B1-3D13-081D-8792-1DE57046BE62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99" creationId="{1CD6C936-17E3-4A88-1583-E7CB9CB11955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700" creationId="{4ED01662-2DB9-5FA3-77EC-C1252EC7CC4F}"/>
          </ac:spMkLst>
        </pc:spChg>
        <pc:spChg chg="add del mod">
          <ac:chgData name="이민재" userId="f97f16f7-28a5-49bd-9e05-fb3ef63d7997" providerId="ADAL" clId="{9BD091B5-BB1A-44A0-8AB3-204ECA7231B1}" dt="2023-07-31T08:29:29.140" v="4756" actId="478"/>
          <ac:spMkLst>
            <pc:docMk/>
            <pc:sldMk cId="1442883787" sldId="842"/>
            <ac:spMk id="701" creationId="{D3E427E6-CC77-02B9-422B-3914C0F4F40C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2" creationId="{8238D248-C835-2461-7060-94B8A246B157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3" creationId="{4D7F6AA2-1F7D-E6C6-3705-7274E5A59533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7" creationId="{445EAA1A-3F47-F53F-1157-A50AA0552628}"/>
          </ac:spMkLst>
        </pc:spChg>
        <pc:spChg chg="add del mod">
          <ac:chgData name="이민재" userId="f97f16f7-28a5-49bd-9e05-fb3ef63d7997" providerId="ADAL" clId="{9BD091B5-BB1A-44A0-8AB3-204ECA7231B1}" dt="2023-07-31T08:00:55.008" v="4253" actId="478"/>
          <ac:spMkLst>
            <pc:docMk/>
            <pc:sldMk cId="1442883787" sldId="842"/>
            <ac:spMk id="708" creationId="{B554BB6B-507A-3363-DDB3-64CC2B66C1AC}"/>
          </ac:spMkLst>
        </pc:spChg>
        <pc:spChg chg="add mod">
          <ac:chgData name="이민재" userId="f97f16f7-28a5-49bd-9e05-fb3ef63d7997" providerId="ADAL" clId="{9BD091B5-BB1A-44A0-8AB3-204ECA7231B1}" dt="2023-07-31T10:50:53.874" v="7221" actId="14100"/>
          <ac:spMkLst>
            <pc:docMk/>
            <pc:sldMk cId="1442883787" sldId="842"/>
            <ac:spMk id="709" creationId="{DFE6A288-1260-0F2F-67BD-C0962D8B3645}"/>
          </ac:spMkLst>
        </pc:spChg>
        <pc:spChg chg="add 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710" creationId="{5B2FE6DC-0D95-B2D8-96D7-558F51B1796F}"/>
          </ac:spMkLst>
        </pc:spChg>
        <pc:spChg chg="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743" creationId="{F8AA7C46-E605-912A-FFF3-7C91987B1BCC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4" creationId="{7C67A74B-9701-9774-6C2A-D808F2B62491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5" creationId="{E33D4DDC-FBB3-D502-217C-BFE0DB817E69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6" creationId="{29508F79-9BAE-7DBC-E74E-E6F1F8EF6565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7" creationId="{CD35DFD5-17C6-DF06-1357-EE2342379FB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7" creationId="{CFB11B23-5786-8CAE-7DAF-596D4C2924DC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8" creationId="{C84C17E6-D72A-2589-84E9-22D0CD1C4716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9" creationId="{13136D38-CF18-00A6-9682-202110AB76F0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0" creationId="{47C3D46D-1173-DA65-4828-619CBDB69F5E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1" creationId="{F0D05084-9F24-08E0-F8F8-D8ED3FCCB759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2" creationId="{9ADA92E0-87F7-1BFD-6FD5-3DEF04CDE9B1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3" creationId="{BF36BAC3-5F6F-31EB-5B1C-CA77BED314CC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71" creationId="{684DD002-76E7-302F-C2FD-5D43ACB9DB11}"/>
          </ac:spMkLst>
        </pc:spChg>
        <pc:spChg chg="del">
          <ac:chgData name="이민재" userId="f97f16f7-28a5-49bd-9e05-fb3ef63d7997" providerId="ADAL" clId="{9BD091B5-BB1A-44A0-8AB3-204ECA7231B1}" dt="2023-07-31T06:55:13.789" v="3878" actId="478"/>
          <ac:spMkLst>
            <pc:docMk/>
            <pc:sldMk cId="1442883787" sldId="842"/>
            <ac:spMk id="776" creationId="{46733AE2-E2E1-36C3-B101-F90ACECB4EC6}"/>
          </ac:spMkLst>
        </pc:spChg>
        <pc:spChg chg="del mod">
          <ac:chgData name="이민재" userId="f97f16f7-28a5-49bd-9e05-fb3ef63d7997" providerId="ADAL" clId="{9BD091B5-BB1A-44A0-8AB3-204ECA7231B1}" dt="2023-07-31T08:18:57.984" v="4571" actId="478"/>
          <ac:spMkLst>
            <pc:docMk/>
            <pc:sldMk cId="1442883787" sldId="842"/>
            <ac:spMk id="781" creationId="{4FE7054B-9490-9812-5334-D759EDFB735A}"/>
          </ac:spMkLst>
        </pc:spChg>
        <pc:spChg chg="del mod">
          <ac:chgData name="이민재" userId="f97f16f7-28a5-49bd-9e05-fb3ef63d7997" providerId="ADAL" clId="{9BD091B5-BB1A-44A0-8AB3-204ECA7231B1}" dt="2023-07-31T08:18:56.752" v="4570" actId="478"/>
          <ac:spMkLst>
            <pc:docMk/>
            <pc:sldMk cId="1442883787" sldId="842"/>
            <ac:spMk id="782" creationId="{0C4D6172-CE7D-4130-EC3A-40EBC111AD71}"/>
          </ac:spMkLst>
        </pc:spChg>
        <pc:spChg chg="del mod">
          <ac:chgData name="이민재" userId="f97f16f7-28a5-49bd-9e05-fb3ef63d7997" providerId="ADAL" clId="{9BD091B5-BB1A-44A0-8AB3-204ECA7231B1}" dt="2023-07-31T08:19:00.304" v="4573" actId="478"/>
          <ac:spMkLst>
            <pc:docMk/>
            <pc:sldMk cId="1442883787" sldId="842"/>
            <ac:spMk id="783" creationId="{4B98E47D-F8D7-413C-5A27-C1CDDB38CD7C}"/>
          </ac:spMkLst>
        </pc:spChg>
        <pc:spChg chg="add del mod">
          <ac:chgData name="이민재" userId="f97f16f7-28a5-49bd-9e05-fb3ef63d7997" providerId="ADAL" clId="{9BD091B5-BB1A-44A0-8AB3-204ECA7231B1}" dt="2023-07-31T08:18:58.888" v="4572" actId="478"/>
          <ac:spMkLst>
            <pc:docMk/>
            <pc:sldMk cId="1442883787" sldId="842"/>
            <ac:spMk id="784" creationId="{081D487C-E8A9-E008-1BBD-130C8E0D5F0E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89" creationId="{15DF7462-7031-4E0C-5A74-30A34D1C4C5A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0" creationId="{0E13EEFC-B4BD-0BFB-1493-78FF94150684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1" creationId="{00FDD11D-0CED-B0EF-69D7-AF4B464EC62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2" creationId="{82025E91-A669-7BBF-6BA7-4A781EFA2CB7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3" creationId="{7891D18C-7968-916E-DB9F-F7A6F6712880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4" creationId="{58D30F2D-2F88-65F2-3876-BA9522D7D6EC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5" creationId="{74B0149E-1B79-E25B-4FB6-594D8498F8C4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796" creationId="{ADA3F8AA-C1A9-22FD-579E-4CA28CADC5A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7" creationId="{72770ADD-6F70-0AB3-7832-34359014275D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8" creationId="{C96EC128-759D-DFF1-3BCF-A46ABEBB01C8}"/>
          </ac:spMkLst>
        </pc:spChg>
        <pc:spChg chg="del">
          <ac:chgData name="이민재" userId="f97f16f7-28a5-49bd-9e05-fb3ef63d7997" providerId="ADAL" clId="{9BD091B5-BB1A-44A0-8AB3-204ECA7231B1}" dt="2023-07-31T06:54:51.493" v="3870" actId="478"/>
          <ac:spMkLst>
            <pc:docMk/>
            <pc:sldMk cId="1442883787" sldId="842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31T06:54:53.004" v="3871" actId="478"/>
          <ac:spMkLst>
            <pc:docMk/>
            <pc:sldMk cId="1442883787" sldId="842"/>
            <ac:spMk id="801" creationId="{C34F5658-001E-02C1-DBC1-7A43077A69E9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815" creationId="{75E94CDD-C0D6-88BA-387A-685BBA887D68}"/>
          </ac:spMkLst>
        </pc:spChg>
        <pc:spChg chg="add del mod">
          <ac:chgData name="이민재" userId="f97f16f7-28a5-49bd-9e05-fb3ef63d7997" providerId="ADAL" clId="{9BD091B5-BB1A-44A0-8AB3-204ECA7231B1}" dt="2023-07-31T08:43:01.465" v="4771" actId="478"/>
          <ac:spMkLst>
            <pc:docMk/>
            <pc:sldMk cId="1442883787" sldId="842"/>
            <ac:spMk id="817" creationId="{10939DEB-8E9D-7187-97A1-43B9629A70BE}"/>
          </ac:spMkLst>
        </pc:spChg>
        <pc:spChg chg="add mod">
          <ac:chgData name="이민재" userId="f97f16f7-28a5-49bd-9e05-fb3ef63d7997" providerId="ADAL" clId="{9BD091B5-BB1A-44A0-8AB3-204ECA7231B1}" dt="2023-07-31T10:04:07.272" v="6695" actId="1076"/>
          <ac:spMkLst>
            <pc:docMk/>
            <pc:sldMk cId="1442883787" sldId="842"/>
            <ac:spMk id="818" creationId="{63C4D942-086F-9BB4-B2F8-8A28F8BFD1EF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819" creationId="{3666B4D0-E3D4-DB68-C418-2E67AD79D3AE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824" creationId="{EBC050DB-E275-2EFB-2F72-B3A8F6BB6DE5}"/>
          </ac:spMkLst>
        </pc:spChg>
        <pc:spChg chg="add mod">
          <ac:chgData name="이민재" userId="f97f16f7-28a5-49bd-9e05-fb3ef63d7997" providerId="ADAL" clId="{9BD091B5-BB1A-44A0-8AB3-204ECA7231B1}" dt="2023-07-31T09:42:38.994" v="6143" actId="1076"/>
          <ac:spMkLst>
            <pc:docMk/>
            <pc:sldMk cId="1442883787" sldId="842"/>
            <ac:spMk id="830" creationId="{84DFEDDD-9E37-7A28-7A60-40EEE934DF68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832" creationId="{D3C2BA41-9791-77AE-6B9D-EDB0C661538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58" creationId="{42C051F5-88FE-E709-0067-5EFF93796201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1" creationId="{7EB54890-3246-A34B-61D9-0342C421CA2A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4" creationId="{3142EFF7-446E-E72B-D068-B6FF134D7D4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5" creationId="{EF4E25C3-00B0-41ED-962F-1E5D7B31153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6" creationId="{6DB47F39-518F-A920-75B1-B6FB9DE8CBE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7" creationId="{A4E6765C-0F55-BF17-631E-836FC63CCEFA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8" creationId="{5E558150-360B-1B23-7149-3B3D12B92DD6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9" creationId="{FD2DE156-9922-ED28-5BB3-C46AF8EDBDF3}"/>
          </ac:spMkLst>
        </pc:spChg>
        <pc:spChg chg="del">
          <ac:chgData name="이민재" userId="f97f16f7-28a5-49bd-9e05-fb3ef63d7997" providerId="ADAL" clId="{9BD091B5-BB1A-44A0-8AB3-204ECA7231B1}" dt="2023-07-31T06:21:06.464" v="3457" actId="478"/>
          <ac:spMkLst>
            <pc:docMk/>
            <pc:sldMk cId="1442883787" sldId="842"/>
            <ac:spMk id="870" creationId="{9A9E8570-52DB-792D-80D5-D8DFF0720B18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1" creationId="{64A3D8CC-E7E5-04C2-9F8F-D72E98ADD9B6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2" creationId="{AFB93C10-58EC-D80D-CA77-02844D58CF84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3" creationId="{63DCA8E4-E0DB-3A00-F711-04C3BA09DEE7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4" creationId="{83CDD144-4CB0-3F4B-7575-D91A1C400B61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5" creationId="{C44EF408-AEC9-9488-3F20-4A193785DA29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6" creationId="{E8D44750-6248-B40B-6E86-70DE8E8C18B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7" creationId="{9797BE66-FD2B-88CE-4763-79B220F41793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8" creationId="{2BE32FA9-747A-3374-D103-0C5B17F1276A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9" creationId="{6A99C7F1-24FF-C767-08A8-9D257AECC530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0" creationId="{FD41C862-B4EF-D59C-A96C-06B869F9834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1" creationId="{70DEBD53-B585-353E-4478-75C1ED60E9D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2" creationId="{73DEA5D9-CBD3-EF62-9E2B-963A26F17E1A}"/>
          </ac:spMkLst>
        </pc:spChg>
        <pc:spChg chg="del">
          <ac:chgData name="이민재" userId="f97f16f7-28a5-49bd-9e05-fb3ef63d7997" providerId="ADAL" clId="{9BD091B5-BB1A-44A0-8AB3-204ECA7231B1}" dt="2023-07-31T06:54:47.481" v="3867" actId="478"/>
          <ac:spMkLst>
            <pc:docMk/>
            <pc:sldMk cId="1442883787" sldId="842"/>
            <ac:spMk id="883" creationId="{BEF96F2B-62B9-486B-EACC-13C28CB47CC5}"/>
          </ac:spMkLst>
        </pc:spChg>
        <pc:spChg chg="del">
          <ac:chgData name="이민재" userId="f97f16f7-28a5-49bd-9e05-fb3ef63d7997" providerId="ADAL" clId="{9BD091B5-BB1A-44A0-8AB3-204ECA7231B1}" dt="2023-07-31T06:54:40.408" v="3862" actId="478"/>
          <ac:spMkLst>
            <pc:docMk/>
            <pc:sldMk cId="1442883787" sldId="842"/>
            <ac:spMk id="884" creationId="{C639C59A-936D-4B4A-FDBD-DD42BBB185EC}"/>
          </ac:spMkLst>
        </pc:spChg>
        <pc:spChg chg="del">
          <ac:chgData name="이민재" userId="f97f16f7-28a5-49bd-9e05-fb3ef63d7997" providerId="ADAL" clId="{9BD091B5-BB1A-44A0-8AB3-204ECA7231B1}" dt="2023-07-31T06:54:41.112" v="3863" actId="478"/>
          <ac:spMkLst>
            <pc:docMk/>
            <pc:sldMk cId="1442883787" sldId="842"/>
            <ac:spMk id="885" creationId="{FFF34265-41A7-E727-3720-C08C9156414A}"/>
          </ac:spMkLst>
        </pc:spChg>
        <pc:spChg chg="del">
          <ac:chgData name="이민재" userId="f97f16f7-28a5-49bd-9e05-fb3ef63d7997" providerId="ADAL" clId="{9BD091B5-BB1A-44A0-8AB3-204ECA7231B1}" dt="2023-07-31T06:54:42.225" v="3864" actId="478"/>
          <ac:spMkLst>
            <pc:docMk/>
            <pc:sldMk cId="1442883787" sldId="842"/>
            <ac:spMk id="886" creationId="{2E87189E-44FD-90EE-F640-C5D1E04D4889}"/>
          </ac:spMkLst>
        </pc:spChg>
        <pc:spChg chg="del">
          <ac:chgData name="이민재" userId="f97f16f7-28a5-49bd-9e05-fb3ef63d7997" providerId="ADAL" clId="{9BD091B5-BB1A-44A0-8AB3-204ECA7231B1}" dt="2023-07-31T06:54:45.369" v="3866" actId="478"/>
          <ac:spMkLst>
            <pc:docMk/>
            <pc:sldMk cId="1442883787" sldId="842"/>
            <ac:spMk id="887" creationId="{B3CD1AE2-192D-2558-2AE4-268D7505DA8B}"/>
          </ac:spMkLst>
        </pc:spChg>
        <pc:spChg chg="del mod">
          <ac:chgData name="이민재" userId="f97f16f7-28a5-49bd-9e05-fb3ef63d7997" providerId="ADAL" clId="{9BD091B5-BB1A-44A0-8AB3-204ECA7231B1}" dt="2023-07-31T10:39:03.829" v="7167" actId="478"/>
          <ac:spMkLst>
            <pc:docMk/>
            <pc:sldMk cId="1442883787" sldId="842"/>
            <ac:spMk id="888" creationId="{98DCFD86-0614-0A69-EBBB-C193FAD8EDB4}"/>
          </ac:spMkLst>
        </pc:spChg>
        <pc:spChg chg="del">
          <ac:chgData name="이민재" userId="f97f16f7-28a5-49bd-9e05-fb3ef63d7997" providerId="ADAL" clId="{9BD091B5-BB1A-44A0-8AB3-204ECA7231B1}" dt="2023-07-31T06:54:44.225" v="3865" actId="478"/>
          <ac:spMkLst>
            <pc:docMk/>
            <pc:sldMk cId="1442883787" sldId="842"/>
            <ac:spMk id="893" creationId="{348FB1FC-80F4-1F01-64FB-E71B2D18AF42}"/>
          </ac:spMkLst>
        </pc:spChg>
        <pc:spChg chg="add del">
          <ac:chgData name="이민재" userId="f97f16f7-28a5-49bd-9e05-fb3ef63d7997" providerId="ADAL" clId="{9BD091B5-BB1A-44A0-8AB3-204ECA7231B1}" dt="2023-07-31T06:55:06.613" v="3877" actId="478"/>
          <ac:spMkLst>
            <pc:docMk/>
            <pc:sldMk cId="1442883787" sldId="842"/>
            <ac:spMk id="895" creationId="{4EDE67E1-0A7A-ACDB-2E1C-83F4E3697415}"/>
          </ac:spMkLst>
        </pc:spChg>
        <pc:spChg chg="add del mod">
          <ac:chgData name="이민재" userId="f97f16f7-28a5-49bd-9e05-fb3ef63d7997" providerId="ADAL" clId="{9BD091B5-BB1A-44A0-8AB3-204ECA7231B1}" dt="2023-07-31T06:55:06.196" v="3876" actId="478"/>
          <ac:spMkLst>
            <pc:docMk/>
            <pc:sldMk cId="1442883787" sldId="842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898" creationId="{3D2488FD-A5B0-0E15-166D-908AD731D370}"/>
          </ac:spMkLst>
        </pc:spChg>
        <pc:spChg chg="del">
          <ac:chgData name="이민재" userId="f97f16f7-28a5-49bd-9e05-fb3ef63d7997" providerId="ADAL" clId="{9BD091B5-BB1A-44A0-8AB3-204ECA7231B1}" dt="2023-07-31T09:57:12.216" v="6511" actId="478"/>
          <ac:spMkLst>
            <pc:docMk/>
            <pc:sldMk cId="1442883787" sldId="842"/>
            <ac:spMk id="899" creationId="{05AF3FD2-4CC3-936F-E524-A3E519F98B41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7" creationId="{23CCEABD-8CAA-8C40-59E6-C2341989AE2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8" creationId="{F1A86812-A88D-E2C0-B27B-CED3481AA86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9" creationId="{E0AA39E6-FF02-94F8-630E-46B53A6906D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10" creationId="{CB1299A3-2209-EAD1-5157-0C8C203E3F7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1" creationId="{EC20EF94-57C1-4ADC-386F-BFB41BAA172B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2" creationId="{56B2638A-0929-700F-7F90-E1537B5A9E3F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3" creationId="{0F195EA8-45E8-C386-6A99-801D28025280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4" creationId="{65BE86FF-89B5-7E50-21E3-183FCE847F5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5" creationId="{11E03EB1-E3D0-4784-2458-57B79B5AB86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6" creationId="{EBF23843-C323-CE82-9A1C-96ECC94F586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7" creationId="{0603CBD8-F30C-947B-647A-7424CAAEDF2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8" creationId="{EEDB76CE-22FA-5744-48CA-1A40078C245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9" creationId="{2D96A84F-BBF1-AFC1-1A9E-C09AFC87330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0" creationId="{33AD5051-700F-4AD0-952F-BB011B613F0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1" creationId="{4899B9DD-FEDE-D664-07DE-70063D5EA4D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2" creationId="{5A81BB32-A591-2BC4-C659-2C8DAF07CC5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3" creationId="{45580303-4E7D-7B3A-5645-8282C009B40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4" creationId="{0717F1D7-7B26-FDA0-5573-E74CB18056E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5" creationId="{D30848B2-8A13-A0C1-1F60-A4FF118B390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6" creationId="{4501DAE1-C53D-B6E3-7748-EC3D0BC7F534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2" creationId="{0214F4B9-15DC-23C7-E7CB-89EA0D228B6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3" creationId="{2F32CAD2-AB6E-A1D7-F290-E096CE6312F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4" creationId="{C9F90398-F96F-4619-753B-F052E374A76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5" creationId="{87EEAB3A-E9D6-D1B3-D305-C9F222B9EC0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6" creationId="{BE5D561D-F92E-CBAE-EFDD-F813CA1AAF7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7" creationId="{D47049EE-4BBD-6951-A093-E6992776834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8" creationId="{A48B24C7-3F6A-3431-24E6-07F03B231D0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9" creationId="{40BD2598-BFC1-AA45-9B9D-49C6A356D3E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0" creationId="{607249B8-9EA0-0786-F38A-4D8B3DEAE78F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1" creationId="{5CF7AAEA-DAFE-B808-77A5-657737654B6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2" creationId="{49364027-9ADB-A27D-3818-B16093EC84A0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3" creationId="{B0683F56-F4B7-5E94-809A-3112A42FD57B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4" creationId="{0E50ACE1-63BC-6156-2375-196866CB1BA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5" creationId="{AE057F9A-FA28-9033-9B8E-B234F7C7C95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6" creationId="{E43EFAB6-92EA-DF77-BB78-DEE7287CA14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7" creationId="{C9A464F5-1B5C-8ED9-4F2A-E11C903DDE5E}"/>
          </ac:spMkLst>
        </pc:spChg>
        <pc:spChg chg="add del mod">
          <ac:chgData name="이민재" userId="f97f16f7-28a5-49bd-9e05-fb3ef63d7997" providerId="ADAL" clId="{9BD091B5-BB1A-44A0-8AB3-204ECA7231B1}" dt="2023-07-31T09:14:06.328" v="5630" actId="478"/>
          <ac:spMkLst>
            <pc:docMk/>
            <pc:sldMk cId="1442883787" sldId="842"/>
            <ac:spMk id="989" creationId="{FB43E585-E749-8330-26F2-3F0209A67DE8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999" creationId="{6BCCE472-F5A1-B206-C70E-C1EE43446AB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0" creationId="{D9D9F35E-A3A5-D5DA-D559-C92C8C3998FE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1" creationId="{F7ADEE4A-7245-CBF7-6589-017EBE5CF85F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2" creationId="{C3915BD5-A461-8099-F4C4-84D5B111314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3" creationId="{03E82D97-BEA8-D5CB-6097-8296CBA3B263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4" creationId="{3D3F188E-C964-19B9-5A61-BBEE923A2C7D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5" creationId="{B3DA26D0-9B2E-B788-1703-BB4CC07CE0D8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6" creationId="{816ABC49-DC49-C96D-7A9D-61EEFE571C7F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7" creationId="{70EF0CDE-467D-A1C0-72EC-600B6798B4F3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8" creationId="{53697B7C-87C9-C9BC-0715-0FCB52002EC9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9" creationId="{63827501-72D2-A9B5-EE7C-CA7BE632247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0" creationId="{45A50556-91C6-21C2-5233-6CA7AA6527B6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1" creationId="{82CAC2D3-3F9A-7D49-BFAC-B24E03D7D494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2" creationId="{9FE40A2A-D421-6481-557A-91AE35D976AD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3" creationId="{0E7BA6EC-FAA2-C105-B97B-D89666B8B0D2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4" creationId="{C138F402-BB85-D17F-66E0-9D768299679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5" creationId="{5F2665CD-5FE8-8D0B-7EA0-5B82777F97A9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4" creationId="{1798F04E-AB90-610A-2357-98C7EAD78914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5" creationId="{5446CB75-8376-30E1-B47A-B5B22163B94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6" creationId="{20169136-4395-F191-E2BA-3F02028001BF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7" creationId="{20BD52EA-7441-99C8-184B-3054D6D153FD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8" creationId="{FECE7FFA-1B0C-E335-24C4-3554D358577D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9" creationId="{9510B468-D63B-1A5E-B40A-59608563BC40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0" creationId="{D632DB30-3A4F-0761-1A2C-31115A782AC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1" creationId="{200D6B82-9332-6F82-74A1-62BE17494EDF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2" creationId="{8B7274AC-53A0-12DC-93FB-47FFE4528FD0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3" creationId="{B80E4892-8780-5BC5-8120-84475DDA0CAB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4" creationId="{6533492A-8021-20BB-15EF-8E96921C74A6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5" creationId="{4B4563A2-4D75-55F2-1051-791D1A4C3367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6" creationId="{2BED1D58-4AA3-8689-A5B0-3B0F41DC99D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7" creationId="{5E9F6E24-CCD7-4DDD-F980-C050C4E78F3A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8" creationId="{5EF4B1DE-C99D-964F-7A66-AC6CBE0BA68A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9" creationId="{2B6B3659-DE17-5876-DEF4-F6184E0A87CA}"/>
          </ac:spMkLst>
        </pc:spChg>
        <pc:spChg chg="add mod">
          <ac:chgData name="이민재" userId="f97f16f7-28a5-49bd-9e05-fb3ef63d7997" providerId="ADAL" clId="{9BD091B5-BB1A-44A0-8AB3-204ECA7231B1}" dt="2023-07-31T10:38:49.801" v="7164" actId="1076"/>
          <ac:spMkLst>
            <pc:docMk/>
            <pc:sldMk cId="1442883787" sldId="842"/>
            <ac:spMk id="1040" creationId="{F7E579A7-AF97-2776-4586-BD249E80593F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1" creationId="{C5E8B18A-840F-4D89-B9A6-5C10FAC916DF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2" creationId="{E59FDB42-9AF6-0596-7626-F0AA41CCE59D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3" creationId="{972D888F-6332-727C-5B1D-8E4313F42E36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4" creationId="{7E1C3085-5AC8-7EDF-335D-10685CB42AFE}"/>
          </ac:spMkLst>
        </pc:spChg>
        <pc:spChg chg="add mod">
          <ac:chgData name="이민재" userId="f97f16f7-28a5-49bd-9e05-fb3ef63d7997" providerId="ADAL" clId="{9BD091B5-BB1A-44A0-8AB3-204ECA7231B1}" dt="2023-07-31T10:38:49.801" v="7164" actId="1076"/>
          <ac:spMkLst>
            <pc:docMk/>
            <pc:sldMk cId="1442883787" sldId="842"/>
            <ac:spMk id="1055" creationId="{D113C94D-E12B-7397-057D-9FFC9B4F9B6A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7" creationId="{E29CB0AC-EC5D-2432-5B15-82FB6BA72E7E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8" creationId="{74664A5F-3A4B-F295-F801-5ACACF43AB20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9" creationId="{DFB0D602-E567-434C-5A86-3F6131258FC8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08" creationId="{2E6E8FAD-8FE2-E75F-7AC8-08AA509E319F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09" creationId="{21E47844-1822-F04C-ED79-CCEE8BF46CED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10" creationId="{6F98AA41-F140-CEFB-AD55-15A82BC3AEFF}"/>
          </ac:spMkLst>
        </pc:spChg>
        <pc:spChg chg="add del mod">
          <ac:chgData name="이민재" userId="f97f16f7-28a5-49bd-9e05-fb3ef63d7997" providerId="ADAL" clId="{9BD091B5-BB1A-44A0-8AB3-204ECA7231B1}" dt="2023-07-31T10:51:43.282" v="7225" actId="478"/>
          <ac:spMkLst>
            <pc:docMk/>
            <pc:sldMk cId="1442883787" sldId="842"/>
            <ac:spMk id="1111" creationId="{B5DDF3BE-33FD-D31E-BEEB-201BD5F65089}"/>
          </ac:spMkLst>
        </pc:spChg>
        <pc:spChg chg="add del mod">
          <ac:chgData name="이민재" userId="f97f16f7-28a5-49bd-9e05-fb3ef63d7997" providerId="ADAL" clId="{9BD091B5-BB1A-44A0-8AB3-204ECA7231B1}" dt="2023-07-31T09:49:11.089" v="6318" actId="478"/>
          <ac:spMkLst>
            <pc:docMk/>
            <pc:sldMk cId="1442883787" sldId="842"/>
            <ac:spMk id="1112" creationId="{B1416135-E46A-4851-7133-28F9BE13CD47}"/>
          </ac:spMkLst>
        </pc:spChg>
        <pc:spChg chg="add mod">
          <ac:chgData name="이민재" userId="f97f16f7-28a5-49bd-9e05-fb3ef63d7997" providerId="ADAL" clId="{9BD091B5-BB1A-44A0-8AB3-204ECA7231B1}" dt="2023-07-31T10:00:26.758" v="6589" actId="1076"/>
          <ac:spMkLst>
            <pc:docMk/>
            <pc:sldMk cId="1442883787" sldId="842"/>
            <ac:spMk id="1113" creationId="{79491EFE-8C0B-CB41-F44B-5EC23C587AF8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5" creationId="{FB6B91B6-BB74-C461-C7DB-461799CD78B1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6" creationId="{A19AD2D5-B56E-8DD3-0F73-D309A75236B7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7" creationId="{BDDC4383-70C3-FC6C-38DE-E1E6CA5BC5EB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1" creationId="{C99A02C6-745E-E7C3-FDAD-C00B7673A567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2" creationId="{34EEF3A1-5A15-71F0-C727-7F83939C283E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3" creationId="{5D699170-A5A3-3D29-F18C-30429B1FCB2B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4" creationId="{3E759BE5-83E3-6A3B-854B-21C0D9B9B5A1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5" creationId="{7DF8DA6C-6227-5DF0-A1D7-9B50B44FB327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6" creationId="{29F67CF1-A4AD-0F78-431C-1986BFE12A41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7" creationId="{5DB11124-7DD1-16C9-7A2B-E733A4B8857E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8" creationId="{579E7844-7F46-E380-34CF-166CBC0D871B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1" creationId="{CDEE3A5F-9F71-BBD1-2767-F15C75CA7C1D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2" creationId="{4E5C3030-1F37-9157-0071-D498D489503C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3" creationId="{4733043E-684B-B4D1-1B95-C980BFCD0F47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4" creationId="{0B8990E7-70FD-891E-0CA4-DBA66F239DF9}"/>
          </ac:spMkLst>
        </pc:spChg>
        <pc:spChg chg="add mod">
          <ac:chgData name="이민재" userId="f97f16f7-28a5-49bd-9e05-fb3ef63d7997" providerId="ADAL" clId="{9BD091B5-BB1A-44A0-8AB3-204ECA7231B1}" dt="2023-07-31T09:53:34.350" v="6399" actId="571"/>
          <ac:spMkLst>
            <pc:docMk/>
            <pc:sldMk cId="1442883787" sldId="842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38" creationId="{89693A60-B7A8-7017-D4E2-9B38164D0EAD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39" creationId="{0143F4E5-6A91-6BB5-0D0E-FBF7D5281BEE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40" creationId="{54928980-5F58-F6BE-E523-02E120470687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41" creationId="{9BA9C5A5-96B4-696D-5123-963DEF5049C6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3" creationId="{C098ED71-CB26-A055-CF10-057E3A91D602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4" creationId="{BDABD112-9D95-8C87-28BB-817833C04DB7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5" creationId="{17D36FF4-4414-2432-A501-C856C9DAEB8D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6" creationId="{E49F8C30-D061-3732-6843-B0D5BBEE0CA7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48" creationId="{73FE438B-C089-F7FA-2C9E-FF4FD927973E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49" creationId="{FAEAD19A-2F51-FCBC-B6D8-9DAFA58B9A2C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50" creationId="{32BD4E39-B74F-374D-88E1-9BAB0C02DAFA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51" creationId="{CC20DEA9-3565-01CD-38E5-E8267946069E}"/>
          </ac:spMkLst>
        </pc:spChg>
        <pc:spChg chg="add del mod">
          <ac:chgData name="이민재" userId="f97f16f7-28a5-49bd-9e05-fb3ef63d7997" providerId="ADAL" clId="{9BD091B5-BB1A-44A0-8AB3-204ECA7231B1}" dt="2023-07-31T10:00:10.167" v="6586" actId="478"/>
          <ac:spMkLst>
            <pc:docMk/>
            <pc:sldMk cId="1442883787" sldId="842"/>
            <ac:spMk id="1153" creationId="{9896361B-0BC6-A3D9-0CB4-B4DA7EAAE9F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6" creationId="{1901984E-0A8E-1C5A-5C3F-37F1EC943AF6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8" creationId="{D659D6B4-D96A-E975-50BF-0BC48B8C207B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9" creationId="{9D9482E9-7836-1C0B-DCE9-6341BBF4C9CD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0" creationId="{D3BE2BFE-BE48-B8C7-7CD7-80775912B2E0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1" creationId="{93D6061C-9382-B05E-F2C2-ABB396A534C5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3" creationId="{FD06E935-2012-752F-A4B8-B9E673908BE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4" creationId="{B5BD7CE0-5883-098E-F14A-D108C4CF549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5" creationId="{D5D71E68-925B-887C-785D-4669AB9BB2E7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8" creationId="{0B36C768-A486-8D17-08F8-BCEB5C57FE64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0" creationId="{5E30262D-64B5-C490-B522-4F4307B92046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2" creationId="{C1ED1464-5F56-85A0-3095-2D91451BED6F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3" creationId="{7F88A348-2D60-63BD-F7DB-B8E01F1E3F64}"/>
          </ac:spMkLst>
        </pc:spChg>
        <pc:spChg chg="add mod">
          <ac:chgData name="이민재" userId="f97f16f7-28a5-49bd-9e05-fb3ef63d7997" providerId="ADAL" clId="{9BD091B5-BB1A-44A0-8AB3-204ECA7231B1}" dt="2023-07-31T10:06:53.267" v="6806" actId="20577"/>
          <ac:spMkLst>
            <pc:docMk/>
            <pc:sldMk cId="1442883787" sldId="842"/>
            <ac:spMk id="1183" creationId="{FD92B8F1-9859-5CAB-EA5B-EE8E5D3047FB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84" creationId="{E191994E-2418-3CEA-B9C0-D0E00CB92051}"/>
          </ac:spMkLst>
        </pc:spChg>
        <pc:spChg chg="add mod">
          <ac:chgData name="이민재" userId="f97f16f7-28a5-49bd-9e05-fb3ef63d7997" providerId="ADAL" clId="{9BD091B5-BB1A-44A0-8AB3-204ECA7231B1}" dt="2023-07-31T10:04:54.025" v="6716" actId="571"/>
          <ac:spMkLst>
            <pc:docMk/>
            <pc:sldMk cId="1442883787" sldId="842"/>
            <ac:spMk id="1185" creationId="{685E9E4E-4025-1372-D0DA-7EA8330CB24E}"/>
          </ac:spMkLst>
        </pc:spChg>
        <pc:spChg chg="add mod">
          <ac:chgData name="이민재" userId="f97f16f7-28a5-49bd-9e05-fb3ef63d7997" providerId="ADAL" clId="{9BD091B5-BB1A-44A0-8AB3-204ECA7231B1}" dt="2023-07-31T10:05:35.651" v="6766" actId="1076"/>
          <ac:spMkLst>
            <pc:docMk/>
            <pc:sldMk cId="1442883787" sldId="842"/>
            <ac:spMk id="1186" creationId="{90E593EC-C61F-B19E-7AFF-D39BDE03F928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87" creationId="{7B0088A4-84DB-B75B-DAE2-0308DD939DEF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90" creationId="{5A36535F-C93F-AE3F-65AE-4108FD913E37}"/>
          </ac:spMkLst>
        </pc:spChg>
        <pc:spChg chg="add mod">
          <ac:chgData name="이민재" userId="f97f16f7-28a5-49bd-9e05-fb3ef63d7997" providerId="ADAL" clId="{9BD091B5-BB1A-44A0-8AB3-204ECA7231B1}" dt="2023-07-31T10:38:55.690" v="7165" actId="1076"/>
          <ac:spMkLst>
            <pc:docMk/>
            <pc:sldMk cId="1442883787" sldId="842"/>
            <ac:spMk id="1191" creationId="{BDC7178D-9160-B298-FBF3-C5156AC804AF}"/>
          </ac:spMkLst>
        </pc:spChg>
        <pc:spChg chg="add mod">
          <ac:chgData name="이민재" userId="f97f16f7-28a5-49bd-9e05-fb3ef63d7997" providerId="ADAL" clId="{9BD091B5-BB1A-44A0-8AB3-204ECA7231B1}" dt="2023-07-31T10:21:55.467" v="6999" actId="14100"/>
          <ac:spMkLst>
            <pc:docMk/>
            <pc:sldMk cId="1442883787" sldId="842"/>
            <ac:spMk id="1192" creationId="{4BC79666-9F72-B701-E2C8-232BE881D88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01" creationId="{5E5BC9DE-ECE1-B252-D607-FB256898991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29" creationId="{DA683BC0-F716-E21A-5FDE-BFD8F487A1D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0" creationId="{4F2669E3-7C0E-B98B-6106-754BF0D1B9BB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1" creationId="{99FCBE15-65E1-C50E-7EE2-D538E253E30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2" creationId="{C28B2EBF-5D79-C607-8D04-C06EB8C4776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3" creationId="{006B1916-A3B6-9375-8068-D78A4B97CE4C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4" creationId="{36D39B24-F002-8CB7-48D3-674841A7C6AD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5" creationId="{85EF9080-6E2E-1848-73A9-BA20BEFE816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6" creationId="{664B6AD6-EA13-F183-5333-8C51017402A9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7" creationId="{2FD959C6-4216-2C93-7BAA-58F438260083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8" creationId="{113CABCD-8457-CDBD-BAED-6A06244E285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9" creationId="{E0E45D20-212E-802D-3CCF-EE184B2070F0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0" creationId="{DB9F9D2B-D01D-E54C-A8EF-C5FE92DFB898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1" creationId="{8906E880-F433-D56C-B035-7970E820642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2" creationId="{7E78637C-EF8E-3E03-AEDD-C7CBC1D871A5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3" creationId="{63E02A46-E6ED-BE62-2752-36E7BCC8E88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4" creationId="{81EF2E44-B548-0E23-8C6C-7957F033855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5" creationId="{758145A1-5066-8A24-8864-D2DD388C0A3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6" creationId="{BA03232A-C554-5CBC-D24F-E6B0CEBC965F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7" creationId="{22BED72A-8D3E-F996-9D47-F9F0E30894F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8" creationId="{BF4771C9-02A9-B177-1FE4-885F4AC42C8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9" creationId="{885C02C2-51A0-EF76-1AD5-3CE0A6429B2C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0" creationId="{5B44CFD1-5E09-00EC-FEED-E7B2D69787A3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1" creationId="{E1710E59-C0B4-5E78-596A-E3A00E85386B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2" creationId="{A1B9711A-62D0-C89D-7181-BBF97CAB9CB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3" creationId="{7A8B568D-2B2E-E9CC-186E-5D66D739A4D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4" creationId="{2073B604-3E67-0666-70DF-DA7DCAD4BEE8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5" creationId="{C62C2A59-355C-DE06-5AF6-50A84B0CAE1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6" creationId="{45542484-EDBA-CBC7-C9E9-87F52EF3297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7" creationId="{2C2F851B-27F3-8FFC-0A6A-7499C23F3B7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8" creationId="{9B1A0A27-4EAC-9A76-E07F-7DE1083C621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9" creationId="{EE12B16A-A4A2-E4CC-04E9-308A5CD6D12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60" creationId="{EFABBD82-47A7-DB4D-9967-D88B842486B4}"/>
          </ac:spMkLst>
        </pc:spChg>
        <pc:spChg chg="add del mod">
          <ac:chgData name="이민재" userId="f97f16f7-28a5-49bd-9e05-fb3ef63d7997" providerId="ADAL" clId="{9BD091B5-BB1A-44A0-8AB3-204ECA7231B1}" dt="2023-07-31T10:35:49.571" v="7092" actId="478"/>
          <ac:spMkLst>
            <pc:docMk/>
            <pc:sldMk cId="1442883787" sldId="842"/>
            <ac:spMk id="1266" creationId="{C0296243-B771-1BDC-3953-9AAA8A640812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267" creationId="{54A740C5-63D7-4538-E07F-C1EF7B5E97C8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68" creationId="{A1529A70-B6E4-AD97-88E7-A5F35F27659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7" creationId="{5A8DAC28-8160-8F78-E1B4-F39945335470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8" creationId="{172D5B0F-D5AB-6B4E-4403-0BC0C6351A8D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9" creationId="{239C0E73-16C7-6FB0-205F-263C4B3146A4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0" creationId="{9F5AD53F-E2BE-50AA-FF8A-029A9271F6C0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1" creationId="{CF3AAF97-E681-5AF0-697A-9A90BD3711A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2" creationId="{40B80F52-97B2-7290-6940-B46375C5183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3" creationId="{FE48D4D4-E507-3F3D-9020-D42DA01D8D2D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4" creationId="{F1419669-5F1D-F836-860E-18C8BFC3B33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5" creationId="{3CC70884-7ED5-034E-A9FA-F3E702820964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6" creationId="{DB0D3083-80F9-E299-18C7-F236DD363C36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7" creationId="{FB5641EC-D05C-8B4B-5BB9-B02DD01939BC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8" creationId="{BC9BA375-4D4F-DE40-61A7-D62D02487BF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9" creationId="{EECFC8B3-8427-BC54-C49E-6C1559ABEEFE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0" creationId="{98395383-04CE-9212-3F27-D783C159BB46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1" creationId="{8720C285-E482-B768-C5B1-6E2A7E68138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2" creationId="{677E73C8-F640-FBAA-E365-224F443E955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08" creationId="{AE3BA44F-EE74-86A4-B6EA-0657B83F99A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18" creationId="{B4C57C81-118D-3A6F-ADF7-CA45CD72EBB1}"/>
          </ac:spMkLst>
        </pc:spChg>
        <pc:spChg chg="add del mod">
          <ac:chgData name="이민재" userId="f97f16f7-28a5-49bd-9e05-fb3ef63d7997" providerId="ADAL" clId="{9BD091B5-BB1A-44A0-8AB3-204ECA7231B1}" dt="2023-07-31T10:39:22.328" v="7172" actId="478"/>
          <ac:spMkLst>
            <pc:docMk/>
            <pc:sldMk cId="1442883787" sldId="842"/>
            <ac:spMk id="1319" creationId="{E35C78A4-863B-977E-423E-F54BEEAE17F0}"/>
          </ac:spMkLst>
        </pc:spChg>
        <pc:spChg chg="add del mod">
          <ac:chgData name="이민재" userId="f97f16f7-28a5-49bd-9e05-fb3ef63d7997" providerId="ADAL" clId="{9BD091B5-BB1A-44A0-8AB3-204ECA7231B1}" dt="2023-07-31T10:39:20.982" v="7171" actId="478"/>
          <ac:spMkLst>
            <pc:docMk/>
            <pc:sldMk cId="1442883787" sldId="842"/>
            <ac:spMk id="1320" creationId="{BA914029-5E72-B9A4-C1E3-235DD583013B}"/>
          </ac:spMkLst>
        </pc:spChg>
        <pc:spChg chg="add del mod">
          <ac:chgData name="이민재" userId="f97f16f7-28a5-49bd-9e05-fb3ef63d7997" providerId="ADAL" clId="{9BD091B5-BB1A-44A0-8AB3-204ECA7231B1}" dt="2023-07-31T10:39:20.982" v="7171" actId="478"/>
          <ac:spMkLst>
            <pc:docMk/>
            <pc:sldMk cId="1442883787" sldId="842"/>
            <ac:spMk id="1321" creationId="{9260CA93-7370-2910-9DA2-875E6398065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2" creationId="{9176FB2D-5651-667D-F75E-C4EE5BBE313F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3" creationId="{2C5BCB48-39A3-8F73-7EE1-CBE68608593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4" creationId="{7E415426-C7F7-F614-434B-E664E9427CA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5" creationId="{3D9FBC44-2E10-245C-1CEF-BA92A70EEEA3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6" creationId="{5DBCAE37-B2D6-A96F-8885-B2F076E6252C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7" creationId="{E77CFFF6-0870-2B06-31D0-DC483FEC5F1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8" creationId="{E149AC1D-C235-29B3-5263-6B07DF25228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9" creationId="{0B80B832-9B73-650A-5E94-8AE24848E80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0" creationId="{A386C59F-47A7-E1B1-C1C0-8056F8EB448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1" creationId="{B8F4D064-7803-297E-0B9D-3869D6F7039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2" creationId="{AE142972-7524-41A5-E821-C0C6EF775CBB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3" creationId="{F709EB1A-DDCD-8AC1-3274-7150A2DF7375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4" creationId="{3F42F709-38E7-57EF-E76E-F8BEF4081C0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5" creationId="{2539AB23-3A2C-0878-0B5C-F37D9D38547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6" creationId="{688F7359-9AAA-1683-EF39-A9139EE9A6C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7" creationId="{FEFF1E09-17F8-9785-E918-43213CAA816C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3" creationId="{CBAF65EA-5947-11E9-88D7-E5D97D3816C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4" creationId="{FCDFFC38-7BA3-D5C1-CFF9-AA469C089A6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5" creationId="{30000605-8CD7-396B-3EFA-7E09FCC3942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6" creationId="{0F62413C-2163-CE0F-C3AE-8DC2F5B4FA85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7" creationId="{7EE61041-A01E-759C-C8B9-99F5B5A9FED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8" creationId="{6A1E8FD7-32D3-F578-6ADB-F8E09C23BCB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9" creationId="{D284EF0B-4E5E-2615-1652-1F31D666C059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0" creationId="{FCB3C962-6615-23C2-84AD-0C6426C2022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1" creationId="{8CE3FA86-D28A-E383-302B-9AF3D6C4314B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2" creationId="{6AAFFCDC-9402-6F10-74D9-51C0EFA892E0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3" creationId="{85B733A1-1740-87E6-B2F7-6BA6CD3C041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4" creationId="{FFDABE82-2A9B-A3D0-F13D-4DF2173CE54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5" creationId="{F5BAFED5-2B97-7BDC-BBFC-CC61661213A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6" creationId="{1C8A048D-46E7-9C1B-21E1-9FF843A6C213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7" creationId="{167102A8-3E52-8AE2-CFD1-249CEED5B7D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8" creationId="{AB9870C6-D05A-583F-6136-720961D7791A}"/>
          </ac:spMkLst>
        </pc:spChg>
        <pc:spChg chg="add mod">
          <ac:chgData name="이민재" userId="f97f16f7-28a5-49bd-9e05-fb3ef63d7997" providerId="ADAL" clId="{9BD091B5-BB1A-44A0-8AB3-204ECA7231B1}" dt="2023-07-31T10:41:38.651" v="7202" actId="1076"/>
          <ac:spMkLst>
            <pc:docMk/>
            <pc:sldMk cId="1442883787" sldId="842"/>
            <ac:spMk id="1389" creationId="{9C2D7519-A1E0-0394-8A60-BD161BE07F58}"/>
          </ac:spMkLst>
        </pc:spChg>
        <pc:grpChg chg="add del mod">
          <ac:chgData name="이민재" userId="f97f16f7-28a5-49bd-9e05-fb3ef63d7997" providerId="ADAL" clId="{9BD091B5-BB1A-44A0-8AB3-204ECA7231B1}" dt="2023-07-31T06:33:09.776" v="3464" actId="165"/>
          <ac:grpSpMkLst>
            <pc:docMk/>
            <pc:sldMk cId="1442883787" sldId="842"/>
            <ac:grpSpMk id="57" creationId="{BDB3AF11-2EE3-8CC6-512E-395E8E48901E}"/>
          </ac:grpSpMkLst>
        </pc:grpChg>
        <pc:grpChg chg="mod">
          <ac:chgData name="이민재" userId="f97f16f7-28a5-49bd-9e05-fb3ef63d7997" providerId="ADAL" clId="{9BD091B5-BB1A-44A0-8AB3-204ECA7231B1}" dt="2023-07-31T10:42:02.053" v="7217" actId="1036"/>
          <ac:grpSpMkLst>
            <pc:docMk/>
            <pc:sldMk cId="1442883787" sldId="842"/>
            <ac:grpSpMk id="99" creationId="{B201FCB5-3CA8-D434-3252-9ADB82EA800F}"/>
          </ac:grpSpMkLst>
        </pc:grpChg>
        <pc:grpChg chg="del">
          <ac:chgData name="이민재" userId="f97f16f7-28a5-49bd-9e05-fb3ef63d7997" providerId="ADAL" clId="{9BD091B5-BB1A-44A0-8AB3-204ECA7231B1}" dt="2023-07-31T08:29:27.349" v="4755" actId="478"/>
          <ac:grpSpMkLst>
            <pc:docMk/>
            <pc:sldMk cId="1442883787" sldId="842"/>
            <ac:grpSpMk id="155" creationId="{19BB9929-9171-A49C-EDEA-ABC057B79A6E}"/>
          </ac:grpSpMkLst>
        </pc:grpChg>
        <pc:grpChg chg="del mod">
          <ac:chgData name="이민재" userId="f97f16f7-28a5-49bd-9e05-fb3ef63d7997" providerId="ADAL" clId="{9BD091B5-BB1A-44A0-8AB3-204ECA7231B1}" dt="2023-07-31T08:29:24.491" v="4753" actId="478"/>
          <ac:grpSpMkLst>
            <pc:docMk/>
            <pc:sldMk cId="1442883787" sldId="842"/>
            <ac:grpSpMk id="190" creationId="{FBCFCDB9-2831-DA8E-3630-8C1BDBEEFB5E}"/>
          </ac:grpSpMkLst>
        </pc:grpChg>
        <pc:grpChg chg="add del mod">
          <ac:chgData name="이민재" userId="f97f16f7-28a5-49bd-9e05-fb3ef63d7997" providerId="ADAL" clId="{9BD091B5-BB1A-44A0-8AB3-204ECA7231B1}" dt="2023-07-31T09:08:49.930" v="5288" actId="478"/>
          <ac:grpSpMkLst>
            <pc:docMk/>
            <pc:sldMk cId="1442883787" sldId="842"/>
            <ac:grpSpMk id="269" creationId="{34A9A3D5-884E-2FCA-BC0C-952B7AB65CD8}"/>
          </ac:grpSpMkLst>
        </pc:grpChg>
        <pc:grpChg chg="add del mod">
          <ac:chgData name="이민재" userId="f97f16f7-28a5-49bd-9e05-fb3ef63d7997" providerId="ADAL" clId="{9BD091B5-BB1A-44A0-8AB3-204ECA7231B1}" dt="2023-07-31T09:08:50.136" v="5289" actId="478"/>
          <ac:grpSpMkLst>
            <pc:docMk/>
            <pc:sldMk cId="1442883787" sldId="842"/>
            <ac:grpSpMk id="270" creationId="{0218DD05-DF2B-6435-5EAA-400DCB3EB50B}"/>
          </ac:grpSpMkLst>
        </pc:grpChg>
        <pc:grpChg chg="add del mod">
          <ac:chgData name="이민재" userId="f97f16f7-28a5-49bd-9e05-fb3ef63d7997" providerId="ADAL" clId="{9BD091B5-BB1A-44A0-8AB3-204ECA7231B1}" dt="2023-07-31T09:08:50.275" v="5290" actId="478"/>
          <ac:grpSpMkLst>
            <pc:docMk/>
            <pc:sldMk cId="1442883787" sldId="842"/>
            <ac:grpSpMk id="275" creationId="{2DBD6805-AA57-3C6F-E9DB-6060B00A2B6C}"/>
          </ac:grpSpMkLst>
        </pc:grpChg>
        <pc:grpChg chg="add del mod">
          <ac:chgData name="이민재" userId="f97f16f7-28a5-49bd-9e05-fb3ef63d7997" providerId="ADAL" clId="{9BD091B5-BB1A-44A0-8AB3-204ECA7231B1}" dt="2023-07-31T09:08:50.450" v="5291" actId="478"/>
          <ac:grpSpMkLst>
            <pc:docMk/>
            <pc:sldMk cId="1442883787" sldId="842"/>
            <ac:grpSpMk id="283" creationId="{CE018AD1-7864-AA13-3BFB-EEBF7FDEBD44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52" creationId="{454D5CFF-031D-3C87-A3E4-A994C409C204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60" creationId="{7FE35D76-BDC3-2281-CEB3-11E82D5584D7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68" creationId="{90C3F5FF-5B1D-EF51-FAAF-3AC0E252E030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76" creationId="{687002DD-B0EF-FE3D-A874-56F4A36B90D4}"/>
          </ac:grpSpMkLst>
        </pc:grpChg>
        <pc:grpChg chg="add del mod">
          <ac:chgData name="이민재" userId="f97f16f7-28a5-49bd-9e05-fb3ef63d7997" providerId="ADAL" clId="{9BD091B5-BB1A-44A0-8AB3-204ECA7231B1}" dt="2023-07-31T07:22:01.600" v="3898" actId="165"/>
          <ac:grpSpMkLst>
            <pc:docMk/>
            <pc:sldMk cId="1442883787" sldId="842"/>
            <ac:grpSpMk id="593" creationId="{FD5D22EE-E2CE-78ED-C7C1-3F377EB77D67}"/>
          </ac:grpSpMkLst>
        </pc:grpChg>
        <pc:grpChg chg="del mod topLvl">
          <ac:chgData name="이민재" userId="f97f16f7-28a5-49bd-9e05-fb3ef63d7997" providerId="ADAL" clId="{9BD091B5-BB1A-44A0-8AB3-204ECA7231B1}" dt="2023-07-31T07:48:50.351" v="4005" actId="478"/>
          <ac:grpSpMkLst>
            <pc:docMk/>
            <pc:sldMk cId="1442883787" sldId="842"/>
            <ac:grpSpMk id="594" creationId="{BCDC697F-AAE3-4BEA-21FC-1F6EABA218C1}"/>
          </ac:grpSpMkLst>
        </pc:grpChg>
        <pc:grpChg chg="add del mod topLvl">
          <ac:chgData name="이민재" userId="f97f16f7-28a5-49bd-9e05-fb3ef63d7997" providerId="ADAL" clId="{9BD091B5-BB1A-44A0-8AB3-204ECA7231B1}" dt="2023-07-31T07:48:49.987" v="4004" actId="478"/>
          <ac:grpSpMkLst>
            <pc:docMk/>
            <pc:sldMk cId="1442883787" sldId="842"/>
            <ac:grpSpMk id="595" creationId="{02CBBB5F-9487-F248-4845-2E7A226BB6FF}"/>
          </ac:grpSpMkLst>
        </pc:grpChg>
        <pc:grpChg chg="add del mod topLvl">
          <ac:chgData name="이민재" userId="f97f16f7-28a5-49bd-9e05-fb3ef63d7997" providerId="ADAL" clId="{9BD091B5-BB1A-44A0-8AB3-204ECA7231B1}" dt="2023-07-31T07:50:13.097" v="4058" actId="478"/>
          <ac:grpSpMkLst>
            <pc:docMk/>
            <pc:sldMk cId="1442883787" sldId="842"/>
            <ac:grpSpMk id="596" creationId="{CA0E5801-3518-F77E-2430-2EECC680BD50}"/>
          </ac:grpSpMkLst>
        </pc:grpChg>
        <pc:grpChg chg="add del mod topLvl">
          <ac:chgData name="이민재" userId="f97f16f7-28a5-49bd-9e05-fb3ef63d7997" providerId="ADAL" clId="{9BD091B5-BB1A-44A0-8AB3-204ECA7231B1}" dt="2023-07-31T07:48:49.327" v="4003" actId="478"/>
          <ac:grpSpMkLst>
            <pc:docMk/>
            <pc:sldMk cId="1442883787" sldId="842"/>
            <ac:grpSpMk id="597" creationId="{736BE925-312E-B704-CE04-DD5FFF88A62A}"/>
          </ac:grpSpMkLst>
        </pc:grpChg>
        <pc:grpChg chg="del mod">
          <ac:chgData name="이민재" userId="f97f16f7-28a5-49bd-9e05-fb3ef63d7997" providerId="ADAL" clId="{9BD091B5-BB1A-44A0-8AB3-204ECA7231B1}" dt="2023-07-31T08:22:33.075" v="4721" actId="478"/>
          <ac:grpSpMkLst>
            <pc:docMk/>
            <pc:sldMk cId="1442883787" sldId="842"/>
            <ac:grpSpMk id="727" creationId="{854E9D9F-8B09-80D3-3DC7-B9449B9009E8}"/>
          </ac:grpSpMkLst>
        </pc:grpChg>
        <pc:grpChg chg="del mod">
          <ac:chgData name="이민재" userId="f97f16f7-28a5-49bd-9e05-fb3ef63d7997" providerId="ADAL" clId="{9BD091B5-BB1A-44A0-8AB3-204ECA7231B1}" dt="2023-07-31T09:17:05.753" v="5690" actId="478"/>
          <ac:grpSpMkLst>
            <pc:docMk/>
            <pc:sldMk cId="1442883787" sldId="842"/>
            <ac:grpSpMk id="728" creationId="{3CF73B55-60B3-6AF6-D176-C2E4B0FEE874}"/>
          </ac:grpSpMkLst>
        </pc:grpChg>
        <pc:grpChg chg="del mod">
          <ac:chgData name="이민재" userId="f97f16f7-28a5-49bd-9e05-fb3ef63d7997" providerId="ADAL" clId="{9BD091B5-BB1A-44A0-8AB3-204ECA7231B1}" dt="2023-07-31T09:17:06.226" v="5691" actId="478"/>
          <ac:grpSpMkLst>
            <pc:docMk/>
            <pc:sldMk cId="1442883787" sldId="842"/>
            <ac:grpSpMk id="733" creationId="{FFE675AA-6AEC-F86E-736F-644FB558F2B6}"/>
          </ac:grpSpMkLst>
        </pc:grpChg>
        <pc:grpChg chg="del mod">
          <ac:chgData name="이민재" userId="f97f16f7-28a5-49bd-9e05-fb3ef63d7997" providerId="ADAL" clId="{9BD091B5-BB1A-44A0-8AB3-204ECA7231B1}" dt="2023-07-31T09:17:06.960" v="5692" actId="478"/>
          <ac:grpSpMkLst>
            <pc:docMk/>
            <pc:sldMk cId="1442883787" sldId="842"/>
            <ac:grpSpMk id="738" creationId="{0E567781-CDC6-39D4-CB6B-694ECE255F7D}"/>
          </ac:grpSpMkLst>
        </pc:grpChg>
        <pc:grpChg chg="add del mod">
          <ac:chgData name="이민재" userId="f97f16f7-28a5-49bd-9e05-fb3ef63d7997" providerId="ADAL" clId="{9BD091B5-BB1A-44A0-8AB3-204ECA7231B1}" dt="2023-07-31T09:17:05.014" v="5689" actId="478"/>
          <ac:grpSpMkLst>
            <pc:docMk/>
            <pc:sldMk cId="1442883787" sldId="842"/>
            <ac:grpSpMk id="752" creationId="{9EEDF11D-44F6-0215-E37F-3EA324DAC6DA}"/>
          </ac:grpSpMkLst>
        </pc:grpChg>
        <pc:grpChg chg="add del mod">
          <ac:chgData name="이민재" userId="f97f16f7-28a5-49bd-9e05-fb3ef63d7997" providerId="ADAL" clId="{9BD091B5-BB1A-44A0-8AB3-204ECA7231B1}" dt="2023-07-31T09:05:59.142" v="5170" actId="478"/>
          <ac:grpSpMkLst>
            <pc:docMk/>
            <pc:sldMk cId="1442883787" sldId="842"/>
            <ac:grpSpMk id="833" creationId="{08FCB8BB-CF92-DF00-A493-B9CFD3C5A9D1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42" creationId="{36A19FB6-0CBF-6FDF-4F96-DC8719EC933E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48" creationId="{3BD645AD-D1BF-428B-AFEB-4537FC31C0D2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53" creationId="{75616AA1-38F8-4C39-D837-E83A7C461E7A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11" creationId="{EAE94BB0-A822-829B-EDE8-21C4ABAA2649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16" creationId="{127D17E7-82CE-46E0-73D1-C19CBAEAC784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21" creationId="{D0337EB9-0995-7C63-BDD1-2F894B56B962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26" creationId="{79AFC824-7F15-F45F-91B2-71F7737BBC11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47" creationId="{FFE25A3F-75DB-3CE6-F05F-965548FF3D8B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80" creationId="{1B2C5B37-4275-150F-A667-99AEF5491AAE}"/>
          </ac:grpSpMkLst>
        </pc:grpChg>
        <pc:grpChg chg="add del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18" creationId="{E9023ACF-E747-75E6-5421-C497BF0781AD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29" creationId="{02BFD809-52DA-E00E-A194-210906413EC9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30" creationId="{C03855E4-B4D1-7643-5FB4-36CE72896CB0}"/>
          </ac:grpSpMkLst>
        </pc:grpChg>
        <pc:grpChg chg="add del mod">
          <ac:chgData name="이민재" userId="f97f16f7-28a5-49bd-9e05-fb3ef63d7997" providerId="ADAL" clId="{9BD091B5-BB1A-44A0-8AB3-204ECA7231B1}" dt="2023-07-31T09:55:11.986" v="6461"/>
          <ac:grpSpMkLst>
            <pc:docMk/>
            <pc:sldMk cId="1442883787" sldId="842"/>
            <ac:grpSpMk id="1137" creationId="{9A62A3B7-9A11-6E58-F7C4-BFF2D60E3C96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42" creationId="{6316E983-5AA9-B0B4-3846-FC385BED0A25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47" creationId="{35EE5AC9-48B8-A485-F41C-94A4DE57DCB2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09" creationId="{A47AAE26-19E3-F283-7A3D-CAD35C9712B1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14" creationId="{8EC759A1-F8C6-3317-7C76-8EB6B98C75E4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19" creationId="{86EDF1C0-F84C-A609-9C65-4D2A70750849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24" creationId="{E44EE5D8-4FEC-7E1D-D83D-E642D9596D37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61" creationId="{26803EAC-C750-51F9-D2AF-9714AB28B567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293" creationId="{8CA79A69-158B-2CF3-DCAD-E13EF987F0C0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298" creationId="{63040E16-7772-FD2C-7947-72274A7447CD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03" creationId="{DC4E7AFC-DC95-63FD-C981-D6810ABE2314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22" creationId="{88417041-49C1-CAFE-EA56-7DAA2F2D619C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27" creationId="{7DB545C6-B4A0-B7CF-C849-A09DAB8EEFD4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32" creationId="{A6C5C274-D9A7-EB19-19EB-7E93F1BC831D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37" creationId="{0681284B-4363-BFA9-5F6D-DA8693185428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58" creationId="{8AD734AC-A6CB-6EB8-C77E-DA000D645BB9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84" creationId="{C9A5CD69-3EE6-FE51-F3EC-3A92A6FDF673}"/>
          </ac:grpSpMkLst>
        </pc:grp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18" creationId="{CD948504-1BD5-B3FF-C7DA-55B42EAFB8E8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19" creationId="{B2D9E58C-CDF2-C1B2-FA5A-DDDC53E7DF0E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0" creationId="{A27D299C-E00D-E034-6AD2-391C036F17DB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1" creationId="{9A9A2DC1-9262-EAD7-4F0B-C1BE3F4208B7}"/>
          </ac:graphicFrameMkLst>
        </pc:graphicFrameChg>
        <pc:graphicFrameChg chg="add 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2" creationId="{0AE0D71E-8E82-935A-8FBB-A5615C92B916}"/>
          </ac:graphicFrameMkLst>
        </pc:graphicFrameChg>
        <pc:graphicFrameChg chg="mod">
          <ac:chgData name="이민재" userId="f97f16f7-28a5-49bd-9e05-fb3ef63d7997" providerId="ADAL" clId="{9BD091B5-BB1A-44A0-8AB3-204ECA7231B1}" dt="2023-07-31T09:49:06.889" v="6317" actId="1076"/>
          <ac:graphicFrameMkLst>
            <pc:docMk/>
            <pc:sldMk cId="1442883787" sldId="842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31T09:49:06.889" v="6317" actId="1076"/>
          <ac:graphicFrameMkLst>
            <pc:docMk/>
            <pc:sldMk cId="1442883787" sldId="842"/>
            <ac:graphicFrameMk id="30" creationId="{ECA9A7D1-CCC9-3E38-C69F-1309BF2E9811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43" creationId="{6BCCAC2B-D845-3A73-2C8D-CB0CCB3C9945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61" creationId="{96517704-6BD3-D783-A44F-6F6CB353F0A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51:02.332" v="7223" actId="1076"/>
          <ac:graphicFrameMkLst>
            <pc:docMk/>
            <pc:sldMk cId="1442883787" sldId="842"/>
            <ac:graphicFrameMk id="95" creationId="{8EC8C7E6-47D7-7BB5-BBBA-08191996315C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0:00:53.633" v="6596" actId="478"/>
          <ac:graphicFrameMkLst>
            <pc:docMk/>
            <pc:sldMk cId="1442883787" sldId="842"/>
            <ac:graphicFrameMk id="258" creationId="{349BF357-8ACE-415F-EDA4-7E90D37CB8DD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397" creationId="{6458CCC7-876D-F617-C066-A47ACB39CFBB}"/>
          </ac:graphicFrameMkLst>
        </pc:graphicFrameChg>
        <pc:graphicFrameChg chg="del">
          <ac:chgData name="이민재" userId="f97f16f7-28a5-49bd-9e05-fb3ef63d7997" providerId="ADAL" clId="{9BD091B5-BB1A-44A0-8AB3-204ECA7231B1}" dt="2023-07-31T06:43:53.648" v="3579" actId="478"/>
          <ac:graphicFrameMkLst>
            <pc:docMk/>
            <pc:sldMk cId="1442883787" sldId="842"/>
            <ac:graphicFrameMk id="443" creationId="{FB15BC91-A643-79CB-8F99-B823895AC1F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445" creationId="{782454D6-BCC9-6EF7-7F77-AD647CF1CA7B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2" creationId="{6504B3A3-B5ED-218B-187A-1777BF970F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3" creationId="{7E6AA9CE-821A-5B33-CD97-8AA8120B13E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1" creationId="{A754E309-EEF2-7ADF-55DB-5534CD89A6A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2" creationId="{49BE37D8-29FD-B241-5F19-D3DCB051782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3" creationId="{066A2843-0C7B-C6E7-522E-D1714B8701B8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8" creationId="{A2EF81B0-4844-612F-B371-8CB8E7C31A5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493" creationId="{E574C6E9-A17D-968A-827A-9BC760ED8AD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4" creationId="{DBBFECE3-0DD3-91D4-E1EF-326E96F74E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5" creationId="{D0212251-04D3-1983-D951-48A4E7E340B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6" creationId="{57F1CB5C-DC2B-D5C7-C486-57B920F71D8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01" creationId="{BC666773-0B8E-B629-DF99-50ABA9C2FB9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1.011" v="3537" actId="21"/>
          <ac:graphicFrameMkLst>
            <pc:docMk/>
            <pc:sldMk cId="1442883787" sldId="842"/>
            <ac:graphicFrameMk id="502" creationId="{9175C473-38A0-2B29-2ED0-1A264596C8C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1.011" v="3537" actId="21"/>
          <ac:graphicFrameMkLst>
            <pc:docMk/>
            <pc:sldMk cId="1442883787" sldId="842"/>
            <ac:graphicFrameMk id="503" creationId="{D2A0B09C-E93A-B763-DCAD-7354043BD87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07" creationId="{612062DC-2039-36A9-3DC5-5BC52B67B19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3.762" v="3539" actId="21"/>
          <ac:graphicFrameMkLst>
            <pc:docMk/>
            <pc:sldMk cId="1442883787" sldId="842"/>
            <ac:graphicFrameMk id="508" creationId="{5B96F3C5-F410-E706-B5C6-8180DC2B72B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11" creationId="{D917BA79-3603-98C0-B2C9-0E6A96181988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3" creationId="{AA54534F-9043-BEB1-44C4-2D9ABA7629C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5" creationId="{09C74480-E3E3-69E8-3748-78C32DDAC83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7" creationId="{9BB1EAF8-7469-9DC8-9DC2-7096B5D0DEE9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9" creationId="{1D661787-F77A-B129-CBFE-56DC89A1DE5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27:29.879" v="7013" actId="1076"/>
          <ac:graphicFrameMkLst>
            <pc:docMk/>
            <pc:sldMk cId="1442883787" sldId="842"/>
            <ac:graphicFrameMk id="668" creationId="{036ECEDB-548C-3865-7BF9-908C06BD5944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0" creationId="{3089186A-A9C7-4AA1-F6CE-ABA4F739E37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4" creationId="{F3D1F835-9F3A-C18D-9D82-A4DAFD9B614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6" creationId="{480E3725-F025-B204-F4C0-60B6374C5209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96" creationId="{E5F6393A-C088-6447-4839-0B0E74D49786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98" creationId="{D8759FE2-BC52-41C0-D775-13E857EC440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05:11.848" v="4365" actId="478"/>
          <ac:graphicFrameMkLst>
            <pc:docMk/>
            <pc:sldMk cId="1442883787" sldId="842"/>
            <ac:graphicFrameMk id="717" creationId="{FA4D8445-26D7-03AC-807D-5FB24B17D57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26:59.113" v="5878" actId="1076"/>
          <ac:graphicFrameMkLst>
            <pc:docMk/>
            <pc:sldMk cId="1442883787" sldId="842"/>
            <ac:graphicFrameMk id="718" creationId="{6BBD17BF-7B8D-BB76-C07C-4608721A27D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26:59.113" v="5878" actId="1076"/>
          <ac:graphicFrameMkLst>
            <pc:docMk/>
            <pc:sldMk cId="1442883787" sldId="842"/>
            <ac:graphicFrameMk id="719" creationId="{9D72454B-220A-3CE9-A83A-9D5AD3437E0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41.032" v="4472" actId="478"/>
          <ac:graphicFrameMkLst>
            <pc:docMk/>
            <pc:sldMk cId="1442883787" sldId="842"/>
            <ac:graphicFrameMk id="720" creationId="{C07D772E-FA50-FBDD-5E92-61DFBBF5885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4.343" v="4467" actId="478"/>
          <ac:graphicFrameMkLst>
            <pc:docMk/>
            <pc:sldMk cId="1442883787" sldId="842"/>
            <ac:graphicFrameMk id="721" creationId="{6132116B-668D-605D-5459-19849D86CC4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3.549" v="4466" actId="478"/>
          <ac:graphicFrameMkLst>
            <pc:docMk/>
            <pc:sldMk cId="1442883787" sldId="842"/>
            <ac:graphicFrameMk id="725" creationId="{BC767D7E-E9EB-B412-D52C-9AD388AEECF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2.407" v="4465" actId="478"/>
          <ac:graphicFrameMkLst>
            <pc:docMk/>
            <pc:sldMk cId="1442883787" sldId="842"/>
            <ac:graphicFrameMk id="726" creationId="{48B682EF-7225-E662-2109-C4FF9AB47844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7" creationId="{F8E56DA8-ECF6-99DA-229D-9A3AE96A5B29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7" creationId="{31DA4B37-C6DC-41CA-EF86-5F114AB52759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8" creationId="{C3660B4D-A5EF-E7D4-4993-957D65D0A4B7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9" creationId="{2D79302F-7898-2B1C-36CB-B01FF2FC2C73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80" creationId="{395C7978-7536-A3C1-6F9F-5956823DC1B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99" creationId="{32E49561-725F-FB65-9E07-06324A581B6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2" creationId="{A3C721FF-6837-893D-A2C4-00EA45E1531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3" creationId="{79F1B674-8A8C-E7BE-444E-3F31CD62E91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6" creationId="{46D3A155-C5C1-8E8D-B659-847989510EF1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7" creationId="{F0EC38BF-CD5D-0DC0-9687-C625766DB0FC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8" creationId="{487EA955-5E55-E857-9E17-9012DBDCEC2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9" creationId="{856C3BF4-5B38-167B-49DF-19A6912CDC3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0" creationId="{9580EB46-B21B-7CE5-51C8-D514439222F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1" creationId="{ABDAE2A2-47FD-D0B9-501B-173355461498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2" creationId="{D989F316-EB55-17EA-4C97-0EF2CE9B57C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3" creationId="{47D9E2D6-7635-D3CE-105E-52653903D05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4" creationId="{9E3A6AE3-3001-1082-DBE7-B3524DA56CA3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04:07.272" v="6695" actId="1076"/>
          <ac:graphicFrameMkLst>
            <pc:docMk/>
            <pc:sldMk cId="1442883787" sldId="842"/>
            <ac:graphicFrameMk id="816" creationId="{0366BA6D-12C3-5590-85D2-557A9B6717A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5" creationId="{7E18979C-B5B7-F7D9-9D4C-19C1F6464C47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6" creationId="{06EE937E-43EA-F642-2596-F4478DC2BE88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7" creationId="{C2ED08DF-3571-453A-F8B3-BF653C217578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8" creationId="{A21F9C5B-7C01-F5ED-8CE5-30DEDDE7C744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4" creationId="{345A722D-77B7-EC5B-CBD8-C11CE2F89E2C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5" creationId="{D79F7856-3D04-5378-3957-EC25504E6E0B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6" creationId="{5ED5B44D-7679-3563-9C9C-B7CCC58F2FE0}"/>
          </ac:graphicFrameMkLst>
        </pc:graphicFrameChg>
        <pc:graphicFrameChg chg="del">
          <ac:chgData name="이민재" userId="f97f16f7-28a5-49bd-9e05-fb3ef63d7997" providerId="ADAL" clId="{9BD091B5-BB1A-44A0-8AB3-204ECA7231B1}" dt="2023-07-31T06:18:30.482" v="3430" actId="478"/>
          <ac:graphicFrameMkLst>
            <pc:docMk/>
            <pc:sldMk cId="1442883787" sldId="842"/>
            <ac:graphicFrameMk id="844" creationId="{F5FE81B8-1FF4-D6BC-3777-3154CAC8069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59" creationId="{3602A38D-4230-DC2E-8E54-37B9CE58856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0" creationId="{0BAA8A1A-62CE-53B4-6598-D4AA9828237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2" creationId="{24F486D5-F71E-E7B5-7FC2-1A4B9ADEC9B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3" creationId="{2D2B4BC9-B51A-ED4D-6010-FCA276FEA601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97" creationId="{B953A11E-EA34-AA83-7C9A-B7870396D4C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1" creationId="{D6930A43-6EDD-319B-CEF4-046AA09EFA1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2" creationId="{26AE6BAD-D40A-B8F6-1A22-0D1AB7B07DD2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3" creationId="{D175045C-AC79-5DE5-62D9-9773B345949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4" creationId="{E0354D37-6B6D-CFF8-C2DF-1F1D8DEA7D8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5" creationId="{048745A7-8C94-C426-E4A5-50370B7767C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6" creationId="{9E441042-BEB7-05F8-3FFC-A2D75F940F6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68" creationId="{9B261F33-DC78-038B-E12E-23EDC6FADC2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69" creationId="{C1EDA1F7-A70E-FE10-81B5-0FC062284B6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0" creationId="{59C2FA76-675D-4DED-DA54-D1B7B3155DE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1" creationId="{1514D0FC-BFBD-6FDC-D455-5C3E0A2C58C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2" creationId="{8B2E2D82-5C22-DFB7-7041-F8056871B30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3" creationId="{927510CC-279C-8BB7-9A6B-D5FB6103E68D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4" creationId="{9328E6B9-9988-E2C3-6938-20BAB3A613F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5" creationId="{31BE158B-0587-0429-BFD4-FB62A630287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6" creationId="{54E3B9A4-6DC2-5C8A-422E-3B52345B0AA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7" creationId="{92D605AA-23BD-9F42-1221-CB3484D6197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8" creationId="{6BF15855-7949-557C-7F25-A41599DCABF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9" creationId="{6504AE0A-30BD-F980-2D78-F339D513846D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5" creationId="{48B8AB9D-10D2-1A5B-9AAF-E0C433784D3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6" creationId="{F38DC794-CFEE-EBAB-ACB1-2E228E7850C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7" creationId="{85FD78A5-A910-506D-CFC6-191D6BE2323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8" creationId="{491B7C40-1EDE-1049-9905-7FF63AD9FE6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1" creationId="{0D09794E-919C-7731-EC81-A1C6FCEA729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2" creationId="{58BA693B-81D1-DF9C-AE93-CDF91E14931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3" creationId="{063B28D3-91E0-4D6E-63C3-D2F29B7626C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4" creationId="{DB34A243-9383-3308-3656-64293B7A0A1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2:51.081" v="5823"/>
          <ac:graphicFrameMkLst>
            <pc:docMk/>
            <pc:sldMk cId="1442883787" sldId="842"/>
            <ac:graphicFrameMk id="1045" creationId="{A4765F81-F2CC-D10B-760E-E6C8CE8536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2:50.826" v="5822"/>
          <ac:graphicFrameMkLst>
            <pc:docMk/>
            <pc:sldMk cId="1442883787" sldId="842"/>
            <ac:graphicFrameMk id="1046" creationId="{C4EE734F-AD8B-0F3D-B74B-FC4A0CF1BBE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7" creationId="{6862807E-A1D1-ED64-2D26-D5BA7DE7527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8" creationId="{E3C2B11A-7A26-C034-AFAF-A3EB612B177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9" creationId="{5D812AB7-D744-7B85-A7A1-1FDDAF59AF4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50" creationId="{7CE595F7-4695-6D98-49A8-D6F774C2BFD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8:12.610" v="5881" actId="478"/>
          <ac:graphicFrameMkLst>
            <pc:docMk/>
            <pc:sldMk cId="1442883787" sldId="842"/>
            <ac:graphicFrameMk id="1056" creationId="{AC266B10-6D9E-73A9-279B-79B57F1395E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0" creationId="{BD3855C5-E46D-BB1A-5DA4-87AAAF10D8F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1" creationId="{96355C63-D379-8802-8FFF-8F3D6F19D2C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2" creationId="{3972D6E8-0B21-435A-49AC-B6F4C75229E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3" creationId="{DE14FEFE-9813-A5E3-D519-96A8D01F35D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4" creationId="{2FA6A518-44E0-F7D3-164A-35070E21BEE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5" creationId="{3F203415-D913-7B1E-718A-CEA6F3AEF87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6" creationId="{ADADF085-5892-7056-52D4-B79EC8BF726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7" creationId="{4E3F1A5F-CB8E-8A90-BA99-AB7508D27AE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8" creationId="{F4085808-395D-25EA-E7DE-09489D916F5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9" creationId="{1F1B5B09-25AF-99CC-1D95-CD3F8E0B7D3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70" creationId="{77459621-0273-7B5E-1DC6-CF11AB12C71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71" creationId="{39A70C65-6D08-D150-0FBC-843727DC533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2" creationId="{C24B6E8F-C3CC-0A3B-3C17-FB69E473B8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3" creationId="{FBD147D7-47EE-459C-DCA1-BC5C54F3EB9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4" creationId="{3361F80E-C4EF-78C4-79E3-A33E43904AA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5" creationId="{EFF3C5DD-5EDF-5D66-63A3-AF6B35CEBE5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6" creationId="{8C9829C4-CB47-CE80-153A-7BE6811BEB5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7" creationId="{0B82C189-148A-D0EB-CC92-129D6A6CAB4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8" creationId="{EB307C36-F310-5ED5-DE34-FA3449E566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9" creationId="{206C4B5C-DCF5-DA6E-95BA-6160853200C2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0" creationId="{CFF52BD9-E6DE-CD2D-C652-84FE252733D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1" creationId="{ADD972D6-453B-BE89-F679-7DB604ADBB1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2" creationId="{744C5349-618F-B025-9668-F881F99F968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3" creationId="{3A21027D-A574-6B7F-AEA5-5CEAB89850C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4" creationId="{A383D29E-80C5-0934-0992-11528C6BF7D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5" creationId="{411904B9-B816-A22B-AF0E-667E7D2784D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6" creationId="{1021DD8B-389B-CD50-B93E-B7387F5628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7" creationId="{3093481F-3098-E23E-7DCD-FE461ACD7E1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8" creationId="{B0387CE0-7AFD-AC04-DC60-B6581152E4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9" creationId="{D889A903-A945-2C80-84B6-3253A323BBA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90" creationId="{BF943C35-C204-B3AF-DEED-9666CBFE204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91" creationId="{DE98C5DF-D56F-3180-4D1D-AA1C4F170ADF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2" creationId="{380E8F87-61F6-6F6F-AF66-6269D18BE4C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3" creationId="{3C1483AA-6D27-B668-799F-392BFF08A98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4" creationId="{97D3EFA3-3388-F0E6-1288-30EA74CD00E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5" creationId="{1BB5E0E3-F2B4-51D9-4F4B-D3E492E3F7F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6" creationId="{7E0A6B6F-8721-AAED-30A2-44190014542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7" creationId="{E18749DF-B6C9-F0D2-4DBE-60A367B625E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8" creationId="{9F5A71E8-49A4-AF47-4CE4-2646EEAF436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9" creationId="{D3ECEC33-3C04-2E2A-2650-4102AB3FF0B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0" creationId="{995B2CC8-78E8-7620-EFDA-6F239B3D2A49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1" creationId="{BE394DA6-F663-6A2C-316A-FE3DD0C5D9B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2" creationId="{D2BDCFDB-E019-38A6-6591-2E4D4930068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3" creationId="{59F9BC98-4A51-240D-3176-CD34010E285D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4" creationId="{743D99DB-7E40-5E7D-3959-DC6D618469F8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5" creationId="{81BF5E77-AA1E-8E6C-CA7E-66A2119A1A1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6" creationId="{20337489-567C-0023-4AED-2FCD4B5C375E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7" creationId="{97054BCC-4F32-B62A-5B8A-60AEB7558D0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56:56.009" v="6506" actId="478"/>
          <ac:graphicFrameMkLst>
            <pc:docMk/>
            <pc:sldMk cId="1442883787" sldId="842"/>
            <ac:graphicFrameMk id="1114" creationId="{9E1B70FF-498E-D38C-4544-4A2AD5AF857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36" creationId="{168BD199-47BF-86F6-E089-C83FF76F9F1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20:16.864" v="6935" actId="1035"/>
          <ac:graphicFrameMkLst>
            <pc:docMk/>
            <pc:sldMk cId="1442883787" sldId="842"/>
            <ac:graphicFrameMk id="1152" creationId="{1FE2076E-166E-3006-89E9-279FC8D7626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54" creationId="{28E0B83B-3241-8524-894C-0AC1ABA72EC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55" creationId="{EBF753B3-254F-ED33-B05F-9A36933FAF13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71" creationId="{BD40F3F7-C90E-C4DA-E93B-815BD4B476B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36:51.547" v="7159" actId="1076"/>
          <ac:graphicFrameMkLst>
            <pc:docMk/>
            <pc:sldMk cId="1442883787" sldId="842"/>
            <ac:graphicFrameMk id="1188" creationId="{319B2C31-4650-EA3A-D340-014F37AD474E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36:51.547" v="7159" actId="1076"/>
          <ac:graphicFrameMkLst>
            <pc:docMk/>
            <pc:sldMk cId="1442883787" sldId="842"/>
            <ac:graphicFrameMk id="1189" creationId="{C8D6ADBC-8794-78C9-FBAF-D4F6847DCA1B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3" creationId="{A3BCABDA-2448-0183-BE38-64AFC403E40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4" creationId="{73A6F1B3-0E87-9921-9828-35D406304B2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5" creationId="{461B2ADD-AF85-1E15-98A6-AFEBFC7C4A34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6" creationId="{63E09B1C-13A8-EE5F-047B-CA3F492F972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7" creationId="{8F8E7DF3-2F8E-4F05-4AA8-3720F5C126B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8" creationId="{D2DFC276-E017-9D1E-41D3-E133C00255F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9" creationId="{81F62BA0-A17E-D61F-EB72-E13A9C7AE93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200" creationId="{B9865D0D-7DB7-B818-2CAA-5B053E4652C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2" creationId="{95EBB043-7F2F-182D-E827-E0D53587DC6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3" creationId="{7B42CA5B-98CD-27A3-B9CA-2B3BAC3BE83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4" creationId="{E5CE9818-4621-C80F-3810-5BFCFD63089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5" creationId="{95BC2E58-3689-CFC8-7260-A4E5EAAB49C7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6" creationId="{CF00356F-074E-25DA-3B1E-0B4E42E75179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7" creationId="{C6F70EDB-D3B7-3C26-7DB0-1F9B434FDFEE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8" creationId="{58099DD4-1793-AE7D-5DA1-D9D8E84D4D2F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69" creationId="{26E619B8-BB0F-7039-4F35-269CA576989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0" creationId="{E83BCB92-BD84-0C63-98E7-14F5BE412AF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1" creationId="{AF3C697C-53AE-4116-50C5-70743F2E4B1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2" creationId="{BACBE90F-F288-7C57-956B-E68FEB65430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09" creationId="{D92B2AC3-C5F7-11CC-6F17-96429EFB393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10" creationId="{9BD038B7-2093-1D0F-EC36-D37077582D6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1" creationId="{D86AF2C0-3690-6FA1-57B8-43795B359B5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2" creationId="{7EE45566-C311-8DB1-7FD4-BD987A1E9C7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3" creationId="{E22C9931-1D47-6C27-694A-BC6761C5B3DF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4" creationId="{1BA0AD87-5082-70DF-8701-76212215F2A3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5" creationId="{94CFA304-CDCA-673D-BE2A-F01BBF011DA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6" creationId="{4216D497-78E3-C552-21DE-9BA1F05584DE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7" creationId="{52B0FBEC-1FAE-86E7-DE56-AE042660B57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79" creationId="{2E624B92-A067-D389-3F87-5DB7FC5909F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0" creationId="{071C2CE8-96DF-FC67-A4AD-4D10187F3C4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1" creationId="{96F6052F-DF54-441F-026B-93EE5A9D541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2" creationId="{456E5A1D-19CF-202A-A5DA-58933CE3258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3" creationId="{AC2C76DF-F9A1-2259-9C75-37A42D3A67EE}"/>
          </ac:graphicFrameMkLst>
        </pc:graphicFrameChg>
        <pc:picChg chg="add mod">
          <ac:chgData name="이민재" userId="f97f16f7-28a5-49bd-9e05-fb3ef63d7997" providerId="ADAL" clId="{9BD091B5-BB1A-44A0-8AB3-204ECA7231B1}" dt="2023-07-31T10:10:04.502" v="6915" actId="1076"/>
          <ac:picMkLst>
            <pc:docMk/>
            <pc:sldMk cId="1442883787" sldId="842"/>
            <ac:picMk id="592" creationId="{F23D2F67-01D5-AD3B-3B28-66D8D0731CBD}"/>
          </ac:picMkLst>
        </pc:picChg>
        <pc:cxnChg chg="del">
          <ac:chgData name="이민재" userId="f97f16f7-28a5-49bd-9e05-fb3ef63d7997" providerId="ADAL" clId="{9BD091B5-BB1A-44A0-8AB3-204ECA7231B1}" dt="2023-07-31T06:18:49.269" v="3435" actId="478"/>
          <ac:cxnSpMkLst>
            <pc:docMk/>
            <pc:sldMk cId="1442883787" sldId="842"/>
            <ac:cxnSpMk id="7" creationId="{12EF606E-0D7C-25B1-E56C-C2563F9C49C0}"/>
          </ac:cxnSpMkLst>
        </pc:cxnChg>
        <pc:cxnChg chg="del">
          <ac:chgData name="이민재" userId="f97f16f7-28a5-49bd-9e05-fb3ef63d7997" providerId="ADAL" clId="{9BD091B5-BB1A-44A0-8AB3-204ECA7231B1}" dt="2023-07-31T06:18:46.084" v="3434" actId="478"/>
          <ac:cxnSpMkLst>
            <pc:docMk/>
            <pc:sldMk cId="1442883787" sldId="842"/>
            <ac:cxnSpMk id="8" creationId="{6A5FF647-BAAA-0867-BE97-EA4D1B4E7E48}"/>
          </ac:cxnSpMkLst>
        </pc:cxnChg>
        <pc:cxnChg chg="del mod">
          <ac:chgData name="이민재" userId="f97f16f7-28a5-49bd-9e05-fb3ef63d7997" providerId="ADAL" clId="{9BD091B5-BB1A-44A0-8AB3-204ECA7231B1}" dt="2023-07-31T07:56:23.858" v="4117" actId="478"/>
          <ac:cxnSpMkLst>
            <pc:docMk/>
            <pc:sldMk cId="1442883787" sldId="842"/>
            <ac:cxnSpMk id="9" creationId="{8C9025E5-2B4F-541E-68C9-324F8CF99639}"/>
          </ac:cxnSpMkLst>
        </pc:cxnChg>
        <pc:cxnChg chg="del">
          <ac:chgData name="이민재" userId="f97f16f7-28a5-49bd-9e05-fb3ef63d7997" providerId="ADAL" clId="{9BD091B5-BB1A-44A0-8AB3-204ECA7231B1}" dt="2023-07-31T07:57:24.451" v="4147" actId="478"/>
          <ac:cxnSpMkLst>
            <pc:docMk/>
            <pc:sldMk cId="1442883787" sldId="842"/>
            <ac:cxnSpMk id="10" creationId="{ACDCCCDC-9D86-9E76-A08E-7ADD4EEC5200}"/>
          </ac:cxnSpMkLst>
        </pc:cxnChg>
        <pc:cxnChg chg="del">
          <ac:chgData name="이민재" userId="f97f16f7-28a5-49bd-9e05-fb3ef63d7997" providerId="ADAL" clId="{9BD091B5-BB1A-44A0-8AB3-204ECA7231B1}" dt="2023-07-31T06:18:30.482" v="3430" actId="478"/>
          <ac:cxnSpMkLst>
            <pc:docMk/>
            <pc:sldMk cId="1442883787" sldId="842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31T06:50:01.731" v="3694" actId="478"/>
          <ac:cxnSpMkLst>
            <pc:docMk/>
            <pc:sldMk cId="1442883787" sldId="842"/>
            <ac:cxnSpMk id="86" creationId="{24E41094-8E50-9F82-0C94-652FEC8ADC4B}"/>
          </ac:cxnSpMkLst>
        </pc:cxnChg>
        <pc:cxnChg chg="del mod">
          <ac:chgData name="이민재" userId="f97f16f7-28a5-49bd-9e05-fb3ef63d7997" providerId="ADAL" clId="{9BD091B5-BB1A-44A0-8AB3-204ECA7231B1}" dt="2023-07-31T10:03:18.810" v="6647" actId="478"/>
          <ac:cxnSpMkLst>
            <pc:docMk/>
            <pc:sldMk cId="1442883787" sldId="842"/>
            <ac:cxnSpMk id="87" creationId="{49FFDA38-AB1A-4A7B-1B9F-8C6779846607}"/>
          </ac:cxnSpMkLst>
        </pc:cxnChg>
        <pc:cxnChg chg="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264" creationId="{3423F14C-F326-ABD8-E21A-BC112E825086}"/>
          </ac:cxnSpMkLst>
        </pc:cxnChg>
        <pc:cxnChg chg="del">
          <ac:chgData name="이민재" userId="f97f16f7-28a5-49bd-9e05-fb3ef63d7997" providerId="ADAL" clId="{9BD091B5-BB1A-44A0-8AB3-204ECA7231B1}" dt="2023-07-31T07:57:20.058" v="4146" actId="478"/>
          <ac:cxnSpMkLst>
            <pc:docMk/>
            <pc:sldMk cId="1442883787" sldId="842"/>
            <ac:cxnSpMk id="307" creationId="{6530D696-F32D-6FAE-D560-2E1BB480EC00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0" creationId="{27965CB8-EF5E-B780-18C9-D1952470644E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1" creationId="{051AA100-EB51-6F4E-689E-1630D4CC2E74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2" creationId="{720DF9BC-EDF7-986D-6452-6A63B3283C7D}"/>
          </ac:cxnSpMkLst>
        </pc:cxnChg>
        <pc:cxnChg chg="del">
          <ac:chgData name="이민재" userId="f97f16f7-28a5-49bd-9e05-fb3ef63d7997" providerId="ADAL" clId="{9BD091B5-BB1A-44A0-8AB3-204ECA7231B1}" dt="2023-07-31T06:55:24.325" v="3881" actId="478"/>
          <ac:cxnSpMkLst>
            <pc:docMk/>
            <pc:sldMk cId="1442883787" sldId="842"/>
            <ac:cxnSpMk id="314" creationId="{597839CD-88B8-3B55-0EE8-339D46612797}"/>
          </ac:cxnSpMkLst>
        </pc:cxnChg>
        <pc:cxnChg chg="del">
          <ac:chgData name="이민재" userId="f97f16f7-28a5-49bd-9e05-fb3ef63d7997" providerId="ADAL" clId="{9BD091B5-BB1A-44A0-8AB3-204ECA7231B1}" dt="2023-07-31T06:55:24.725" v="3882" actId="478"/>
          <ac:cxnSpMkLst>
            <pc:docMk/>
            <pc:sldMk cId="1442883787" sldId="842"/>
            <ac:cxnSpMk id="318" creationId="{799C3009-ECF7-27A0-CC06-B2B0D6BBB2D8}"/>
          </ac:cxnSpMkLst>
        </pc:cxnChg>
        <pc:cxnChg chg="del mod">
          <ac:chgData name="이민재" userId="f97f16f7-28a5-49bd-9e05-fb3ef63d7997" providerId="ADAL" clId="{9BD091B5-BB1A-44A0-8AB3-204ECA7231B1}" dt="2023-07-31T10:51:41.306" v="7224" actId="478"/>
          <ac:cxnSpMkLst>
            <pc:docMk/>
            <pc:sldMk cId="1442883787" sldId="842"/>
            <ac:cxnSpMk id="393" creationId="{E669A246-9FE9-3F7F-F825-45339D8D8960}"/>
          </ac:cxnSpMkLst>
        </pc:cxnChg>
        <pc:cxnChg chg="del mod">
          <ac:chgData name="이민재" userId="f97f16f7-28a5-49bd-9e05-fb3ef63d7997" providerId="ADAL" clId="{9BD091B5-BB1A-44A0-8AB3-204ECA7231B1}" dt="2023-07-31T10:51:41.306" v="7224" actId="478"/>
          <ac:cxnSpMkLst>
            <pc:docMk/>
            <pc:sldMk cId="1442883787" sldId="842"/>
            <ac:cxnSpMk id="394" creationId="{427E6DE9-A0C1-0D16-56DE-45502BCB9A01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0" creationId="{303335DF-A573-A813-57F6-09E897CB201A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1" creationId="{198EF387-2D9F-EE60-231F-E6A6697FA98F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2" creationId="{A6FCB904-2A06-C204-3B06-CC25D6291AE6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33" creationId="{8BF4415A-A656-98A7-7BCE-7F1ABF5C1447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34" creationId="{95930789-B448-93F4-EDEF-8929D273BF47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5" creationId="{5DA83E34-368A-53D1-39DE-A27B63D0A8BC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6" creationId="{B3D39A46-3647-8EC6-7486-32E3FE8410BE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7" creationId="{4A1B7AD2-8C31-BBFD-9B1A-12C12E3116B2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8" creationId="{3CD973EB-BF28-A6EE-5A1F-D55F89E5FD5F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40" creationId="{F091BB0C-AA48-6FE4-4404-D60D42D4D719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41" creationId="{1FAA24D6-B58B-2ABA-DE1E-5CA6A3FB89C4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42" creationId="{4F110FBC-F919-A690-F122-16DF9BAEC674}"/>
          </ac:cxnSpMkLst>
        </pc:cxnChg>
        <pc:cxnChg chg="add del mod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44" creationId="{8E5304F7-CD5E-0630-333C-4CA13679EE45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4" creationId="{3C98A062-3370-3C2A-02CB-5E9033B1D922}"/>
          </ac:cxnSpMkLst>
        </pc:cxnChg>
        <pc:cxnChg chg="add del mod">
          <ac:chgData name="이민재" userId="f97f16f7-28a5-49bd-9e05-fb3ef63d7997" providerId="ADAL" clId="{9BD091B5-BB1A-44A0-8AB3-204ECA7231B1}" dt="2023-07-31T06:48:26.451" v="3654" actId="478"/>
          <ac:cxnSpMkLst>
            <pc:docMk/>
            <pc:sldMk cId="1442883787" sldId="842"/>
            <ac:cxnSpMk id="514" creationId="{8B5B0F32-6BBF-DF7D-435C-CC3AA9341F8A}"/>
          </ac:cxnSpMkLst>
        </pc:cxnChg>
        <pc:cxnChg chg="add del mod">
          <ac:chgData name="이민재" userId="f97f16f7-28a5-49bd-9e05-fb3ef63d7997" providerId="ADAL" clId="{9BD091B5-BB1A-44A0-8AB3-204ECA7231B1}" dt="2023-07-31T06:41:29.923" v="3563" actId="21"/>
          <ac:cxnSpMkLst>
            <pc:docMk/>
            <pc:sldMk cId="1442883787" sldId="842"/>
            <ac:cxnSpMk id="515" creationId="{2176F832-855B-A706-F4D8-BBA457AE01E3}"/>
          </ac:cxnSpMkLst>
        </pc:cxnChg>
        <pc:cxnChg chg="add del mod">
          <ac:chgData name="이민재" userId="f97f16f7-28a5-49bd-9e05-fb3ef63d7997" providerId="ADAL" clId="{9BD091B5-BB1A-44A0-8AB3-204ECA7231B1}" dt="2023-07-31T06:42:18.028" v="3577" actId="478"/>
          <ac:cxnSpMkLst>
            <pc:docMk/>
            <pc:sldMk cId="1442883787" sldId="842"/>
            <ac:cxnSpMk id="521" creationId="{3EFBEF9C-38E4-7F51-4B7B-343FAF721C30}"/>
          </ac:cxnSpMkLst>
        </pc:cxnChg>
        <pc:cxnChg chg="add del mod">
          <ac:chgData name="이민재" userId="f97f16f7-28a5-49bd-9e05-fb3ef63d7997" providerId="ADAL" clId="{9BD091B5-BB1A-44A0-8AB3-204ECA7231B1}" dt="2023-07-31T06:42:17.126" v="3576" actId="478"/>
          <ac:cxnSpMkLst>
            <pc:docMk/>
            <pc:sldMk cId="1442883787" sldId="842"/>
            <ac:cxnSpMk id="522" creationId="{2FF00097-2823-26D5-6B5F-B4C2C5F31D68}"/>
          </ac:cxnSpMkLst>
        </pc:cxnChg>
        <pc:cxnChg chg="add del mod">
          <ac:chgData name="이민재" userId="f97f16f7-28a5-49bd-9e05-fb3ef63d7997" providerId="ADAL" clId="{9BD091B5-BB1A-44A0-8AB3-204ECA7231B1}" dt="2023-07-31T06:48:25.478" v="3653" actId="478"/>
          <ac:cxnSpMkLst>
            <pc:docMk/>
            <pc:sldMk cId="1442883787" sldId="842"/>
            <ac:cxnSpMk id="535" creationId="{18A563FE-EC41-F566-B440-817CB66240A1}"/>
          </ac:cxnSpMkLst>
        </pc:cxnChg>
        <pc:cxnChg chg="add del mod">
          <ac:chgData name="이민재" userId="f97f16f7-28a5-49bd-9e05-fb3ef63d7997" providerId="ADAL" clId="{9BD091B5-BB1A-44A0-8AB3-204ECA7231B1}" dt="2023-07-31T06:41:51.716" v="3573"/>
          <ac:cxnSpMkLst>
            <pc:docMk/>
            <pc:sldMk cId="1442883787" sldId="842"/>
            <ac:cxnSpMk id="538" creationId="{773908B5-7EB0-71A7-1549-DED8AA8E95B7}"/>
          </ac:cxnSpMkLst>
        </pc:cxnChg>
        <pc:cxnChg chg="add del mod">
          <ac:chgData name="이민재" userId="f97f16f7-28a5-49bd-9e05-fb3ef63d7997" providerId="ADAL" clId="{9BD091B5-BB1A-44A0-8AB3-204ECA7231B1}" dt="2023-07-31T06:41:51.172" v="3571"/>
          <ac:cxnSpMkLst>
            <pc:docMk/>
            <pc:sldMk cId="1442883787" sldId="842"/>
            <ac:cxnSpMk id="542" creationId="{D3CCFDDD-E9DD-8C31-0727-A612533A72CE}"/>
          </ac:cxnSpMkLst>
        </pc:cxnChg>
        <pc:cxnChg chg="add del mod">
          <ac:chgData name="이민재" userId="f97f16f7-28a5-49bd-9e05-fb3ef63d7997" providerId="ADAL" clId="{9BD091B5-BB1A-44A0-8AB3-204ECA7231B1}" dt="2023-07-31T06:48:27.492" v="3655" actId="478"/>
          <ac:cxnSpMkLst>
            <pc:docMk/>
            <pc:sldMk cId="1442883787" sldId="842"/>
            <ac:cxnSpMk id="543" creationId="{5D7FCB10-9140-D7AD-25AE-3330EADA62F9}"/>
          </ac:cxnSpMkLst>
        </pc:cxnChg>
        <pc:cxnChg chg="add del mod">
          <ac:chgData name="이민재" userId="f97f16f7-28a5-49bd-9e05-fb3ef63d7997" providerId="ADAL" clId="{9BD091B5-BB1A-44A0-8AB3-204ECA7231B1}" dt="2023-07-31T06:48:08.893" v="3635"/>
          <ac:cxnSpMkLst>
            <pc:docMk/>
            <pc:sldMk cId="1442883787" sldId="842"/>
            <ac:cxnSpMk id="551" creationId="{07C1DB4C-1C09-E211-4640-0604F9EEB9E8}"/>
          </ac:cxnSpMkLst>
        </pc:cxnChg>
        <pc:cxnChg chg="del">
          <ac:chgData name="이민재" userId="f97f16f7-28a5-49bd-9e05-fb3ef63d7997" providerId="ADAL" clId="{9BD091B5-BB1A-44A0-8AB3-204ECA7231B1}" dt="2023-07-31T09:57:24.585" v="6513" actId="478"/>
          <ac:cxnSpMkLst>
            <pc:docMk/>
            <pc:sldMk cId="1442883787" sldId="842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08" creationId="{3FA82FF9-C506-E163-70E5-65C725AFA9AA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09" creationId="{2CB2A552-4CC2-E655-0CB5-F94156959037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0" creationId="{7560CC77-E0E4-359E-BAE3-C170C2041F9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1" creationId="{EB3136F0-F66B-DF2F-01F4-CBBE1FBF2435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2" creationId="{C45A5A30-0022-129B-11B8-0E5FFB1B406A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3" creationId="{14BA1DE9-CC26-96CF-EB29-334F638FB795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3" creationId="{91381C25-006E-F421-E12E-3925B56C0532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4" creationId="{7A6F810F-3FB6-9298-00F6-76B902D396EB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6" creationId="{55C11768-9B9C-0A94-4460-3A9BCF89D5ED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7" creationId="{F8A85B6D-E271-6656-20C0-9A63AB68842E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8" creationId="{D2419C87-D06C-5510-8769-E9DF59116116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9" creationId="{08C18B9B-BDA0-3021-7FDB-91F93B56FEE6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39" creationId="{AB0C71A9-76E1-24C7-11C6-BCFC9831E51D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0" creationId="{16802BE6-75E3-3329-BEC6-BE74CBD4558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1" creationId="{D8794D22-8311-D124-D5E6-DF6C7A2DAC71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2" creationId="{8D0E0C51-8E03-D4A8-8609-02A96E0B4C2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3" creationId="{D2F2D5EC-2F46-68D9-0F49-4015A1C562F6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4" creationId="{461D0206-B237-2628-51BD-2005DE2E0D07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4" creationId="{1F59E5CE-AC03-8683-0E03-EC37AB33CF80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5" creationId="{DF19EFC9-4A9F-0559-D121-6F877D6A900F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6" creationId="{F73546F7-379F-1510-9FD3-DD4D32408682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7" creationId="{C7FB8B13-C8D7-C070-CBFE-F3DB7BD300DB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8" creationId="{9B417252-D62A-2CB4-317A-0D2A7B28358B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9" creationId="{D2A9D147-BCA7-44AC-9D48-3243697FC05C}"/>
          </ac:cxnSpMkLst>
        </pc:cxnChg>
        <pc:cxnChg chg="del">
          <ac:chgData name="이민재" userId="f97f16f7-28a5-49bd-9e05-fb3ef63d7997" providerId="ADAL" clId="{9BD091B5-BB1A-44A0-8AB3-204ECA7231B1}" dt="2023-07-31T06:31:58.548" v="3460" actId="478"/>
          <ac:cxnSpMkLst>
            <pc:docMk/>
            <pc:sldMk cId="1442883787" sldId="842"/>
            <ac:cxnSpMk id="661" creationId="{15211DAE-E0E5-BFA1-9C66-4504BFC19D09}"/>
          </ac:cxnSpMkLst>
        </pc:cxnChg>
        <pc:cxnChg chg="add del">
          <ac:chgData name="이민재" userId="f97f16f7-28a5-49bd-9e05-fb3ef63d7997" providerId="ADAL" clId="{9BD091B5-BB1A-44A0-8AB3-204ECA7231B1}" dt="2023-07-31T07:26:40.725" v="3903" actId="478"/>
          <ac:cxnSpMkLst>
            <pc:docMk/>
            <pc:sldMk cId="1442883787" sldId="842"/>
            <ac:cxnSpMk id="662" creationId="{4B7E3446-BC99-0395-3672-06E9F27F7B8A}"/>
          </ac:cxnSpMkLst>
        </pc:cxnChg>
        <pc:cxnChg chg="add 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665" creationId="{9E33ADA8-C133-51FC-1A71-5F92B46A44C4}"/>
          </ac:cxnSpMkLst>
        </pc:cxnChg>
        <pc:cxnChg chg="add del mod">
          <ac:chgData name="이민재" userId="f97f16f7-28a5-49bd-9e05-fb3ef63d7997" providerId="ADAL" clId="{9BD091B5-BB1A-44A0-8AB3-204ECA7231B1}" dt="2023-07-31T10:02:50.209" v="6641" actId="21"/>
          <ac:cxnSpMkLst>
            <pc:docMk/>
            <pc:sldMk cId="1442883787" sldId="842"/>
            <ac:cxnSpMk id="705" creationId="{E3718E99-6AD0-B133-29E7-B5DA8FFD8DC8}"/>
          </ac:cxnSpMkLst>
        </pc:cxnChg>
        <pc:cxnChg chg="add del mod">
          <ac:chgData name="이민재" userId="f97f16f7-28a5-49bd-9e05-fb3ef63d7997" providerId="ADAL" clId="{9BD091B5-BB1A-44A0-8AB3-204ECA7231B1}" dt="2023-07-31T08:02:54.897" v="4324" actId="11529"/>
          <ac:cxnSpMkLst>
            <pc:docMk/>
            <pc:sldMk cId="1442883787" sldId="842"/>
            <ac:cxnSpMk id="712" creationId="{E22124E2-DFD8-8814-2220-5E5F851B0429}"/>
          </ac:cxnSpMkLst>
        </pc:cxnChg>
        <pc:cxnChg chg="add del">
          <ac:chgData name="이민재" userId="f97f16f7-28a5-49bd-9e05-fb3ef63d7997" providerId="ADAL" clId="{9BD091B5-BB1A-44A0-8AB3-204ECA7231B1}" dt="2023-07-31T08:02:57.952" v="4326" actId="11529"/>
          <ac:cxnSpMkLst>
            <pc:docMk/>
            <pc:sldMk cId="1442883787" sldId="842"/>
            <ac:cxnSpMk id="714" creationId="{EC0026DC-8A3D-E3D2-F7D3-A611A6833B50}"/>
          </ac:cxnSpMkLst>
        </pc:cxnChg>
        <pc:cxnChg chg="add del mod">
          <ac:chgData name="이민재" userId="f97f16f7-28a5-49bd-9e05-fb3ef63d7997" providerId="ADAL" clId="{9BD091B5-BB1A-44A0-8AB3-204ECA7231B1}" dt="2023-07-31T10:00:53.633" v="6596" actId="478"/>
          <ac:cxnSpMkLst>
            <pc:docMk/>
            <pc:sldMk cId="1442883787" sldId="842"/>
            <ac:cxnSpMk id="716" creationId="{1B469AA6-A565-4199-2692-15D42616BE93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48" creationId="{69389A6A-F8CE-F515-DA03-18052E03364B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49" creationId="{18A30FD6-854D-D14A-6709-73179A83B49F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50" creationId="{195F2384-689E-FA7C-290E-2B353C8FCB55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51" creationId="{FE462DA9-3135-CD7B-D771-32654B5749AE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3" creationId="{1A85A2AE-EAEE-C296-670F-1254AF2DC8BB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4" creationId="{30CD36CD-5447-80C4-14F3-7D443D215E64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5" creationId="{B6C4FC09-73BD-282B-A6FC-CDE2FE08B32A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6" creationId="{304C6EAF-602D-5A1C-C4BF-959F6B881821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5" creationId="{24B27362-FB28-47CB-E149-9533A0997BB7}"/>
          </ac:cxnSpMkLst>
        </pc:cxnChg>
        <pc:cxnChg chg="del mod">
          <ac:chgData name="이민재" userId="f97f16f7-28a5-49bd-9e05-fb3ef63d7997" providerId="ADAL" clId="{9BD091B5-BB1A-44A0-8AB3-204ECA7231B1}" dt="2023-07-31T08:18:52.959" v="4567" actId="478"/>
          <ac:cxnSpMkLst>
            <pc:docMk/>
            <pc:sldMk cId="1442883787" sldId="842"/>
            <ac:cxnSpMk id="785" creationId="{A3E7F8C3-559B-860C-2E40-36ED0FF7E420}"/>
          </ac:cxnSpMkLst>
        </pc:cxnChg>
        <pc:cxnChg chg="del mod">
          <ac:chgData name="이민재" userId="f97f16f7-28a5-49bd-9e05-fb3ef63d7997" providerId="ADAL" clId="{9BD091B5-BB1A-44A0-8AB3-204ECA7231B1}" dt="2023-07-31T08:18:55.478" v="4569" actId="478"/>
          <ac:cxnSpMkLst>
            <pc:docMk/>
            <pc:sldMk cId="1442883787" sldId="842"/>
            <ac:cxnSpMk id="786" creationId="{A2093399-A897-56F8-E522-A0A0FFB60577}"/>
          </ac:cxnSpMkLst>
        </pc:cxnChg>
        <pc:cxnChg chg="del mod">
          <ac:chgData name="이민재" userId="f97f16f7-28a5-49bd-9e05-fb3ef63d7997" providerId="ADAL" clId="{9BD091B5-BB1A-44A0-8AB3-204ECA7231B1}" dt="2023-07-31T08:18:54.054" v="4568" actId="478"/>
          <ac:cxnSpMkLst>
            <pc:docMk/>
            <pc:sldMk cId="1442883787" sldId="842"/>
            <ac:cxnSpMk id="787" creationId="{C16DA65E-0C9F-1DB8-4878-87D4BDF64AD6}"/>
          </ac:cxnSpMkLst>
        </pc:cxnChg>
        <pc:cxnChg chg="del mod">
          <ac:chgData name="이민재" userId="f97f16f7-28a5-49bd-9e05-fb3ef63d7997" providerId="ADAL" clId="{9BD091B5-BB1A-44A0-8AB3-204ECA7231B1}" dt="2023-07-31T08:18:52.254" v="4566" actId="478"/>
          <ac:cxnSpMkLst>
            <pc:docMk/>
            <pc:sldMk cId="1442883787" sldId="842"/>
            <ac:cxnSpMk id="788" creationId="{81E416AA-1C8F-FB8C-AB5C-8D45CDFF26D6}"/>
          </ac:cxnSpMkLst>
        </pc:cxnChg>
        <pc:cxnChg chg="del">
          <ac:chgData name="이민재" userId="f97f16f7-28a5-49bd-9e05-fb3ef63d7997" providerId="ADAL" clId="{9BD091B5-BB1A-44A0-8AB3-204ECA7231B1}" dt="2023-07-31T06:18:49.269" v="3435" actId="478"/>
          <ac:cxnSpMkLst>
            <pc:docMk/>
            <pc:sldMk cId="1442883787" sldId="842"/>
            <ac:cxnSpMk id="804" creationId="{34E43A51-93C4-DA4F-B167-4CCD0D44D2A2}"/>
          </ac:cxnSpMkLst>
        </pc:cxnChg>
        <pc:cxnChg chg="del">
          <ac:chgData name="이민재" userId="f97f16f7-28a5-49bd-9e05-fb3ef63d7997" providerId="ADAL" clId="{9BD091B5-BB1A-44A0-8AB3-204ECA7231B1}" dt="2023-07-31T06:18:46.084" v="3434" actId="478"/>
          <ac:cxnSpMkLst>
            <pc:docMk/>
            <pc:sldMk cId="1442883787" sldId="842"/>
            <ac:cxnSpMk id="805" creationId="{A0E2C015-6EDB-67DA-B7CB-75FEEC06E9FB}"/>
          </ac:cxnSpMkLst>
        </pc:cxnChg>
        <pc:cxnChg chg="del">
          <ac:chgData name="이민재" userId="f97f16f7-28a5-49bd-9e05-fb3ef63d7997" providerId="ADAL" clId="{9BD091B5-BB1A-44A0-8AB3-204ECA7231B1}" dt="2023-07-31T09:57:24.585" v="6513" actId="478"/>
          <ac:cxnSpMkLst>
            <pc:docMk/>
            <pc:sldMk cId="1442883787" sldId="842"/>
            <ac:cxnSpMk id="823" creationId="{8FA19ADA-D793-7088-6D39-1183305F4E1B}"/>
          </ac:cxnSpMkLst>
        </pc:cxnChg>
        <pc:cxnChg chg="add del mod">
          <ac:chgData name="이민재" userId="f97f16f7-28a5-49bd-9e05-fb3ef63d7997" providerId="ADAL" clId="{9BD091B5-BB1A-44A0-8AB3-204ECA7231B1}" dt="2023-07-31T09:41:08.319" v="6057" actId="478"/>
          <ac:cxnSpMkLst>
            <pc:docMk/>
            <pc:sldMk cId="1442883787" sldId="842"/>
            <ac:cxnSpMk id="829" creationId="{75869AA6-05C1-B7D2-8BA9-344739963017}"/>
          </ac:cxnSpMkLst>
        </pc:cxnChg>
        <pc:cxnChg chg="mod">
          <ac:chgData name="이민재" userId="f97f16f7-28a5-49bd-9e05-fb3ef63d7997" providerId="ADAL" clId="{9BD091B5-BB1A-44A0-8AB3-204ECA7231B1}" dt="2023-07-31T08:52:28.137" v="5048" actId="1035"/>
          <ac:cxnSpMkLst>
            <pc:docMk/>
            <pc:sldMk cId="1442883787" sldId="842"/>
            <ac:cxnSpMk id="837" creationId="{B8D851C1-BDD1-22FE-64C2-E6F0A6014436}"/>
          </ac:cxnSpMkLst>
        </pc:cxnChg>
        <pc:cxnChg chg="mod">
          <ac:chgData name="이민재" userId="f97f16f7-28a5-49bd-9e05-fb3ef63d7997" providerId="ADAL" clId="{9BD091B5-BB1A-44A0-8AB3-204ECA7231B1}" dt="2023-07-31T08:53:05.406" v="5077" actId="1036"/>
          <ac:cxnSpMkLst>
            <pc:docMk/>
            <pc:sldMk cId="1442883787" sldId="842"/>
            <ac:cxnSpMk id="838" creationId="{090CF9AD-412D-BBA1-818C-FD1DB3B7DC1A}"/>
          </ac:cxnSpMkLst>
        </pc:cxnChg>
        <pc:cxnChg chg="mod">
          <ac:chgData name="이민재" userId="f97f16f7-28a5-49bd-9e05-fb3ef63d7997" providerId="ADAL" clId="{9BD091B5-BB1A-44A0-8AB3-204ECA7231B1}" dt="2023-07-31T08:53:25.628" v="5166" actId="1036"/>
          <ac:cxnSpMkLst>
            <pc:docMk/>
            <pc:sldMk cId="1442883787" sldId="842"/>
            <ac:cxnSpMk id="839" creationId="{D1880FD3-F5AD-9AFF-810B-55795735F3C0}"/>
          </ac:cxnSpMkLst>
        </pc:cxnChg>
        <pc:cxnChg chg="mod">
          <ac:chgData name="이민재" userId="f97f16f7-28a5-49bd-9e05-fb3ef63d7997" providerId="ADAL" clId="{9BD091B5-BB1A-44A0-8AB3-204ECA7231B1}" dt="2023-07-31T08:51:11.910" v="5023"/>
          <ac:cxnSpMkLst>
            <pc:docMk/>
            <pc:sldMk cId="1442883787" sldId="842"/>
            <ac:cxnSpMk id="840" creationId="{0636EA7B-388D-2721-74E5-2D9B709578C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3" creationId="{949D21AA-9195-2C3D-14CF-064A2DB24596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5" creationId="{2C40487A-6C06-1B63-490B-8244C9756B4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6" creationId="{0CEA8E95-AACB-0F39-90B7-E72086AF48DB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7" creationId="{273A8A2E-F93C-74F2-8693-D2B2A2F2EE7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9" creationId="{E394B237-0330-7E31-9E43-AEED161790E1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0" creationId="{70E3D89D-A7CF-A01C-657B-64E1766035D5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1" creationId="{2FE8B7F1-5AFF-B671-77C5-A4AAC7C60BE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2" creationId="{82D13F49-FF55-83BF-DA67-7270E1E14E2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4" creationId="{959079C1-D7A2-69C4-4EF7-3DAD21ACA6F3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5" creationId="{1BF6FED7-6B55-F0F5-55CF-CCF4A02CC1B0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6" creationId="{6A083DD1-65F9-9B73-9C84-061C588CD3FB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7" creationId="{5003E5B0-0AF2-92A5-92BC-5BF98F5A6245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89" creationId="{3745C768-17BD-1873-13E0-12CD3124A2BD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0" creationId="{9736A9CC-F285-A9CC-0A53-C9C7176867E1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1" creationId="{D706AB64-6384-4CB2-C99D-6F14C1024041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2" creationId="{B3B91EDF-52D2-23D6-7530-CABF1A9335B9}"/>
          </ac:cxnSpMkLst>
        </pc:cxnChg>
        <pc:cxnChg chg="del">
          <ac:chgData name="이민재" userId="f97f16f7-28a5-49bd-9e05-fb3ef63d7997" providerId="ADAL" clId="{9BD091B5-BB1A-44A0-8AB3-204ECA7231B1}" dt="2023-07-31T06:54:44.225" v="3865" actId="478"/>
          <ac:cxnSpMkLst>
            <pc:docMk/>
            <pc:sldMk cId="1442883787" sldId="842"/>
            <ac:cxnSpMk id="894" creationId="{D245ED8D-C483-EC09-93F9-D46EAE7095D9}"/>
          </ac:cxnSpMkLst>
        </pc:cxnChg>
        <pc:cxnChg chg="del">
          <ac:chgData name="이민재" userId="f97f16f7-28a5-49bd-9e05-fb3ef63d7997" providerId="ADAL" clId="{9BD091B5-BB1A-44A0-8AB3-204ECA7231B1}" dt="2023-07-31T09:57:13.063" v="6512" actId="478"/>
          <ac:cxnSpMkLst>
            <pc:docMk/>
            <pc:sldMk cId="1442883787" sldId="842"/>
            <ac:cxnSpMk id="900" creationId="{16920AA6-186B-534F-79BE-DD9C8835062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2" creationId="{9736D4B7-20D9-C454-A1F9-D63401E2B62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3" creationId="{92766DD9-E9D8-230C-DE07-CD5CB893E948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4" creationId="{A8F1C4E5-7F6E-F59F-3289-D9B615C1E1D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5" creationId="{110F082F-DFBB-B7FF-9BBD-4CDCB8821BE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7" creationId="{E969AB23-A616-B9E1-BA6F-023D5858094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8" creationId="{C5E1CAD2-6413-939F-010D-2EA1AFB71318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9" creationId="{99D81665-15DE-907B-AFA5-3D7E5B3AA13F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0" creationId="{749C4F25-60F9-7AB7-D118-229DE05A6B2E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2" creationId="{C0245CB5-355A-B81B-DCEC-F24380894983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3" creationId="{E275C551-E5DD-6E53-AA9E-8B9121FC2B2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4" creationId="{F80139E8-C493-3D93-ED4A-C8529F1499C2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5" creationId="{DFFA0266-E9AC-59AA-6725-06ADDA66BBE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7" creationId="{C805BE7C-B4DF-D6D5-5D88-A270CF24DA0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8" creationId="{A87B6A2F-5533-F079-F5C4-61DE090CC492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9" creationId="{49059720-73B5-060F-46BA-9DDA31982CF1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30" creationId="{A171FDC1-A41B-57A5-A845-8988438490E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48" creationId="{0FF000AD-6C0D-4988-6D38-B2E05093739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49" creationId="{AC1FBE40-57DF-9775-B91B-B864A5FF586F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50" creationId="{80BBE4E8-BF74-828D-3881-10AA9F483BF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51" creationId="{92264CDB-8138-5708-4461-BD82DF75D98E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1" creationId="{86F68076-1434-69B3-8DEC-63A81D613C26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2" creationId="{C61C9B4D-6835-A1EF-6FB1-2ACAA512C3C4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3" creationId="{F05C88F4-6F48-E7B1-499E-C07CD721E5B0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4" creationId="{DADB168C-3E6E-08A4-7C23-97F86E80C249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5" creationId="{417E068C-A73C-5E88-F81C-21E735C9DAF5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6" creationId="{99EDB848-1D23-29B0-DCA4-5BD8ABEDD4C5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7" creationId="{D3D95E32-E64C-E2B7-1A18-718D2C5690C6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8" creationId="{037E32BB-CBDE-4A6A-40BC-DFC6D6A67C2D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6" creationId="{5160E04C-C528-0D08-1092-2FBA8984365E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7" creationId="{9B1C131C-8A99-0DA3-2733-D431546FB726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8" creationId="{0C6A8C15-0246-9169-B7D1-371C02F19DD2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9" creationId="{44C4FB32-C406-E969-93B3-CB0F8E8452D2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0" creationId="{998A041C-7A02-CB40-7A4B-A8BFBAE03E3D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1" creationId="{223BFDD7-84BB-EE8F-F409-99CB96253553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2" creationId="{D242654E-0595-2F87-C579-72509038FC27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3" creationId="{5518B6BB-8066-F792-AD97-104B3EA3D60C}"/>
          </ac:cxnSpMkLst>
        </pc:cxnChg>
        <pc:cxnChg chg="add del">
          <ac:chgData name="이민재" userId="f97f16f7-28a5-49bd-9e05-fb3ef63d7997" providerId="ADAL" clId="{9BD091B5-BB1A-44A0-8AB3-204ECA7231B1}" dt="2023-07-31T09:50:22.104" v="6337" actId="478"/>
          <ac:cxnSpMkLst>
            <pc:docMk/>
            <pc:sldMk cId="1442883787" sldId="842"/>
            <ac:cxnSpMk id="1120" creationId="{6049B5E7-0A20-C0EF-F714-9FE9943D132F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57" creationId="{E1A2EC4C-A5B2-F749-EC58-FF2063AC5D65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2" creationId="{499E8E0A-58FD-4130-0AAF-A9E7D089014E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6" creationId="{C3AE03A1-A397-BE36-BF9A-8BEB3CD6BB74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7" creationId="{6AA6C5F7-672A-5143-A9F6-68F62562E222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9" creationId="{784E861A-B48C-7C6D-27DD-EB4EDF4A9623}"/>
          </ac:cxnSpMkLst>
        </pc:cxnChg>
        <pc:cxnChg chg="add 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1178" creationId="{8D0F785A-5897-6DC0-AE60-CCB353A29311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0" creationId="{048800C9-ABBD-CD03-8739-10621A9F2FF3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1" creationId="{CA19D65F-815F-71CB-CB63-497A06201982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2" creationId="{4C39A8D2-3021-DEA4-99FF-7F96CE764D2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3" creationId="{BF981D10-8B47-A925-C7D3-286F67E52120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5" creationId="{93E33B23-B517-88BF-1A80-E4B975035218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6" creationId="{7C0E69A9-317B-2E71-4416-A1D4C21BDFE9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7" creationId="{254980C1-485D-E939-6ADB-A9F83B98F12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8" creationId="{C956E5E7-B5BD-C3EF-E968-A303C089D6DD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0" creationId="{0934FF0F-7629-16DD-19A5-9FC6DDDD8B96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1" creationId="{2DE40800-2063-E1D2-2CE3-D39D50E77E6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2" creationId="{88BD55E6-64F5-BF23-2568-B68DB00882D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3" creationId="{6FC33C88-3DAE-E189-DD2E-57EE596B79DD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5" creationId="{15E2FB1B-E040-0548-C5A1-A54B272DDBB8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6" creationId="{3E957CFC-6EA8-C3E0-7989-8CE0FAE1064B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7" creationId="{5552016D-DFB8-34DC-3A11-564DD80FC76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8" creationId="{6CD7ED29-A631-F45C-9266-09A993B744EE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2" creationId="{67E5A5C5-0097-9B36-BA0B-3F224C6123B0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3" creationId="{004CA076-F73C-9755-8EEA-F25E29881BBF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4" creationId="{801AD7C3-2344-971C-1CE0-7B271F3AE76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5" creationId="{CF10A831-8EFB-1CD3-B760-263B64B134C2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3" creationId="{5E4A88E7-0C55-A3B2-0237-56F4E9BC8C79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4" creationId="{88BB5758-2D62-5A4E-86AC-36C3E02D45C4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5" creationId="{A9847BFF-9F8A-DE00-986C-D2DAA34D5DD2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6" creationId="{7626C57F-D931-7185-F1AE-2FF90014267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4" creationId="{922F35F6-3B98-A6C2-0ABF-FA2B8C7EDDB1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5" creationId="{2BD41846-8635-5B3A-A768-E0B2F09D2D0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6" creationId="{E248FE27-DE39-752A-B232-7A96F2C31BFF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7" creationId="{95CBF11F-3CC8-F72E-8569-2BF52415596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9" creationId="{272013B6-F9C0-32D2-72C0-354072B86922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0" creationId="{6D79FE6A-617F-7CFD-B563-5FBF490468FE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1" creationId="{47181A9F-FBAC-6129-EE97-FB6F619A7AA7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2" creationId="{E7EDBB4A-03AD-691C-F94F-DB02FE2B199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4" creationId="{F6BC6DB6-6E25-DAA4-DC21-0FD297D4E4C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5" creationId="{DF13D834-96A8-624A-0F64-9B4335586349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6" creationId="{A6526DC9-664E-0A69-57F4-11EBDC63C9E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7" creationId="{3EA7C855-D432-ED44-3C7B-B794B6B0F9B2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3" creationId="{F4498C0B-724C-B4DD-9A83-3F5E6900A98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4" creationId="{E680492F-F4A3-D161-4829-8FD223FF67F7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5" creationId="{7115D9EC-8438-FB77-9752-A00F8E94009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6" creationId="{9F6B6666-05A6-A189-5B00-159E6EA795E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8" creationId="{38DF2FC0-CF40-C558-4CD8-AB3B8EF38AF0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9" creationId="{80A5A447-0222-AC34-B0FE-06959FFBE389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0" creationId="{E3F38EC4-9AD2-2095-B045-6E04BBFB85E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1" creationId="{4B558101-0484-6584-81C8-83BA0B3D9658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3" creationId="{58760B8F-95B3-3550-53FA-9FE3856464B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4" creationId="{3DAD929D-4C57-0825-A033-B4763E31759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5" creationId="{3DE801AC-E327-CFF2-7DC3-1EA5AE29B06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6" creationId="{3A69B4CE-862B-38F1-E76E-F2DA2574B8B1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8" creationId="{118C4991-7719-E30B-29F9-B906A602642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9" creationId="{2B8AE6B9-3DE7-5FFA-8FF9-1FBB55E3771A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40" creationId="{4CDEF3E3-79BD-C147-D65A-9486813AB2D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41" creationId="{CFD2F7DF-9563-C1CA-BB20-D58D8323AE7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59" creationId="{7381E6D4-7F1C-7831-EE5E-09E4CDE73B6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0" creationId="{DED09AA3-0D09-0ECD-4001-C5B10EC0ABB0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1" creationId="{2CC76E85-608E-99A1-8512-E81BF7941995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2" creationId="{D8BBD6C2-20DD-AEC8-D9D0-BD004CB25FD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5" creationId="{32FCA59D-EB45-E9EF-FDEB-03CB428D92B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6" creationId="{7E622399-7D11-273B-50E3-212C748EADCA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7" creationId="{1E35164D-EBF1-1031-F088-3C85644D602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8" creationId="{F2BC5576-D242-CF88-CD48-B635D42FEA18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0:57:38.418" v="7276" actId="47"/>
        <pc:sldMkLst>
          <pc:docMk/>
          <pc:sldMk cId="2243798421" sldId="843"/>
        </pc:sldMkLst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2" creationId="{277E9A51-B8DB-8D6A-F7DA-74460D7F59FC}"/>
          </ac:spMkLst>
        </pc:spChg>
        <pc:spChg chg="del mod">
          <ac:chgData name="이민재" userId="f97f16f7-28a5-49bd-9e05-fb3ef63d7997" providerId="ADAL" clId="{9BD091B5-BB1A-44A0-8AB3-204ECA7231B1}" dt="2023-07-31T10:56:08.922" v="7270" actId="21"/>
          <ac:spMkLst>
            <pc:docMk/>
            <pc:sldMk cId="2243798421" sldId="843"/>
            <ac:spMk id="5" creationId="{494F30A7-3D06-5776-706C-C70783A1802A}"/>
          </ac:spMkLst>
        </pc:spChg>
        <pc:spChg chg="add mod">
          <ac:chgData name="이민재" userId="f97f16f7-28a5-49bd-9e05-fb3ef63d7997" providerId="ADAL" clId="{9BD091B5-BB1A-44A0-8AB3-204ECA7231B1}" dt="2023-07-31T10:55:30.679" v="7264" actId="14100"/>
          <ac:spMkLst>
            <pc:docMk/>
            <pc:sldMk cId="2243798421" sldId="843"/>
            <ac:spMk id="7" creationId="{465B5D59-BE25-C0FB-8923-C196643BA7D1}"/>
          </ac:spMkLst>
        </pc:spChg>
        <pc:spChg chg="add mod">
          <ac:chgData name="이민재" userId="f97f16f7-28a5-49bd-9e05-fb3ef63d7997" providerId="ADAL" clId="{9BD091B5-BB1A-44A0-8AB3-204ECA7231B1}" dt="2023-07-31T10:56:09.199" v="7271"/>
          <ac:spMkLst>
            <pc:docMk/>
            <pc:sldMk cId="2243798421" sldId="843"/>
            <ac:spMk id="18" creationId="{B87ED9F9-8219-39CB-02BB-8351687CE1EC}"/>
          </ac:spMkLst>
        </pc:spChg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259" creationId="{6E5061A0-22DE-D880-199E-C92AB4200C99}"/>
          </ac:spMkLst>
        </pc:spChg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815" creationId="{75E94CDD-C0D6-88BA-387A-685BBA887D68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818" creationId="{63C4D942-086F-9BB4-B2F8-8A28F8BFD1EF}"/>
          </ac:spMkLst>
        </pc:spChg>
        <pc:spChg chg="mod">
          <ac:chgData name="이민재" userId="f97f16f7-28a5-49bd-9e05-fb3ef63d7997" providerId="ADAL" clId="{9BD091B5-BB1A-44A0-8AB3-204ECA7231B1}" dt="2023-07-31T10:56:25.496" v="7275" actId="1076"/>
          <ac:spMkLst>
            <pc:docMk/>
            <pc:sldMk cId="2243798421" sldId="843"/>
            <ac:spMk id="819" creationId="{3666B4D0-E3D4-DB68-C418-2E67AD79D3A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10:56:01.781" v="7268" actId="1076"/>
          <ac:spMkLst>
            <pc:docMk/>
            <pc:sldMk cId="2243798421" sldId="843"/>
            <ac:spMk id="1183" creationId="{FD92B8F1-9859-5CAB-EA5B-EE8E5D3047FB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1186" creationId="{90E593EC-C61F-B19E-7AFF-D39BDE03F928}"/>
          </ac:spMkLst>
        </pc:spChg>
        <pc:spChg chg="mod">
          <ac:chgData name="이민재" userId="f97f16f7-28a5-49bd-9e05-fb3ef63d7997" providerId="ADAL" clId="{9BD091B5-BB1A-44A0-8AB3-204ECA7231B1}" dt="2023-07-31T10:52:49.300" v="7227" actId="1076"/>
          <ac:spMkLst>
            <pc:docMk/>
            <pc:sldMk cId="2243798421" sldId="843"/>
            <ac:spMk id="1191" creationId="{BDC7178D-9160-B298-FBF3-C5156AC804AF}"/>
          </ac:spMkLst>
        </pc:spChg>
        <pc:spChg chg="mod">
          <ac:chgData name="이민재" userId="f97f16f7-28a5-49bd-9e05-fb3ef63d7997" providerId="ADAL" clId="{9BD091B5-BB1A-44A0-8AB3-204ECA7231B1}" dt="2023-07-31T10:52:49.300" v="7227" actId="1076"/>
          <ac:spMkLst>
            <pc:docMk/>
            <pc:sldMk cId="2243798421" sldId="843"/>
            <ac:spMk id="1192" creationId="{4BC79666-9F72-B701-E2C8-232BE881D88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01" creationId="{5E5BC9DE-ECE1-B252-D607-FB256898991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29" creationId="{DA683BC0-F716-E21A-5FDE-BFD8F487A1D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0" creationId="{4F2669E3-7C0E-B98B-6106-754BF0D1B9BB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1" creationId="{99FCBE15-65E1-C50E-7EE2-D538E253E30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2" creationId="{C28B2EBF-5D79-C607-8D04-C06EB8C4776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3" creationId="{006B1916-A3B6-9375-8068-D78A4B97CE4C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4" creationId="{36D39B24-F002-8CB7-48D3-674841A7C6AD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5" creationId="{85EF9080-6E2E-1848-73A9-BA20BEFE816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6" creationId="{664B6AD6-EA13-F183-5333-8C51017402A9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7" creationId="{2FD959C6-4216-2C93-7BAA-58F438260083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8" creationId="{113CABCD-8457-CDBD-BAED-6A06244E285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9" creationId="{E0E45D20-212E-802D-3CCF-EE184B2070F0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0" creationId="{DB9F9D2B-D01D-E54C-A8EF-C5FE92DFB898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1" creationId="{8906E880-F433-D56C-B035-7970E820642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2" creationId="{7E78637C-EF8E-3E03-AEDD-C7CBC1D871A5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3" creationId="{63E02A46-E6ED-BE62-2752-36E7BCC8E88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4" creationId="{81EF2E44-B548-0E23-8C6C-7957F033855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5" creationId="{758145A1-5066-8A24-8864-D2DD388C0A3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6" creationId="{BA03232A-C554-5CBC-D24F-E6B0CEBC965F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7" creationId="{22BED72A-8D3E-F996-9D47-F9F0E30894F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8" creationId="{BF4771C9-02A9-B177-1FE4-885F4AC42C8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9" creationId="{885C02C2-51A0-EF76-1AD5-3CE0A6429B2C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0" creationId="{5B44CFD1-5E09-00EC-FEED-E7B2D69787A3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1" creationId="{E1710E59-C0B4-5E78-596A-E3A00E85386B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2" creationId="{A1B9711A-62D0-C89D-7181-BBF97CAB9CB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3" creationId="{7A8B568D-2B2E-E9CC-186E-5D66D739A4D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4" creationId="{2073B604-3E67-0666-70DF-DA7DCAD4BEE8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5" creationId="{C62C2A59-355C-DE06-5AF6-50A84B0CAE1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6" creationId="{45542484-EDBA-CBC7-C9E9-87F52EF3297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7" creationId="{2C2F851B-27F3-8FFC-0A6A-7499C23F3B7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8" creationId="{9B1A0A27-4EAC-9A76-E07F-7DE1083C621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9" creationId="{EE12B16A-A4A2-E4CC-04E9-308A5CD6D12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60" creationId="{EFABBD82-47A7-DB4D-9967-D88B842486B4}"/>
          </ac:spMkLst>
        </pc:s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18" creationId="{E9023ACF-E747-75E6-5421-C497BF0781AD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29" creationId="{02BFD809-52DA-E00E-A194-210906413EC9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30" creationId="{C03855E4-B4D1-7643-5FB4-36CE72896CB0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42" creationId="{6316E983-5AA9-B0B4-3846-FC385BED0A25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47" creationId="{35EE5AC9-48B8-A485-F41C-94A4DE57DCB2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09" creationId="{A47AAE26-19E3-F283-7A3D-CAD35C9712B1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14" creationId="{8EC759A1-F8C6-3317-7C76-8EB6B98C75E4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19" creationId="{86EDF1C0-F84C-A609-9C65-4D2A70750849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24" creationId="{E44EE5D8-4FEC-7E1D-D83D-E642D9596D37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61" creationId="{26803EAC-C750-51F9-D2AF-9714AB28B567}"/>
          </ac:grpSpMkLst>
        </pc:grpChg>
        <pc:graphicFrameChg chg="add mod modGraphic">
          <ac:chgData name="이민재" userId="f97f16f7-28a5-49bd-9e05-fb3ef63d7997" providerId="ADAL" clId="{9BD091B5-BB1A-44A0-8AB3-204ECA7231B1}" dt="2023-07-31T10:54:42.299" v="7254" actId="1076"/>
          <ac:graphicFrameMkLst>
            <pc:docMk/>
            <pc:sldMk cId="2243798421" sldId="843"/>
            <ac:graphicFrameMk id="3" creationId="{6567BFF7-D512-A96B-3D94-4740E33D8716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6:12.443" v="7272" actId="478"/>
          <ac:graphicFrameMkLst>
            <pc:docMk/>
            <pc:sldMk cId="2243798421" sldId="843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31T10:52:55.948" v="7228" actId="1076"/>
          <ac:graphicFrameMkLst>
            <pc:docMk/>
            <pc:sldMk cId="2243798421" sldId="843"/>
            <ac:graphicFrameMk id="816" creationId="{0366BA6D-12C3-5590-85D2-557A9B6717A1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0" creationId="{CFF52BD9-E6DE-CD2D-C652-84FE252733DA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1" creationId="{ADD972D6-453B-BE89-F679-7DB604ADBB17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2" creationId="{744C5349-618F-B025-9668-F881F99F9686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3" creationId="{3A21027D-A574-6B7F-AEA5-5CEAB89850CA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2" creationId="{380E8F87-61F6-6F6F-AF66-6269D18BE4C3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3" creationId="{3C1483AA-6D27-B668-799F-392BFF08A985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4" creationId="{97D3EFA3-3388-F0E6-1288-30EA74CD00E5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5" creationId="{1BB5E0E3-F2B4-51D9-4F4B-D3E492E3F7F2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0" creationId="{995B2CC8-78E8-7620-EFDA-6F239B3D2A49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1" creationId="{BE394DA6-F663-6A2C-316A-FE3DD0C5D9B4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2" creationId="{D2BDCFDB-E019-38A6-6591-2E4D49300683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3" creationId="{59F9BC98-4A51-240D-3176-CD34010E285D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4" creationId="{743D99DB-7E40-5E7D-3959-DC6D618469F8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5" creationId="{81BF5E77-AA1E-8E6C-CA7E-66A2119A1A10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6" creationId="{20337489-567C-0023-4AED-2FCD4B5C375E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7" creationId="{97054BCC-4F32-B62A-5B8A-60AEB7558D0C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36" creationId="{168BD199-47BF-86F6-E089-C83FF76F9F19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2" creationId="{95EBB043-7F2F-182D-E827-E0D53587DC6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3" creationId="{7B42CA5B-98CD-27A3-B9CA-2B3BAC3BE836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4" creationId="{E5CE9818-4621-C80F-3810-5BFCFD63089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5" creationId="{95BC2E58-3689-CFC8-7260-A4E5EAAB49C7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6" creationId="{CF00356F-074E-25DA-3B1E-0B4E42E75179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7" creationId="{C6F70EDB-D3B7-3C26-7DB0-1F9B434FDFEE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8" creationId="{58099DD4-1793-AE7D-5DA1-D9D8E84D4D2F}"/>
          </ac:graphicFrameMkLst>
        </pc:graphicFrameChg>
        <pc:cxnChg chg="add mod">
          <ac:chgData name="이민재" userId="f97f16f7-28a5-49bd-9e05-fb3ef63d7997" providerId="ADAL" clId="{9BD091B5-BB1A-44A0-8AB3-204ECA7231B1}" dt="2023-07-31T10:55:30.679" v="7264" actId="14100"/>
          <ac:cxnSpMkLst>
            <pc:docMk/>
            <pc:sldMk cId="2243798421" sldId="843"/>
            <ac:cxnSpMk id="6" creationId="{0EB7AB90-09F3-8D5B-5BFD-B8C545FE38A7}"/>
          </ac:cxnSpMkLst>
        </pc:cxnChg>
        <pc:cxnChg chg="add mod">
          <ac:chgData name="이민재" userId="f97f16f7-28a5-49bd-9e05-fb3ef63d7997" providerId="ADAL" clId="{9BD091B5-BB1A-44A0-8AB3-204ECA7231B1}" dt="2023-07-31T10:55:30.679" v="7264" actId="14100"/>
          <ac:cxnSpMkLst>
            <pc:docMk/>
            <pc:sldMk cId="2243798421" sldId="843"/>
            <ac:cxnSpMk id="8" creationId="{4B92D8B3-00DF-0A57-1388-ED93EC5708DE}"/>
          </ac:cxnSpMkLst>
        </pc:cxnChg>
        <pc:cxnChg chg="add mod">
          <ac:chgData name="이민재" userId="f97f16f7-28a5-49bd-9e05-fb3ef63d7997" providerId="ADAL" clId="{9BD091B5-BB1A-44A0-8AB3-204ECA7231B1}" dt="2023-07-31T10:55:39.558" v="7266" actId="14100"/>
          <ac:cxnSpMkLst>
            <pc:docMk/>
            <pc:sldMk cId="2243798421" sldId="843"/>
            <ac:cxnSpMk id="9" creationId="{7ACC0186-4E04-699E-2881-224C4374415A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264" creationId="{3423F14C-F326-ABD8-E21A-BC112E825086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665" creationId="{9E33ADA8-C133-51FC-1A71-5F92B46A44C4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0" creationId="{998A041C-7A02-CB40-7A4B-A8BFBAE03E3D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1" creationId="{223BFDD7-84BB-EE8F-F409-99CB96253553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2" creationId="{D242654E-0595-2F87-C579-72509038FC27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3" creationId="{5518B6BB-8066-F792-AD97-104B3EA3D60C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1178" creationId="{8D0F785A-5897-6DC0-AE60-CCB353A29311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29:38.840" v="11821" actId="47"/>
        <pc:sldMkLst>
          <pc:docMk/>
          <pc:sldMk cId="4069627243" sldId="843"/>
        </pc:sldMkLst>
        <pc:spChg chg="mod">
          <ac:chgData name="이민재" userId="f97f16f7-28a5-49bd-9e05-fb3ef63d7997" providerId="ADAL" clId="{9BD091B5-BB1A-44A0-8AB3-204ECA7231B1}" dt="2023-07-31T12:27:30.407" v="8666" actId="1035"/>
          <ac:spMkLst>
            <pc:docMk/>
            <pc:sldMk cId="4069627243" sldId="843"/>
            <ac:spMk id="2" creationId="{277E9A51-B8DB-8D6A-F7DA-74460D7F59FC}"/>
          </ac:spMkLst>
        </pc:spChg>
        <pc:spChg chg="add del mod">
          <ac:chgData name="이민재" userId="f97f16f7-28a5-49bd-9e05-fb3ef63d7997" providerId="ADAL" clId="{9BD091B5-BB1A-44A0-8AB3-204ECA7231B1}" dt="2023-07-31T12:26:51.072" v="8643" actId="478"/>
          <ac:spMkLst>
            <pc:docMk/>
            <pc:sldMk cId="4069627243" sldId="843"/>
            <ac:spMk id="3" creationId="{97F768CC-B81A-A982-8BFA-FE5894A0F30F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5" creationId="{494F30A7-3D06-5776-706C-C70783A1802A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6" creationId="{AF76A632-16B9-5FC0-1D90-504AC5DC03B1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39" creationId="{DCEFA01F-0C69-DE23-C417-0DCEF9E7F055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0" creationId="{4298690B-5485-12AB-60A2-85A5C74F7CA0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1" creationId="{377F6D55-76F5-AE03-ABBD-B68BC7FB4F3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2" creationId="{4DA05861-2353-D2F2-2290-B6C05DF020D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3" creationId="{32CC6F20-ACDC-FC9A-00E7-8B421FD727B8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4" creationId="{2FE1CFBD-B026-DE62-B2A3-B136B861A97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5" creationId="{1A5201FB-BA45-2718-C7AC-3F33648CD79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6" creationId="{119C9758-4977-79AA-2332-77CB093EDC2A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7" creationId="{2ACF3EE2-2D6C-E5E6-C51C-DFE6F869976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8" creationId="{97762438-7B8F-0075-0F28-2A5FEB867E0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9" creationId="{F42567D6-7371-D9CB-2C44-10D5CCDD5D7C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0" creationId="{56FB5011-3E1A-6CB5-D3E3-B6602B79034F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1" creationId="{242F11CB-8A42-20EE-9542-E7B56AFE8D5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2" creationId="{34E851F6-7496-AEBB-CBA9-B0D3DC2BD17B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3" creationId="{4144CD11-A3F2-E1C9-F660-1FB44537A735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4" creationId="{48F5E361-4841-A570-0A1D-88EEFF18D6F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71" creationId="{4A075DFD-DB76-7FB8-2C01-0ACE21D3B1D7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6" creationId="{A9A7453A-F068-C1B2-8742-D5BC21C2B9ED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7" creationId="{6ED7144C-DDDB-FC64-BA06-7759F1946B57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8" creationId="{CE81A54C-E527-8B66-B590-4DEE79FAEBB5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9" creationId="{70A0CF65-7141-C519-8E9A-6609223F5BA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0" creationId="{818127A1-0EB1-D6EF-0C6B-0B32DB60C54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1" creationId="{060C36A4-6D66-F907-3D9B-55179E40FBAE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2" creationId="{E5C71144-FC0E-EE8A-6E6B-25F6E07298E6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3" creationId="{A478C92C-D72E-0BE1-F1AF-1C5EC886639D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4" creationId="{46A28F96-A6DD-758C-4166-FF42F839A68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5" creationId="{F2CC205E-9BCC-BA3C-9A5A-6476992AE69F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6" creationId="{A5633C7B-B491-652F-86BF-371801238C4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7" creationId="{661810F1-5B9D-596E-3138-020DDDC94552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8" creationId="{1610368B-AE21-2F24-A51A-D8CA464B7114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9" creationId="{808AA886-CB7C-6B9A-4B42-E8F841CF62EA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90" creationId="{F69DB755-30E3-93F4-3381-178ABEECBE56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91" creationId="{5387AB3A-15EB-E8DC-D567-73E56E20F781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92" creationId="{555D5449-09B1-F529-B1D9-47F5FFDFE2CD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93" creationId="{A752D6E8-805F-21A4-FD77-C2E22760A813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2" creationId="{EE5A4FBC-0918-FC91-9950-E919B5712385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3" creationId="{FF06CBC6-D687-3D87-C017-D607AE929252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4" creationId="{C7E62F3F-CF52-1F80-2B4A-9C3CA0D496B1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5" creationId="{F04E1105-6C6D-766E-FC44-4921B34912E1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6" creationId="{41BB4152-DA72-2563-7C5F-73FDE7791274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7" creationId="{879FE83D-A217-FC2A-B19B-900176119392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8" creationId="{0DC64120-AB10-CEF7-1C63-DA864635AF2F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9" creationId="{685622D8-6BD5-6916-123A-039666F6ED6E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0" creationId="{2D8284C2-0820-4420-40C7-B7A74C9E6FFD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1" creationId="{6930E9D3-7F59-61C3-17BD-91EE776D4D49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2" creationId="{F77F16AA-F07B-80F6-DD30-AA925B719BEF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3" creationId="{C4CFE16B-CC5D-FF9D-5DE9-9FB0CE654E48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4" creationId="{49CFE669-41F7-8363-615F-250E348CF0A8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5" creationId="{9F3841E5-5D28-6A52-3D3A-79BEA377D219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6" creationId="{D7F9FEF6-5612-42B0-CF6F-4F5B460BDF5A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7" creationId="{2BCF86CB-087F-62D6-7380-84112E2B0B8B}"/>
          </ac:spMkLst>
        </pc:spChg>
        <pc:spChg chg="add mod">
          <ac:chgData name="이민재" userId="f97f16f7-28a5-49bd-9e05-fb3ef63d7997" providerId="ADAL" clId="{9BD091B5-BB1A-44A0-8AB3-204ECA7231B1}" dt="2023-07-31T12:29:35.179" v="8704" actId="1076"/>
          <ac:spMkLst>
            <pc:docMk/>
            <pc:sldMk cId="4069627243" sldId="843"/>
            <ac:spMk id="200" creationId="{5B55398F-A46A-008C-3FAA-EA2288047A4B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5" creationId="{915AF226-2944-6CF8-FA71-99AE7FC3A205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6" creationId="{391F187A-018E-5935-6F20-FEEE9330A496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7" creationId="{6B2D6B3B-5572-28FD-83BA-825509381752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8" creationId="{86019B0E-D5EE-D8F6-E692-DE35A60B8321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3" creationId="{8DA12110-70FE-D442-E14C-37445A255B97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8" creationId="{68D8346F-2576-2D0E-4768-600E093DCA2E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9" creationId="{1ABF3237-AE68-D91D-D546-28A3348857CE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20" creationId="{E4065317-023D-9D98-C9F9-93117034F9C8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43" creationId="{85D97294-D7B6-F6CE-06E9-364F3BC2276F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44" creationId="{0AF43C79-EBA4-B0AB-04D8-193468449859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31T12:27:24.361" v="8660" actId="1037"/>
          <ac:spMkLst>
            <pc:docMk/>
            <pc:sldMk cId="4069627243" sldId="843"/>
            <ac:spMk id="259" creationId="{6E5061A0-22DE-D880-199E-C92AB4200C99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75" creationId="{6EE23F77-A953-0EBF-82FF-6D332F9DBCC4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6" creationId="{C9DEF126-75C4-9776-87B8-0DF850EA1253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7" creationId="{AF8962DD-D7EC-CF1B-0EA6-AE05136FA43C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8" creationId="{BB44313F-775A-AD2A-98F8-7B8BBF78FE9B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9" creationId="{68E9FF42-F5D3-9497-6E65-CBA5674C84FA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0" creationId="{343C7E6C-23C6-8BBA-2674-9466359B2EF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1" creationId="{7D28920A-DCF6-45FA-33E2-8E92782C1E9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2" creationId="{2F2B35EC-5862-6AA1-1733-219ED3B3929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3" creationId="{8E258A5E-EE96-648F-9DE7-A4FE1B7693E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4" creationId="{4111D105-8C3B-8E17-A5F2-119A97C19B88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5" creationId="{44400D10-0B52-95BC-8089-F1D20CBC1ECC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6" creationId="{076690F1-53CF-75F5-E31B-380D126DF14A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7" creationId="{DB400780-6B3F-FCAF-6066-28CEB3AD9C35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8" creationId="{9E78543B-9FAC-7E44-AB86-BB2BB5BA0C4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9" creationId="{7DBC65E3-1631-B013-32A5-D82A91C1B5A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10" creationId="{16F601BF-05C1-9C2A-EEB5-013B47DD625E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11" creationId="{A8188DA4-8183-0E8F-C618-5C1BBA8913F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2" creationId="{20EDCA68-647A-1329-BF84-2D6000E1104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3" creationId="{A954F26E-F013-2278-5D28-C7A321071C65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4" creationId="{A150EDB7-D333-7578-1078-2203AC31284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5" creationId="{AADC0EC8-8FE9-CFA6-978D-B88DF7C73415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4" creationId="{F0D15440-D172-01DF-94C3-A17C8B504CE7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5" creationId="{A5A4AE5B-9E39-F367-0594-EA0CEFE5A8FE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6" creationId="{E2AF85B2-B649-318B-12B3-C0BC8831A809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7" creationId="{3AF08C85-3108-E2F2-37DE-2F8BA7EED385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9" creationId="{11304B6B-9F92-DD88-1FD3-6FAFBB92EE1D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390" creationId="{451EAB91-DD19-328D-08CE-1F67750DE02A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2" creationId="{D0FAEA49-99CC-B0D5-F748-2C56A09C7EC0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3" creationId="{C3FB7503-16C4-D302-0B6A-41B355DA8C95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4" creationId="{DB3ADE94-A5DF-C594-E29A-3B3E10E312D2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5" creationId="{71C6B7C6-D18B-0047-12BF-291CDEF0673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6" creationId="{4F01E375-584A-4A4E-D229-4981E350EA3D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7" creationId="{77FD851D-2944-B22B-D272-C15EE965472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8" creationId="{FA3FF353-E505-5CC0-87FF-64A5D95EBED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9" creationId="{522DF14A-084A-E989-C196-4E50449064AA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0" creationId="{CE7D158B-E1A5-3C48-B066-8158E81482CF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1" creationId="{ADA10ADD-8385-BC03-6D15-23FFB2387FA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2" creationId="{5BEB6123-83EB-BE91-C95B-C1EA783DD86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3" creationId="{EF569372-80DE-9EF2-1B36-A4C6016BF11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4" creationId="{46A0E77B-4352-3E7E-6282-3B31E239E5B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5" creationId="{11BAA714-C63E-4AE3-0897-987DB85A10D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6" creationId="{212CB822-60FC-EDEA-30FE-58AD058F9DB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7" creationId="{0847B6B8-E3E3-DA43-7001-04521EEF3862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8" creationId="{7F65D20A-0B00-85FB-DB16-CCE03C457DD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9" creationId="{DA0DC348-E90A-26A4-B5F9-FF34A83FE7A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0" creationId="{C71D8DC5-F3E5-115E-FD23-5819E31B3DF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1" creationId="{8500988C-FA9C-CBB2-216E-8E74F0E4A01D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2" creationId="{2ECB0552-EC23-8E7D-E9BF-F24DD9D19E36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3" creationId="{A562AE81-44CB-5986-6B18-18D2D232F625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4" creationId="{01839366-C0D0-4F6A-6625-5D1A0B9BB23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5" creationId="{5A551E85-595F-D21C-21E2-0241D794B8A1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6" creationId="{BBB862AD-52A7-20ED-50B2-A6D83D69AD11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492" creationId="{98242A41-04C1-17E7-FAF6-9967E17E3036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499" creationId="{FBC2F16E-183E-E061-F7FC-E080E6FCBE8C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00" creationId="{691F5689-B471-3567-D186-DAAC14D424EF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4" creationId="{7CB9BE4A-BECD-29C2-FF4E-2D410D082EAC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6" creationId="{A68D3EB8-5136-6A58-C9FB-E90514DD2015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8" creationId="{0CF88448-CFCA-63DE-45FA-35E944C20A8A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30" creationId="{6CB2729C-75AC-BB02-13E0-BCF64EB0E405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36" creationId="{8784983E-47B0-C1EA-5FAF-2805E0F73992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41" creationId="{9CF23BFF-29A9-B3DA-69BE-401B98D2175A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1" creationId="{D7A9F07B-8D49-05FF-F028-583AD79D9B73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2" creationId="{A8E96401-8CA0-E522-FF99-1A5C345B08DD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3" creationId="{FEDCD755-178B-B900-F253-A0A7C7C5BD9A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4" creationId="{9DE09CD5-E74D-970D-A5BA-C93B324E24EE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5" creationId="{23F0422B-3F36-611E-40D9-EAFFE8CCD507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6" creationId="{13A90F21-4AF6-4186-334D-3B38D994A270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7" creationId="{DFA21843-A06F-E9ED-A35C-87FCF54C4C88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8" creationId="{944B668D-1085-2B36-6E71-B21D04D7D2BF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9" creationId="{1EB745AD-18C7-6E49-A275-041B422002EC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0" creationId="{7118F340-FFF0-D944-1CDC-4A9BCED28ACF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1" creationId="{E9C1440C-D92E-BC1A-B541-95BA983D3A38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2" creationId="{44FFEA05-1AE7-6259-3918-907B4575EFF9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3" creationId="{B08EF577-304D-26A0-B0AE-8871B85321A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4" creationId="{56B3DF7D-5727-739C-B17B-FDE3ACABD51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5" creationId="{4B983E33-57DA-07B4-EC15-88C70129A251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6" creationId="{040DEED1-0253-C15B-5CBD-DA5742169FC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87" creationId="{4EABA78F-B26F-6EA9-6F44-779089C1F2D1}"/>
          </ac:spMkLst>
        </pc:spChg>
        <pc:spChg chg="add del mod">
          <ac:chgData name="이민재" userId="f97f16f7-28a5-49bd-9e05-fb3ef63d7997" providerId="ADAL" clId="{9BD091B5-BB1A-44A0-8AB3-204ECA7231B1}" dt="2023-07-31T11:31:29.071" v="7921" actId="478"/>
          <ac:spMkLst>
            <pc:docMk/>
            <pc:sldMk cId="4069627243" sldId="843"/>
            <ac:spMk id="589" creationId="{0D2200A2-5965-D1DF-B61C-55BBC04AC6DE}"/>
          </ac:spMkLst>
        </pc:spChg>
        <pc:spChg chg="add del mod">
          <ac:chgData name="이민재" userId="f97f16f7-28a5-49bd-9e05-fb3ef63d7997" providerId="ADAL" clId="{9BD091B5-BB1A-44A0-8AB3-204ECA7231B1}" dt="2023-07-31T11:30:01.814" v="7840"/>
          <ac:spMkLst>
            <pc:docMk/>
            <pc:sldMk cId="4069627243" sldId="843"/>
            <ac:spMk id="590" creationId="{11FBD969-CDAE-EACE-4EA8-82ABE3F89E90}"/>
          </ac:spMkLst>
        </pc:spChg>
        <pc:spChg chg="add mod">
          <ac:chgData name="이민재" userId="f97f16f7-28a5-49bd-9e05-fb3ef63d7997" providerId="ADAL" clId="{9BD091B5-BB1A-44A0-8AB3-204ECA7231B1}" dt="2023-07-31T11:30:01.405" v="7839" actId="571"/>
          <ac:spMkLst>
            <pc:docMk/>
            <pc:sldMk cId="4069627243" sldId="843"/>
            <ac:spMk id="591" creationId="{CE989314-FDAF-B0D1-A5A9-354641A9B7C9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4" creationId="{9D7F5297-1C35-B289-508E-E46DE53997E7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5" creationId="{A0DF026B-9DBF-A037-CB95-98AE99203960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6" creationId="{DB53CE53-B2A3-C238-ED30-177EE8AFCDD8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598" creationId="{1C5223C0-ED48-6AD6-ECF7-A9270BB0A39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599" creationId="{361ADA19-E153-90DF-5155-468991708E7F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0" creationId="{1ED478BF-A2B4-2B27-16C9-757810374666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1" creationId="{C02E2F67-67BB-4A66-1DD1-8097015B05D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2" creationId="{0F943D9C-7810-A665-1B41-72784CAE1FD9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19" creationId="{CF4E4F2D-BEE5-0B73-57A7-93D3F5B1BD98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20" creationId="{59691C33-D9FB-3BB4-D3B9-483DBCD240DF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48" creationId="{66D89D1F-F1C3-175F-B67E-69595501E89B}"/>
          </ac:spMkLst>
        </pc:spChg>
        <pc:spChg chg="del">
          <ac:chgData name="이민재" userId="f97f16f7-28a5-49bd-9e05-fb3ef63d7997" providerId="ADAL" clId="{9BD091B5-BB1A-44A0-8AB3-204ECA7231B1}" dt="2023-07-31T10:58:21.287" v="7279" actId="478"/>
          <ac:spMkLst>
            <pc:docMk/>
            <pc:sldMk cId="4069627243" sldId="843"/>
            <ac:spMk id="669" creationId="{C5FFF4EB-6521-A5E4-BAC5-237ECA0274E7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2" creationId="{008A3969-9B0B-7FB0-4066-A1FC61EC3D67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5" creationId="{6A7DC940-C157-9C17-1CEB-F56723022CE3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6" creationId="{9D07F6EA-7ECC-E81F-9C17-E34A7DFDCE51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7" creationId="{098EEEFA-E14B-7AEE-2FAF-E970F5D7FE4D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8" creationId="{1BFF3147-0655-F3E4-325E-426A7C0290E2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9" creationId="{5C43C446-E90F-7766-F19B-FBBA136D57F6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0" creationId="{319ECE61-5271-FF3C-E6AD-085CF5D0924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1" creationId="{43E2F4D4-6C1A-1D07-8685-FB83F03EFA8A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2" creationId="{1FFDC8D1-2196-024E-5FD9-363DD85A8D0C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3" creationId="{F926B1BE-9DC4-1593-B53D-D9363439BCD2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4" creationId="{5649EAC9-A9EA-3B33-2277-189B6FF83BE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5" creationId="{29A999D5-E8D2-D43C-A68C-F08B9584F1E0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1" creationId="{0B208533-E472-465C-3572-89E0A3FE1421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2" creationId="{8238D248-C835-2461-7060-94B8A246B157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3" creationId="{4D7F6AA2-1F7D-E6C6-3705-7274E5A59533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4" creationId="{F1D05E8F-F6AD-8975-83DD-1E3581A7F63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5" creationId="{9C9D9ECB-D563-6D61-5F06-7A62CADB304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6" creationId="{77A7D268-3DAA-41EB-23A7-C1E8084D4797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7" creationId="{445EAA1A-3F47-F53F-1157-A50AA0552628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709" creationId="{DFE6A288-1260-0F2F-67BD-C0962D8B3645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0" creationId="{CC53AD4F-C46F-D77F-0722-1D21825B2497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1" creationId="{59DB2FF8-2BCD-3C8C-D528-C2765302DD32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2" creationId="{5178F35A-7DC9-BC70-31F6-62AB7B39B366}"/>
          </ac:spMkLst>
        </pc:spChg>
        <pc:spChg chg="add del mod">
          <ac:chgData name="이민재" userId="f97f16f7-28a5-49bd-9e05-fb3ef63d7997" providerId="ADAL" clId="{9BD091B5-BB1A-44A0-8AB3-204ECA7231B1}" dt="2023-07-31T12:27:53.655" v="8667" actId="478"/>
          <ac:spMkLst>
            <pc:docMk/>
            <pc:sldMk cId="4069627243" sldId="843"/>
            <ac:spMk id="714" creationId="{2D0F85B2-51A1-8BF9-8531-1270071040E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5" creationId="{183FB760-44D3-F730-F889-E2C5191A8F9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6" creationId="{74BFB90B-CEA3-55AA-646A-6CBF9839B4B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7" creationId="{E363CDBA-EEB6-39A6-C4EA-2DAB9C2820C4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20" creationId="{CC768C43-675F-5B2A-C346-F3C5BA40536A}"/>
          </ac:spMkLst>
        </pc:spChg>
        <pc:spChg chg="add del mod">
          <ac:chgData name="이민재" userId="f97f16f7-28a5-49bd-9e05-fb3ef63d7997" providerId="ADAL" clId="{9BD091B5-BB1A-44A0-8AB3-204ECA7231B1}" dt="2023-07-31T11:38:44.111" v="8044" actId="478"/>
          <ac:spMkLst>
            <pc:docMk/>
            <pc:sldMk cId="4069627243" sldId="843"/>
            <ac:spMk id="737" creationId="{7B19FEC8-AE08-0532-ED88-A5D74EB2C2E4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738" creationId="{977F47D6-3B74-A2AC-8C63-34B1B03ED975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68" creationId="{898DCF35-6880-32EE-F354-57FA35B21BC1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69" creationId="{38DBE95C-DB1C-A47E-9809-C077651F9F9A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70" creationId="{8B529ABA-0615-8808-D686-886810A9B4B8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71" creationId="{684DD002-76E7-302F-C2FD-5D43ACB9DB11}"/>
          </ac:spMkLst>
        </pc:spChg>
        <pc:spChg chg="add del mod">
          <ac:chgData name="이민재" userId="f97f16f7-28a5-49bd-9e05-fb3ef63d7997" providerId="ADAL" clId="{9BD091B5-BB1A-44A0-8AB3-204ECA7231B1}" dt="2023-07-31T11:38:44.111" v="8044" actId="478"/>
          <ac:spMkLst>
            <pc:docMk/>
            <pc:sldMk cId="4069627243" sldId="843"/>
            <ac:spMk id="778" creationId="{D90C9ADE-1C4E-A4A4-E935-CCDD32B309BE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0" creationId="{996487BD-824F-3186-3981-BC52C360E886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1" creationId="{0BEDC962-17A1-8FF9-B42C-09170D457595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4" creationId="{FA0A5D35-1280-35E4-75C3-6B9E09B1FC57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5" creationId="{D00BC8D0-F5C8-AE83-F869-A0CBB55A08F1}"/>
          </ac:spMkLst>
        </pc:spChg>
        <pc:spChg chg="add del mod">
          <ac:chgData name="이민재" userId="f97f16f7-28a5-49bd-9e05-fb3ef63d7997" providerId="ADAL" clId="{9BD091B5-BB1A-44A0-8AB3-204ECA7231B1}" dt="2023-07-31T12:26:45.206" v="8642" actId="478"/>
          <ac:spMkLst>
            <pc:docMk/>
            <pc:sldMk cId="4069627243" sldId="843"/>
            <ac:spMk id="815" creationId="{75E94CDD-C0D6-88BA-387A-685BBA887D68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17" creationId="{3C386B47-5BFC-6D6A-F7B7-59A5F2356DB0}"/>
          </ac:spMkLst>
        </pc:spChg>
        <pc:spChg chg="del mod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818" creationId="{63C4D942-086F-9BB4-B2F8-8A28F8BFD1EF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819" creationId="{3666B4D0-E3D4-DB68-C418-2E67AD79D3AE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0" creationId="{21C576CF-F622-FE2F-B610-250D14D3C6CA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1" creationId="{5E509C2D-8DAB-0EA8-69C1-CD5FBDC0CA99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2" creationId="{D01A238D-6443-C035-CAE5-735FF0A72CD1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3" creationId="{CB883B74-CCC3-267F-879B-6E31C682BBF9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4" creationId="{0938D0C8-530F-74A4-5DDA-53F633C3B75C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5" creationId="{F078A3F7-0EF9-6BD6-FA51-5EF3BED5335C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6" creationId="{F16F787E-B384-0939-6702-1AE0BE98783F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7" creationId="{C0C80491-9324-C4EB-E6E8-D8818BEFF806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8" creationId="{EB392CC7-C795-BDD6-0817-0EF98AF6F831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9" creationId="{7C0C4D14-7653-7789-DBD5-37562F7C1912}"/>
          </ac:spMkLst>
        </pc:spChg>
        <pc:spChg chg="del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830" creationId="{84DFEDDD-9E37-7A28-7A60-40EEE934DF68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31" creationId="{BFE08222-9D38-580E-DC8B-27F16FF406AF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836" creationId="{1A139E0F-7F12-4874-3688-16D256DC53E5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37" creationId="{D0B2FB7C-A560-47D6-D6B8-F0471059471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838" creationId="{E06E0CEF-24B1-B99A-6AD5-97C1B989ABC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1" creationId="{1FD9949C-66B3-23FC-12DC-F6E0B3C900C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2" creationId="{818CC5DE-AC59-B304-93C3-BFD2D576B94D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3" creationId="{8A8F4F96-66BD-80AE-C09A-C6D46E69E3DF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4" creationId="{B3911E1F-2BAA-1FF8-C952-BF8C931FE370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5" creationId="{45F88744-C6F2-1A04-AE04-E6FA719A8E23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6" creationId="{90F41530-0FE6-4033-7880-4965947C539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7" creationId="{91EDFECD-EF97-C747-47D3-650A8595F46B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8" creationId="{EEB4FB31-5EEA-2BC9-9D37-39C8A058351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3" creationId="{822FA28C-5C86-F644-79F0-4D8ABAB37BFF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4" creationId="{244E153B-77E1-24F7-AEFC-12FBD288AB3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5" creationId="{7C43D0CD-86BD-D519-40F2-808562C57339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6" creationId="{576AC3FF-78A7-FADE-3029-5A02F2471A6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9" creationId="{1C2EF112-305D-2431-1426-4A1657ED82F2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00" creationId="{02AA6CEE-E1C3-54B1-7539-053BFB479AA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85" creationId="{2EAB27D9-DD64-18D8-8A47-3E568B492A45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86" creationId="{DA42338F-F572-8FD4-E48E-70EB809B0298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7" creationId="{E29CB0AC-EC5D-2432-5B15-82FB6BA72E7E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8" creationId="{74664A5F-3A4B-F295-F801-5ACACF43AB20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9" creationId="{DFB0D602-E567-434C-5A86-3F6131258FC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62" creationId="{4DE46D91-B96D-2269-A85F-CEFFEFCF66F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87" creationId="{FC70856F-35BD-06DC-C51E-9B10F34DF31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6" creationId="{293BEE33-CFC8-2CE8-9212-09A339F1017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7" creationId="{DBE8F75C-EB2B-5926-8E24-4923213B14A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8" creationId="{4F4981B7-5BDE-4F3C-B42E-0B5D5AD1794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9" creationId="{81A85DEB-846B-F89F-AB1F-90F5AF6297B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08" creationId="{54E3F4D5-A234-82D6-DEBB-3C71A9E5BC86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09" creationId="{5584188A-B793-FEA3-DB61-00DDD9C23AB5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0" creationId="{E9A7C75D-479D-976D-FC89-9151F9CD50D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1" creationId="{EE37B5F4-0300-61C2-4ABD-1A65B106228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2" creationId="{E22DC0A7-37AD-DC7B-7CEC-C8EE56949FF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4" creationId="{3C48C814-CE33-3808-0C50-F3CFD420760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9" creationId="{65F8B4D0-CFC7-5295-A7EE-0B9D03B43E3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0" creationId="{112CAFE5-0606-1B22-531D-0173993B38F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5" creationId="{E8841289-6B95-00A9-936F-9249FC7BB10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6" creationId="{1D719038-624E-054B-0329-A0D4C4E968C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7" creationId="{A389D177-B57F-6AB6-0EEF-407286CB87C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8" creationId="{DE44CD3D-2077-1E66-D908-F717DD44B60C}"/>
          </ac:spMkLst>
        </pc:spChg>
        <pc:spChg chg="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12:29:35.179" v="8704" actId="1076"/>
          <ac:spMkLst>
            <pc:docMk/>
            <pc:sldMk cId="4069627243" sldId="843"/>
            <ac:spMk id="1183" creationId="{FD92B8F1-9859-5CAB-EA5B-EE8E5D3047FB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84" creationId="{E191994E-2418-3CEA-B9C0-D0E00CB92051}"/>
          </ac:spMkLst>
        </pc:spChg>
        <pc:spChg chg="del mod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1186" creationId="{90E593EC-C61F-B19E-7AFF-D39BDE03F92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87" creationId="{7B0088A4-84DB-B75B-DAE2-0308DD939DEF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90" creationId="{5A36535F-C93F-AE3F-65AE-4108FD913E37}"/>
          </ac:spMkLst>
        </pc:spChg>
        <pc:spChg chg="del">
          <ac:chgData name="이민재" userId="f97f16f7-28a5-49bd-9e05-fb3ef63d7997" providerId="ADAL" clId="{9BD091B5-BB1A-44A0-8AB3-204ECA7231B1}" dt="2023-07-31T10:58:32.240" v="7281" actId="478"/>
          <ac:spMkLst>
            <pc:docMk/>
            <pc:sldMk cId="4069627243" sldId="843"/>
            <ac:spMk id="1191" creationId="{BDC7178D-9160-B298-FBF3-C5156AC804AF}"/>
          </ac:spMkLst>
        </pc:spChg>
        <pc:spChg chg="mod">
          <ac:chgData name="이민재" userId="f97f16f7-28a5-49bd-9e05-fb3ef63d7997" providerId="ADAL" clId="{9BD091B5-BB1A-44A0-8AB3-204ECA7231B1}" dt="2023-07-31T14:00:16.959" v="9205" actId="1076"/>
          <ac:spMkLst>
            <pc:docMk/>
            <pc:sldMk cId="4069627243" sldId="843"/>
            <ac:spMk id="1192" creationId="{4BC79666-9F72-B701-E2C8-232BE881D88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01" creationId="{5E5BC9DE-ECE1-B252-D607-FB256898991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29" creationId="{DA683BC0-F716-E21A-5FDE-BFD8F487A1D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0" creationId="{4F2669E3-7C0E-B98B-6106-754BF0D1B9BB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1" creationId="{99FCBE15-65E1-C50E-7EE2-D538E253E30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2" creationId="{C28B2EBF-5D79-C607-8D04-C06EB8C4776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3" creationId="{006B1916-A3B6-9375-8068-D78A4B97CE4C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4" creationId="{36D39B24-F002-8CB7-48D3-674841A7C6AD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5" creationId="{85EF9080-6E2E-1848-73A9-BA20BEFE816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6" creationId="{664B6AD6-EA13-F183-5333-8C51017402A9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7" creationId="{2FD959C6-4216-2C93-7BAA-58F438260083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8" creationId="{113CABCD-8457-CDBD-BAED-6A06244E285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9" creationId="{E0E45D20-212E-802D-3CCF-EE184B2070F0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0" creationId="{DB9F9D2B-D01D-E54C-A8EF-C5FE92DFB898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1" creationId="{8906E880-F433-D56C-B035-7970E820642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2" creationId="{7E78637C-EF8E-3E03-AEDD-C7CBC1D871A5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3" creationId="{63E02A46-E6ED-BE62-2752-36E7BCC8E88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4" creationId="{81EF2E44-B548-0E23-8C6C-7957F033855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5" creationId="{758145A1-5066-8A24-8864-D2DD388C0A3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6" creationId="{BA03232A-C554-5CBC-D24F-E6B0CEBC965F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7" creationId="{22BED72A-8D3E-F996-9D47-F9F0E30894F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8" creationId="{BF4771C9-02A9-B177-1FE4-885F4AC42C8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9" creationId="{885C02C2-51A0-EF76-1AD5-3CE0A6429B2C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0" creationId="{5B44CFD1-5E09-00EC-FEED-E7B2D69787A3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1" creationId="{E1710E59-C0B4-5E78-596A-E3A00E85386B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2" creationId="{A1B9711A-62D0-C89D-7181-BBF97CAB9CB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3" creationId="{7A8B568D-2B2E-E9CC-186E-5D66D739A4D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4" creationId="{2073B604-3E67-0666-70DF-DA7DCAD4BEE8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5" creationId="{C62C2A59-355C-DE06-5AF6-50A84B0CAE1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6" creationId="{45542484-EDBA-CBC7-C9E9-87F52EF3297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7" creationId="{2C2F851B-27F3-8FFC-0A6A-7499C23F3B7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8" creationId="{9B1A0A27-4EAC-9A76-E07F-7DE1083C621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9" creationId="{EE12B16A-A4A2-E4CC-04E9-308A5CD6D12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60" creationId="{EFABBD82-47A7-DB4D-9967-D88B842486B4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267" creationId="{54A740C5-63D7-4538-E07F-C1EF7B5E97C8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08" creationId="{AE3BA44F-EE74-86A4-B6EA-0657B83F99A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18" creationId="{B4C57C81-118D-3A6F-ADF7-CA45CD72EBB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2" creationId="{9176FB2D-5651-667D-F75E-C4EE5BBE313F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3" creationId="{2C5BCB48-39A3-8F73-7EE1-CBE68608593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4" creationId="{7E415426-C7F7-F614-434B-E664E9427CA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5" creationId="{3D9FBC44-2E10-245C-1CEF-BA92A70EEEA3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6" creationId="{5DBCAE37-B2D6-A96F-8885-B2F076E6252C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7" creationId="{E77CFFF6-0870-2B06-31D0-DC483FEC5F1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8" creationId="{E149AC1D-C235-29B3-5263-6B07DF25228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9" creationId="{0B80B832-9B73-650A-5E94-8AE24848E80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0" creationId="{A386C59F-47A7-E1B1-C1C0-8056F8EB448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1" creationId="{B8F4D064-7803-297E-0B9D-3869D6F7039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2" creationId="{AE142972-7524-41A5-E821-C0C6EF775CBB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3" creationId="{F709EB1A-DDCD-8AC1-3274-7150A2DF7375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4" creationId="{3F42F709-38E7-57EF-E76E-F8BEF4081C0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5" creationId="{2539AB23-3A2C-0878-0B5C-F37D9D38547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6" creationId="{688F7359-9AAA-1683-EF39-A9139EE9A6C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7" creationId="{FEFF1E09-17F8-9785-E918-43213CAA816C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3" creationId="{CBAF65EA-5947-11E9-88D7-E5D97D3816C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4" creationId="{FCDFFC38-7BA3-D5C1-CFF9-AA469C089A6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5" creationId="{30000605-8CD7-396B-3EFA-7E09FCC3942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6" creationId="{0F62413C-2163-CE0F-C3AE-8DC2F5B4FA85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7" creationId="{7EE61041-A01E-759C-C8B9-99F5B5A9FED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8" creationId="{6A1E8FD7-32D3-F578-6ADB-F8E09C23BCB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9" creationId="{D284EF0B-4E5E-2615-1652-1F31D666C059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0" creationId="{FCB3C962-6615-23C2-84AD-0C6426C2022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1" creationId="{8CE3FA86-D28A-E383-302B-9AF3D6C4314B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2" creationId="{6AAFFCDC-9402-6F10-74D9-51C0EFA892E0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3" creationId="{85B733A1-1740-87E6-B2F7-6BA6CD3C041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4" creationId="{FFDABE82-2A9B-A3D0-F13D-4DF2173CE54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5" creationId="{F5BAFED5-2B97-7BDC-BBFC-CC61661213A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6" creationId="{1C8A048D-46E7-9C1B-21E1-9FF843A6C213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7" creationId="{167102A8-3E52-8AE2-CFD1-249CEED5B7D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8" creationId="{AB9870C6-D05A-583F-6136-720961D7791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382" creationId="{3365CB4E-041C-AA8B-4AF6-F2C2CE529DE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383" creationId="{B25EF692-B07D-1CF9-4297-78A5DBE7B7C1}"/>
          </ac:spMkLst>
        </pc:spChg>
        <pc:spChg chg="del mod">
          <ac:chgData name="이민재" userId="f97f16f7-28a5-49bd-9e05-fb3ef63d7997" providerId="ADAL" clId="{9BD091B5-BB1A-44A0-8AB3-204ECA7231B1}" dt="2023-07-31T11:33:48.248" v="7974" actId="478"/>
          <ac:spMkLst>
            <pc:docMk/>
            <pc:sldMk cId="4069627243" sldId="843"/>
            <ac:spMk id="1389" creationId="{9C2D7519-A1E0-0394-8A60-BD161BE07F5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17" creationId="{CE666C54-76A2-4185-5A1B-ED417F66FE6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38" creationId="{6531B7A4-B65A-0021-12A8-9502048F8E7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39" creationId="{6924F364-CCB5-A0AA-AD6E-ACB1D00A2B8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0" creationId="{FE44356E-69BA-D4B3-45A6-62DBD4DA85FC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1" creationId="{3A0E0DFA-C308-A416-41A3-EDB6BC671A3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2" creationId="{93733FB0-3591-5939-82EF-ABBA37999A8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3" creationId="{3F59D076-8A89-B77D-26B4-CD95951DAA9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4" creationId="{19CCDD4D-A908-9900-D549-52CD514F9DB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5" creationId="{96249720-E7B6-26F0-D1A1-CA032DCEDAE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6" creationId="{AABF7573-B4AE-6ACB-4873-64EBD0AAA1D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7" creationId="{37C191B5-1FA2-FAFE-B5F9-1ADA6B2769E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8" creationId="{EA256D26-DF80-7669-D46A-3BDED8FA01E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9" creationId="{CB5AF642-ECFF-F172-214D-648243E3140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0" creationId="{C61602A5-1401-A952-5021-CC6D964C539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1" creationId="{9A7AD385-B27C-1A3E-063D-6BBBE1A415D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2" creationId="{8BAB3FD3-8534-F54D-9CCE-310475030F5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3" creationId="{ACF96459-CB48-AEAF-9E79-607FE443374C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4" creationId="{9284140B-64F6-D3B1-11AA-A06A2DE7EF2A}"/>
          </ac:spMkLst>
        </pc:spChg>
        <pc:spChg chg="add mod">
          <ac:chgData name="이민재" userId="f97f16f7-28a5-49bd-9e05-fb3ef63d7997" providerId="ADAL" clId="{9BD091B5-BB1A-44A0-8AB3-204ECA7231B1}" dt="2023-07-31T12:26:21.326" v="8638" actId="1076"/>
          <ac:spMkLst>
            <pc:docMk/>
            <pc:sldMk cId="4069627243" sldId="843"/>
            <ac:spMk id="1455" creationId="{4598FF46-1E4A-3FC1-B3A2-6089DB2BCCF8}"/>
          </ac:spMkLst>
        </pc:spChg>
        <pc:spChg chg="add del mod">
          <ac:chgData name="이민재" userId="f97f16f7-28a5-49bd-9e05-fb3ef63d7997" providerId="ADAL" clId="{9BD091B5-BB1A-44A0-8AB3-204ECA7231B1}" dt="2023-07-31T12:26:21.326" v="8638" actId="1076"/>
          <ac:spMkLst>
            <pc:docMk/>
            <pc:sldMk cId="4069627243" sldId="843"/>
            <ac:spMk id="1457" creationId="{0CDE57DA-57D0-B883-38F9-5BF9DCDA6BFF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59" creationId="{32618184-6D89-0B7F-0B75-652DFC4EED4F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1" creationId="{A9CE9F13-6E7B-8BEA-5FD4-36CEFBAA4EC8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2" creationId="{CB1A82A9-C558-A082-BC47-26082F99CBEE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3" creationId="{B760FC4B-C283-8F88-08B3-611936C073DD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6" creationId="{FB769AFA-5980-98BD-C477-10258AE56975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7" creationId="{1CA4A384-414F-1FDB-6966-CFA190F178C4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9" creationId="{7E0FFF06-4B18-37CF-524F-05644E5E7808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70" creationId="{F8B7D665-E0FA-091C-1782-035F7E4B315E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72" creationId="{98CA090B-7CC2-8C52-D41C-30A831795FA1}"/>
          </ac:spMkLst>
        </pc:spChg>
        <pc:spChg chg="add mod">
          <ac:chgData name="이민재" userId="f97f16f7-28a5-49bd-9e05-fb3ef63d7997" providerId="ADAL" clId="{9BD091B5-BB1A-44A0-8AB3-204ECA7231B1}" dt="2023-07-31T12:27:16.713" v="8650" actId="1038"/>
          <ac:spMkLst>
            <pc:docMk/>
            <pc:sldMk cId="4069627243" sldId="843"/>
            <ac:spMk id="1473" creationId="{3FBE80C9-2450-F761-DEAD-F6520B2AEC75}"/>
          </ac:spMkLst>
        </pc:s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5" creationId="{2033147C-E022-D871-DFE3-274D50132FB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20" creationId="{955D1068-61C2-7DFA-5DC8-845F23BB07AF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25" creationId="{497DE9A5-4775-F48C-1492-6F6062BF17BE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33" creationId="{EEA156FD-A898-E5DE-1013-83F78BC6688E}"/>
          </ac:grpSpMkLst>
        </pc:grpChg>
        <pc:grpChg chg="add del mod">
          <ac:chgData name="이민재" userId="f97f16f7-28a5-49bd-9e05-fb3ef63d7997" providerId="ADAL" clId="{9BD091B5-BB1A-44A0-8AB3-204ECA7231B1}" dt="2023-07-31T11:06:56.009" v="7420" actId="478"/>
          <ac:grpSpMkLst>
            <pc:docMk/>
            <pc:sldMk cId="4069627243" sldId="843"/>
            <ac:grpSpMk id="55" creationId="{3383F4F9-DA85-5AE3-CBD5-D1CE878A0A0F}"/>
          </ac:grpSpMkLst>
        </pc:grpChg>
        <pc:grpChg chg="add del mod">
          <ac:chgData name="이민재" userId="f97f16f7-28a5-49bd-9e05-fb3ef63d7997" providerId="ADAL" clId="{9BD091B5-BB1A-44A0-8AB3-204ECA7231B1}" dt="2023-07-31T11:06:56.662" v="7421" actId="478"/>
          <ac:grpSpMkLst>
            <pc:docMk/>
            <pc:sldMk cId="4069627243" sldId="843"/>
            <ac:grpSpMk id="60" creationId="{D7DFDD91-2BE9-C98B-EBD8-D1DD38C58324}"/>
          </ac:grpSpMkLst>
        </pc:grpChg>
        <pc:grpChg chg="add del mod">
          <ac:chgData name="이민재" userId="f97f16f7-28a5-49bd-9e05-fb3ef63d7997" providerId="ADAL" clId="{9BD091B5-BB1A-44A0-8AB3-204ECA7231B1}" dt="2023-07-31T11:06:57.255" v="7422" actId="478"/>
          <ac:grpSpMkLst>
            <pc:docMk/>
            <pc:sldMk cId="4069627243" sldId="843"/>
            <ac:grpSpMk id="65" creationId="{A444F07E-5CC3-AC38-F653-D1ECA67066FD}"/>
          </ac:grpSpMkLst>
        </pc:grpChg>
        <pc:grpChg chg="add del mod">
          <ac:chgData name="이민재" userId="f97f16f7-28a5-49bd-9e05-fb3ef63d7997" providerId="ADAL" clId="{9BD091B5-BB1A-44A0-8AB3-204ECA7231B1}" dt="2023-07-31T11:06:55.370" v="7419" actId="478"/>
          <ac:grpSpMkLst>
            <pc:docMk/>
            <pc:sldMk cId="4069627243" sldId="843"/>
            <ac:grpSpMk id="70" creationId="{64430B15-132E-100C-1546-B52E5B600312}"/>
          </ac:grpSpMkLst>
        </pc:grpChg>
        <pc:grpChg chg="add del mod">
          <ac:chgData name="이민재" userId="f97f16f7-28a5-49bd-9e05-fb3ef63d7997" providerId="ADAL" clId="{9BD091B5-BB1A-44A0-8AB3-204ECA7231B1}" dt="2023-07-31T11:06:35.912" v="7415" actId="165"/>
          <ac:grpSpMkLst>
            <pc:docMk/>
            <pc:sldMk cId="4069627243" sldId="843"/>
            <ac:grpSpMk id="94" creationId="{BF76BB9A-E7A4-0A78-0BA0-9CCB855E9ABB}"/>
          </ac:grpSpMkLst>
        </pc:grpChg>
        <pc:grpChg chg="mod">
          <ac:chgData name="이민재" userId="f97f16f7-28a5-49bd-9e05-fb3ef63d7997" providerId="ADAL" clId="{9BD091B5-BB1A-44A0-8AB3-204ECA7231B1}" dt="2023-07-31T12:23:53.248" v="8625" actId="1035"/>
          <ac:grpSpMkLst>
            <pc:docMk/>
            <pc:sldMk cId="4069627243" sldId="843"/>
            <ac:grpSpMk id="99" creationId="{B201FCB5-3CA8-D434-3252-9ADB82EA800F}"/>
          </ac:grpSpMkLst>
        </pc:grpChg>
        <pc:grpChg chg="add del mod">
          <ac:chgData name="이민재" userId="f97f16f7-28a5-49bd-9e05-fb3ef63d7997" providerId="ADAL" clId="{9BD091B5-BB1A-44A0-8AB3-204ECA7231B1}" dt="2023-07-31T11:07:35.944" v="7428" actId="165"/>
          <ac:grpSpMkLst>
            <pc:docMk/>
            <pc:sldMk cId="4069627243" sldId="843"/>
            <ac:grpSpMk id="165" creationId="{EE7851EE-83C6-6C32-653C-9242D728E77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66" creationId="{5DD453CA-6104-92F5-36F3-228DFE37DDA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67" creationId="{1057A3BA-73D6-420E-BC13-BEDABC87D7F6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72" creationId="{E0A8CE66-CB29-0F76-4AD2-D8B6F1319446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77" creationId="{265CC28B-9207-69FC-F8D3-A228160B9A9C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52" creationId="{FEAA293D-6E97-5707-86C0-A9A1D7539DFE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58" creationId="{6CE002B9-06A7-CF73-CD30-CB440E6CA9E7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65" creationId="{FCA5BC05-44F4-90A7-B0AA-7543B9776B5D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70" creationId="{9D62EFE8-7EA8-B290-D73E-29B23770BD1D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76" creationId="{80B24103-D8E6-57A0-4CD2-0D21AD9DA4FC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81" creationId="{AEFC95DB-75D7-7122-0923-6177AAF58CD8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86" creationId="{9AC683E5-1C2C-A400-33AD-3EE9AF4C1621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91" creationId="{5EFFD3D3-9A05-4C1C-3044-EA303FAB1D13}"/>
          </ac:grpSpMkLst>
        </pc:grpChg>
        <pc:grpChg chg="add mod">
          <ac:chgData name="이민재" userId="f97f16f7-28a5-49bd-9e05-fb3ef63d7997" providerId="ADAL" clId="{9BD091B5-BB1A-44A0-8AB3-204ECA7231B1}" dt="2023-07-31T12:30:03.789" v="8706" actId="1076"/>
          <ac:grpSpMkLst>
            <pc:docMk/>
            <pc:sldMk cId="4069627243" sldId="843"/>
            <ac:grpSpMk id="391" creationId="{6B517274-2352-C163-A575-F9314ABF6A8C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08" creationId="{D1B55326-4D2C-3FF1-DF0B-4472DB7FE555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13" creationId="{6E1905D2-37EE-04EF-13A4-117D33E80479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18" creationId="{9A524203-29A2-2C25-696E-1EF5E1076FCF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31" creationId="{12DE47D1-A31D-3241-CAC0-4A1B7C2FE007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38" creationId="{202164C1-526E-762E-982A-D4CFDADAC2CF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46" creationId="{2B2A3144-F484-1523-30BC-A8E08F22FE6D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51" creationId="{B1A514C8-A689-13EE-3390-C99B91714798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56" creationId="{AD006B44-1705-913F-2277-31E67813B6AC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593" creationId="{4CBC3F93-76A7-D2B7-8232-C46789D58522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28" creationId="{8404CD05-60F2-44ED-4ABE-17ECC96EBB5A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33" creationId="{08A568D5-B0EF-81CE-CB9A-9185D949B3E0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38" creationId="{93E364D5-9FBC-E57D-20D7-3A4B71BA0F39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43" creationId="{750F5AA3-166F-50D4-E2C9-22CE73811D85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49" creationId="{ADE3148D-833E-31A8-0A71-0AD0E68758E8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54" creationId="{0D274143-8CEC-9BAE-50CA-D691774EBF25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59" creationId="{D9FD3C6A-146F-564D-74D4-F0F66DE9B33D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64" creationId="{DBFB4873-C0B7-7F45-5529-95691264062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708" creationId="{B9F95927-4AF2-E634-8DB3-14DE0215E931}"/>
          </ac:grpSpMkLst>
        </pc:grpChg>
        <pc:grpChg chg="add del mod">
          <ac:chgData name="이민재" userId="f97f16f7-28a5-49bd-9e05-fb3ef63d7997" providerId="ADAL" clId="{9BD091B5-BB1A-44A0-8AB3-204ECA7231B1}" dt="2023-07-31T11:38:48.319" v="8045" actId="478"/>
          <ac:grpSpMkLst>
            <pc:docMk/>
            <pc:sldMk cId="4069627243" sldId="843"/>
            <ac:grpSpMk id="746" creationId="{5698E98D-2893-4A82-B9D7-3D187437D5BC}"/>
          </ac:grpSpMkLst>
        </pc:grpChg>
        <pc:grpChg chg="add del mod">
          <ac:chgData name="이민재" userId="f97f16f7-28a5-49bd-9e05-fb3ef63d7997" providerId="ADAL" clId="{9BD091B5-BB1A-44A0-8AB3-204ECA7231B1}" dt="2023-07-31T11:38:49.088" v="8046" actId="478"/>
          <ac:grpSpMkLst>
            <pc:docMk/>
            <pc:sldMk cId="4069627243" sldId="843"/>
            <ac:grpSpMk id="751" creationId="{31FD9800-FB73-455B-719A-55BAF9169F2B}"/>
          </ac:grpSpMkLst>
        </pc:grpChg>
        <pc:grpChg chg="add del mod">
          <ac:chgData name="이민재" userId="f97f16f7-28a5-49bd-9e05-fb3ef63d7997" providerId="ADAL" clId="{9BD091B5-BB1A-44A0-8AB3-204ECA7231B1}" dt="2023-07-31T11:38:49.913" v="8047" actId="478"/>
          <ac:grpSpMkLst>
            <pc:docMk/>
            <pc:sldMk cId="4069627243" sldId="843"/>
            <ac:grpSpMk id="756" creationId="{A5FB82F9-3EC4-1016-43DA-72ED8724A731}"/>
          </ac:grpSpMkLst>
        </pc:grpChg>
        <pc:grpChg chg="add del mod">
          <ac:chgData name="이민재" userId="f97f16f7-28a5-49bd-9e05-fb3ef63d7997" providerId="ADAL" clId="{9BD091B5-BB1A-44A0-8AB3-204ECA7231B1}" dt="2023-07-31T11:38:50.658" v="8048" actId="478"/>
          <ac:grpSpMkLst>
            <pc:docMk/>
            <pc:sldMk cId="4069627243" sldId="843"/>
            <ac:grpSpMk id="761" creationId="{949E782A-3196-8203-5162-387F6C0E1627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79" creationId="{523528F8-80D4-5D5A-2F30-1B4D605E3DEE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84" creationId="{31CFF7B8-1A23-866F-F41B-20EC0F70A907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89" creationId="{C8D285C5-59BE-713D-AB3E-2D527FD5810C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94" creationId="{FDB579A2-3AE4-495D-FFD2-8FBA04834765}"/>
          </ac:grpSpMkLst>
        </pc:grpChg>
        <pc:grpChg chg="add del mod">
          <ac:chgData name="이민재" userId="f97f16f7-28a5-49bd-9e05-fb3ef63d7997" providerId="ADAL" clId="{9BD091B5-BB1A-44A0-8AB3-204ECA7231B1}" dt="2023-07-31T11:47:15.541" v="8193"/>
          <ac:grpSpMkLst>
            <pc:docMk/>
            <pc:sldMk cId="4069627243" sldId="843"/>
            <ac:grpSpMk id="839" creationId="{DDBA8191-5B81-D7C3-C93E-00A00A51783D}"/>
          </ac:grpSpMkLst>
        </pc:grpChg>
        <pc:grpChg chg="add del mod">
          <ac:chgData name="이민재" userId="f97f16f7-28a5-49bd-9e05-fb3ef63d7997" providerId="ADAL" clId="{9BD091B5-BB1A-44A0-8AB3-204ECA7231B1}" dt="2023-07-31T11:58:11.951" v="8318" actId="165"/>
          <ac:grpSpMkLst>
            <pc:docMk/>
            <pc:sldMk cId="4069627243" sldId="843"/>
            <ac:grpSpMk id="991" creationId="{63757AFD-D3FF-956F-E6D3-1F6EDD4BFAE8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63" creationId="{2EFD627A-A5D9-9F5D-DD73-18715C1232D6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68" creationId="{54925E1A-70C5-9AC5-161E-A98E94F4DE46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73" creationId="{FBCDB640-553D-3199-15A8-6548D7C3D470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78" creationId="{CC68B0FD-BC58-7341-7668-A170F5559B49}"/>
          </ac:grpSpMkLst>
        </pc:grpChg>
        <pc:grpChg chg="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118" creationId="{E9023ACF-E747-75E6-5421-C497BF0781AD}"/>
          </ac:grpSpMkLst>
        </pc:grpChg>
        <pc:grpChg chg="del mod">
          <ac:chgData name="이민재" userId="f97f16f7-28a5-49bd-9e05-fb3ef63d7997" providerId="ADAL" clId="{9BD091B5-BB1A-44A0-8AB3-204ECA7231B1}" dt="2023-07-31T11:22:36.086" v="7719" actId="478"/>
          <ac:grpSpMkLst>
            <pc:docMk/>
            <pc:sldMk cId="4069627243" sldId="843"/>
            <ac:grpSpMk id="1129" creationId="{02BFD809-52DA-E00E-A194-210906413EC9}"/>
          </ac:grpSpMkLst>
        </pc:grpChg>
        <pc:grpChg chg="del mod">
          <ac:chgData name="이민재" userId="f97f16f7-28a5-49bd-9e05-fb3ef63d7997" providerId="ADAL" clId="{9BD091B5-BB1A-44A0-8AB3-204ECA7231B1}" dt="2023-07-31T11:22:37.141" v="7720" actId="478"/>
          <ac:grpSpMkLst>
            <pc:docMk/>
            <pc:sldMk cId="4069627243" sldId="843"/>
            <ac:grpSpMk id="1130" creationId="{C03855E4-B4D1-7643-5FB4-36CE72896CB0}"/>
          </ac:grpSpMkLst>
        </pc:grpChg>
        <pc:grpChg chg="del mod">
          <ac:chgData name="이민재" userId="f97f16f7-28a5-49bd-9e05-fb3ef63d7997" providerId="ADAL" clId="{9BD091B5-BB1A-44A0-8AB3-204ECA7231B1}" dt="2023-07-31T11:22:37.679" v="7721" actId="478"/>
          <ac:grpSpMkLst>
            <pc:docMk/>
            <pc:sldMk cId="4069627243" sldId="843"/>
            <ac:grpSpMk id="1142" creationId="{6316E983-5AA9-B0B4-3846-FC385BED0A25}"/>
          </ac:grpSpMkLst>
        </pc:grpChg>
        <pc:grpChg chg="del mod">
          <ac:chgData name="이민재" userId="f97f16f7-28a5-49bd-9e05-fb3ef63d7997" providerId="ADAL" clId="{9BD091B5-BB1A-44A0-8AB3-204ECA7231B1}" dt="2023-07-31T11:22:38.245" v="7722" actId="478"/>
          <ac:grpSpMkLst>
            <pc:docMk/>
            <pc:sldMk cId="4069627243" sldId="843"/>
            <ac:grpSpMk id="1147" creationId="{35EE5AC9-48B8-A485-F41C-94A4DE57DCB2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09" creationId="{A47AAE26-19E3-F283-7A3D-CAD35C9712B1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14" creationId="{8EC759A1-F8C6-3317-7C76-8EB6B98C75E4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19" creationId="{86EDF1C0-F84C-A609-9C65-4D2A70750849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24" creationId="{E44EE5D8-4FEC-7E1D-D83D-E642D9596D37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61" creationId="{26803EAC-C750-51F9-D2AF-9714AB28B567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293" creationId="{8CA79A69-158B-2CF3-DCAD-E13EF987F0C0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298" creationId="{63040E16-7772-FD2C-7947-72274A7447CD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03" creationId="{DC4E7AFC-DC95-63FD-C981-D6810ABE2314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22" creationId="{88417041-49C1-CAFE-EA56-7DAA2F2D619C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27" creationId="{7DB545C6-B4A0-B7CF-C849-A09DAB8EEFD4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32" creationId="{A6C5C274-D9A7-EB19-19EB-7E93F1BC831D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37" creationId="{0681284B-4363-BFA9-5F6D-DA8693185428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58" creationId="{8AD734AC-A6CB-6EB8-C77E-DA000D645BB9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84" creationId="{C9A5CD69-3EE6-FE51-F3EC-3A92A6FDF673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397" creationId="{756821F2-0C60-65E4-7E8A-4E67A5000057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02" creationId="{33EE9E51-9097-5DF1-CD45-2F45890E3F9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07" creationId="{2FCEA5AB-FCC1-9BA6-1E54-DE691BF95BE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12" creationId="{144AEE23-63CD-3BF0-70AB-54637A0F324C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18" creationId="{0260F712-2848-615A-EF0A-9B1C992990C9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23" creationId="{92763263-4FA4-2774-0419-D1AEF25D1A78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28" creationId="{6BFB1509-CBC0-F7FE-B643-01D6EA0191A4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33" creationId="{9BC9BDD8-756B-B899-1E7F-1F85C1B2EFB3}"/>
          </ac:grpSpMkLst>
        </pc:grp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7" creationId="{4A1FA9E3-957C-91D2-9BDE-D6F6F686686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8" creationId="{0B3255C7-5468-F36E-4650-64E11F32F15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9" creationId="{EAAEFF0F-EA7F-30E8-874E-FACD3C58D9D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0" creationId="{DA561076-49A9-606A-7871-F50E7EB2D37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1" creationId="{E25FC3F2-E977-F203-EC2E-8932D576A2A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2" creationId="{8231325B-B7AE-3C1E-701C-77F8640B3F8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4" creationId="{AAF91FA2-3378-D492-ACAE-F59D0DA74001}"/>
          </ac:graphicFrameMkLst>
        </pc:graphicFrameChg>
        <pc:graphicFrameChg chg="mod">
          <ac:chgData name="이민재" userId="f97f16f7-28a5-49bd-9e05-fb3ef63d7997" providerId="ADAL" clId="{9BD091B5-BB1A-44A0-8AB3-204ECA7231B1}" dt="2023-07-31T12:25:10.015" v="8629" actId="1076"/>
          <ac:graphicFrameMkLst>
            <pc:docMk/>
            <pc:sldMk cId="4069627243" sldId="843"/>
            <ac:graphicFrameMk id="95" creationId="{8EC8C7E6-47D7-7BB5-BBBA-08191996315C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2:29:35.179" v="8704" actId="1076"/>
          <ac:graphicFrameMkLst>
            <pc:docMk/>
            <pc:sldMk cId="4069627243" sldId="843"/>
            <ac:graphicFrameMk id="198" creationId="{F028508C-ED18-D920-1DE8-0C0A1A28C44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16:11.632" v="7659" actId="478"/>
          <ac:graphicFrameMkLst>
            <pc:docMk/>
            <pc:sldMk cId="4069627243" sldId="843"/>
            <ac:graphicFrameMk id="199" creationId="{F4A1137A-D1D4-C400-2730-B88159B2C89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1" creationId="{EE2F3739-E06F-F023-1EB7-6BB10072237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2" creationId="{811788B8-1D09-8DF2-EC2D-68B89F24C78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3" creationId="{1D6E7224-CB7A-10FE-B6C6-10AA3B539FA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4" creationId="{76E0930E-511A-475F-9F8B-D9DE2C01789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4" creationId="{88175895-4038-BF28-1E4D-DB7A18CC2E5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5" creationId="{1C03031F-3B3A-F2F1-44E6-D412E910D91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6" creationId="{89AEBFF9-B1C8-0320-DEE4-BAF77F6577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7" creationId="{C5D4633A-0145-FB61-E364-C90EFC946DB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7" creationId="{052C33E0-6E14-4A24-191D-DC909081839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8" creationId="{93FFB801-E319-DD09-D9C7-C6D224D5F85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9" creationId="{11374005-9761-E1EC-7DB2-59C894EDC10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0" creationId="{2CB09DEF-A575-599B-6F33-66D9FDCF66C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1" creationId="{D3F07538-61A7-61DD-DDC7-174B5270A1F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2" creationId="{14BE7B82-E45D-191F-3702-45DCA0D3FE4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3" creationId="{F9D90343-C467-5D7B-E096-7668FA1A00B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4" creationId="{C58AEFFF-9E84-471C-07E9-1CFC75654B9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5" creationId="{FB592E47-69E5-07F1-EF9C-C82593A42EB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6" creationId="{5D6A924C-135F-0260-EFF6-0BEAED4FD3E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7" creationId="{03DA8279-72A5-D2BF-962B-C722774BDFB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8" creationId="{3AFAAADA-42A7-55FF-0CD8-B85733001E5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39" creationId="{F11496C6-8363-BDF4-7858-9B7A6DCE989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0" creationId="{6468F053-AC5C-0961-6A3C-27EF793DCDB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1" creationId="{DC6FC872-B839-EEAA-844B-0302ED18BFC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2" creationId="{6239493C-FDDC-D860-A956-96F88B5F24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5" creationId="{F30F6093-7A5B-0CB2-D021-46A6E00ECD5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6" creationId="{B1D1EE47-4200-B8C2-9AA4-4ED7E46A839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7" creationId="{97379FAF-AFA3-44FB-C21B-DCDB93A4680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8" creationId="{132AAF5F-C8B2-7E29-6C90-D34A3E6E281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9" creationId="{F5F9A3D4-A45A-6B0A-EF6C-865D955D2A1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50" creationId="{D765DF44-8034-2A7E-C197-C56B4699591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51" creationId="{0FD9E068-B6C5-C6F7-1287-16C021CFF8A3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6" creationId="{E93792C8-E58E-CE3D-283C-5A90DE4DBED4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7" creationId="{97DD16F6-9590-881B-19D1-B3BE32704086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8" creationId="{60BB3CEA-BEBB-9387-69FA-2701748EA33E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9" creationId="{EC59782B-A0CF-BD33-27F5-EB53D3E3D1B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7" creationId="{6DA42268-A0CF-B069-7027-51B48AB085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8" creationId="{3B4DB4DB-1429-86CA-E86F-8DD86AAA0E0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9" creationId="{6C60A8E5-E2D3-A384-1EC6-02DC0CA3A9A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0" creationId="{588453A5-6DB2-A707-5216-43AD2E0BC2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1" creationId="{C48A355B-C80B-37DD-5E96-1B235470A50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2" creationId="{37D7501B-3548-5D07-CCFF-9A3061301C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3" creationId="{695C4474-9AF0-7347-400F-A40A2384AE4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4" creationId="{F7A691E1-2EEC-3908-FF7A-9AC0B8DF3EC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5" creationId="{1225ABCE-605C-772F-6295-4334086EB60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6" creationId="{1D355454-9D4D-0327-056C-11FB4B0F7EE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7" creationId="{38756461-8861-1B6D-3F08-5C483E94D72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8" creationId="{B1346572-ABCA-7C24-2B09-2E95F83F441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39" creationId="{EDAA55B3-5161-7F9F-9451-F0AD0BFAC92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0" creationId="{6A9D054D-3E9B-BDEE-0511-C5FD3EF91C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1" creationId="{70B17AEB-0E3A-7BD5-B08E-EBF677FCA0F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2" creationId="{30AE9465-7911-6711-A4F2-B0221C42670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3" creationId="{72494DD5-617F-B7C4-99CC-967EEF9727B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4" creationId="{2472BB68-199A-85EF-FB19-14F83F452F76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445" creationId="{782454D6-BCC9-6EF7-7F77-AD647CF1CA7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6" creationId="{FD42D85A-CA44-B18C-2A52-90E87C88140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8" creationId="{0B56677C-2E57-1B48-E8B5-6FD20E8F96B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49" creationId="{FE3415BF-78E1-7B67-0B6C-4C35F96F958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3" creationId="{7E6AA9CE-821A-5B33-CD97-8AA8120B13E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59" creationId="{A9F291CB-4F58-E722-1C4D-2001BBEE107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60" creationId="{7E469ED3-F4E0-42B8-D71C-3E414E5951E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81" creationId="{34DAEB50-E861-8F24-72F8-E4F24C0B7F7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2" creationId="{8AFC328E-FF12-5D13-ACAF-BD21AF3516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3" creationId="{16E96274-8394-B5B9-6E0A-B6056B53BC32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8" creationId="{D80CDE98-8E2B-D706-2C82-880AB69412C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9" creationId="{279C487A-DCF8-E62E-9BEC-C21CA9763BB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0" creationId="{2383E5B5-11DB-7B34-C2CC-1481A146C4A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1" creationId="{CD722241-250A-6ADB-38B9-5AB4ADAEB08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3" creationId="{EC323E59-36B9-2BD2-A19C-689F50A8079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4" creationId="{79ED87D9-AFF7-3F24-0132-E721198E903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5" creationId="{2660C873-1C56-7CBF-49F1-657FFCADB27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6" creationId="{2D3A80F1-900A-1F33-01EF-36D390F3B56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7" creationId="{A9020836-998B-F44B-C623-FBD78A1B1E9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8" creationId="{F4408689-5406-079A-65E0-23A12B7F7ED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1" creationId="{B393EE56-B087-279A-A78E-0C9ABC2CE2D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2" creationId="{2A7B2818-9BB6-DA2D-69B7-B69B2B141F7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3" creationId="{A83CC4E7-ED9E-21F9-D81B-80B1CDFFE0B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4" creationId="{48DF99D3-8F29-6D24-925A-6D734FF151F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5" creationId="{EAA6E025-6209-1E58-C9C2-5B83C46A52B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6" creationId="{6ED657BB-2CD3-BDD3-A97C-A9CF721B883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7" creationId="{9CD15AAC-D2D7-EBEA-D0BC-94F285FBF4CF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3" creationId="{AA54534F-9043-BEB1-44C4-2D9ABA7629C0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5" creationId="{09C74480-E3E3-69E8-3748-78C32DDAC836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7" creationId="{9BB1EAF8-7469-9DC8-9DC2-7096B5D0DEE9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9" creationId="{1D661787-F77A-B129-CBFE-56DC89A1DE5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597" creationId="{6A37E410-525B-434D-4BE0-02C3769FBC3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3" creationId="{F9CFA640-B2CF-7A63-DD36-2332EE1D6B62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4" creationId="{22118CFD-6FAA-FA53-18ED-2D977EAE88F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5" creationId="{6AB21562-8AA6-9E06-1501-61E6A107811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6" creationId="{A3186B86-2583-20FB-F74E-5EC5113B670C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7" creationId="{1E75390A-BFCE-2065-7F90-0F6CCACCB57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8" creationId="{E2994DCD-71B1-A93C-8EB9-87480C91BEC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9" creationId="{08DC5BD3-1089-CC13-86F7-7872891E1CEE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0" creationId="{557E0C01-5BDC-992B-9658-EDFF1686160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1" creationId="{9C7795E5-8AED-598A-D6B6-C6A13D0F5F0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2" creationId="{B21CB04D-3B94-8D86-4385-EB6D8E4A6358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3" creationId="{62C2A352-0DD5-B3F4-E8BB-7205F892C6BF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4" creationId="{7EC81D72-6D73-7A95-8030-69E2C0C0539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5" creationId="{A58B3A72-2A30-F31C-ACF8-A4072CF80BA3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6" creationId="{3BF88B0C-64D8-7FA2-F19D-05928BA8AFE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7" creationId="{53C1404E-6528-29B1-2276-0BDE1B6C0251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8" creationId="{65E01380-F4F3-3ED0-B2D1-8B6713ED902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1" creationId="{7C794E2C-6FF0-9E82-633D-F3F9389736C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2" creationId="{7F61FBE3-8E02-A431-B350-340649BF558A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3" creationId="{01F000CA-A785-AB5F-5242-3910C464779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4" creationId="{B5A4C554-E6D3-EE9A-0671-1EE41E4E0D9D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5" creationId="{6B8971D6-1624-2BDB-B6CF-D8929DA7ED0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6" creationId="{93388749-233D-B3EA-C6B1-F08D7D68D55A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7" creationId="{2013127A-FABC-0302-57D9-F94919797211}"/>
          </ac:graphicFrameMkLst>
        </pc:graphicFrameChg>
        <pc:graphicFrameChg chg="del">
          <ac:chgData name="이민재" userId="f97f16f7-28a5-49bd-9e05-fb3ef63d7997" providerId="ADAL" clId="{9BD091B5-BB1A-44A0-8AB3-204ECA7231B1}" dt="2023-07-31T10:58:21.287" v="7279" actId="478"/>
          <ac:graphicFrameMkLst>
            <pc:docMk/>
            <pc:sldMk cId="4069627243" sldId="843"/>
            <ac:graphicFrameMk id="668" creationId="{036ECEDB-548C-3865-7BF9-908C06BD594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713" creationId="{6AFEBEBA-E6EC-0737-CDF6-7DC5E24989EC}"/>
          </ac:graphicFrameMkLst>
        </pc:graphicFrameChg>
        <pc:graphicFrameChg chg="mod">
          <ac:chgData name="이민재" userId="f97f16f7-28a5-49bd-9e05-fb3ef63d7997" providerId="ADAL" clId="{9BD091B5-BB1A-44A0-8AB3-204ECA7231B1}" dt="2023-07-31T11:34:38.052" v="7983" actId="1076"/>
          <ac:graphicFrameMkLst>
            <pc:docMk/>
            <pc:sldMk cId="4069627243" sldId="843"/>
            <ac:graphicFrameMk id="718" creationId="{6BBD17BF-7B8D-BB76-C07C-4608721A27D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5:36.832" v="8633" actId="478"/>
          <ac:graphicFrameMkLst>
            <pc:docMk/>
            <pc:sldMk cId="4069627243" sldId="843"/>
            <ac:graphicFrameMk id="719" creationId="{9D72454B-220A-3CE9-A83A-9D5AD3437E0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1" creationId="{785B635E-5AFB-8C27-5FE3-42364B18858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2" creationId="{2BCA8721-1B55-10EC-8F13-0E4C190C432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3" creationId="{F155082E-F5B1-B2AA-9C1F-0F6E6DDA879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4" creationId="{3873190E-A147-DFD6-05FD-E9D62BA65E1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5" creationId="{12FCDD94-143E-5702-F180-84B65F84491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6" creationId="{61E72A90-7BF1-E25A-91AA-64C727F2D86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7" creationId="{102F56A8-E33A-917B-5513-65971A6B63A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8" creationId="{78EB76BF-FDEC-FC6E-74C3-346C5BB5F96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9" creationId="{63588052-6712-081D-76CF-686A868E951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0" creationId="{B10CEA6B-B39A-8101-33D4-F54242B7F1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1" creationId="{09FDA24D-C8EA-A999-C1B6-4218B828AEF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2" creationId="{98957CCC-5A1E-A94B-4D16-29A85238DC5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3" creationId="{33EAA842-AABC-4B3B-B735-D45B5792D88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4" creationId="{6670FF61-F84E-B794-BA79-F464BAA13A9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5" creationId="{03F817BF-A2D9-B244-F6BA-9E9008958C5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6" creationId="{93841A34-8E3D-C731-8EF2-68E5E19A5C2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39" creationId="{DE37B83D-E1B3-A825-AFC5-02E0F8A4C4B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0" creationId="{6CB4FE36-97C4-5632-856C-05EFBFC8B5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1" creationId="{2E4C6624-7EC5-42F3-81BA-56F0583BD4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2" creationId="{C5BF5056-1EF3-1FE0-97BA-EFC4480AEDE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3" creationId="{4F727157-A79E-E2CC-D8C6-3DF16DAFFF2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4" creationId="{38A00F81-D790-8271-52A1-44D1267D1AF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5" creationId="{48A04C84-0AB5-4B10-D431-84CA462A7053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4" creationId="{BE807466-F25E-9564-26DE-A131F8E79190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5" creationId="{F92A9BB2-C4E7-F96D-F1E5-2FD94D4145E1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6" creationId="{4A6DA1D3-1D37-C38E-5A48-0EFB181D7D1E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7" creationId="{F8E56DA8-ECF6-99DA-229D-9A3AE96A5B29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99" creationId="{32E49561-725F-FB65-9E07-06324A581B6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2" creationId="{A3C721FF-6837-893D-A2C4-00EA45E1531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3" creationId="{79F1B674-8A8C-E7BE-444E-3F31CD62E919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6" creationId="{46D3A155-C5C1-8E8D-B659-847989510EF1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7" creationId="{F0EC38BF-CD5D-0DC0-9687-C625766DB0FC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8" creationId="{487EA955-5E55-E857-9E17-9012DBDCEC24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9" creationId="{856C3BF4-5B38-167B-49DF-19A6912CDC3A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0" creationId="{9580EB46-B21B-7CE5-51C8-D514439222FB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1" creationId="{ABDAE2A2-47FD-D0B9-501B-17335546149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2" creationId="{D989F316-EB55-17EA-4C97-0EF2CE9B57C4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3" creationId="{47D9E2D6-7635-D3CE-105E-52653903D055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4" creationId="{9E3A6AE3-3001-1082-DBE7-B3524DA56CA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34:33.887" v="7982" actId="478"/>
          <ac:graphicFrameMkLst>
            <pc:docMk/>
            <pc:sldMk cId="4069627243" sldId="843"/>
            <ac:graphicFrameMk id="816" creationId="{0366BA6D-12C3-5590-85D2-557A9B6717A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2" creationId="{54BA06C9-5DED-B2E2-5B84-67FECE6C388D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3" creationId="{203F4A3A-9382-AB57-54E8-457336D7E9F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4" creationId="{01B300BC-6D05-C7C3-4E1E-AB96FEEC1FA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5" creationId="{33CBF8F2-B7AF-9FEE-54E2-30EE5F0DABF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68" creationId="{489298AD-5352-84A8-C322-3CDFA6B0CC5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69" creationId="{9DC6190D-7797-6DB7-23D8-CF1B8219B7B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70" creationId="{C53F470A-D2FF-3A55-EEE1-0CB724BF594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7.475" v="8388" actId="478"/>
          <ac:graphicFrameMkLst>
            <pc:docMk/>
            <pc:sldMk cId="4069627243" sldId="843"/>
            <ac:graphicFrameMk id="871" creationId="{2C15F8E5-25F6-99C4-C3C3-BAEC8FC562A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2" creationId="{4C615D66-D71C-870D-52E0-A24234B55AF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3" creationId="{C72FD588-71BE-C895-4681-3C482246BDA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4" creationId="{E414A919-008A-6735-437B-F977E5DA8C7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5" creationId="{6BAC2F8F-4036-3703-6842-747ADC1EA2A4}"/>
          </ac:graphicFrameMkLst>
        </pc:graphicFrameChg>
        <pc:graphicFrameChg chg="add del">
          <ac:chgData name="이민재" userId="f97f16f7-28a5-49bd-9e05-fb3ef63d7997" providerId="ADAL" clId="{9BD091B5-BB1A-44A0-8AB3-204ECA7231B1}" dt="2023-07-31T11:52:02.666" v="8271"/>
          <ac:graphicFrameMkLst>
            <pc:docMk/>
            <pc:sldMk cId="4069627243" sldId="843"/>
            <ac:graphicFrameMk id="996" creationId="{D1E049FB-7ECE-05A0-E793-D7083322FBD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7" creationId="{8B2193C0-B252-046E-BF3A-354F9FAF895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8" creationId="{E6285585-2BD7-2098-9865-7E6C16BBC09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9" creationId="{835D50F2-10B9-BDDA-2668-0B2CE62AC05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00" creationId="{477316CE-3478-F544-9277-CD3E63A672D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7" creationId="{25880DD0-F9D8-959B-B938-1AEF959B43F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8" creationId="{8FB08312-84D5-DD0E-0C16-F33943CF677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9" creationId="{ED6659A6-BF12-5345-6AA1-EB448E9AAA1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30" creationId="{DE1D4627-DA9E-E3BB-AA1B-63994359B3E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24:05.172" v="8626" actId="478"/>
          <ac:graphicFrameMkLst>
            <pc:docMk/>
            <pc:sldMk cId="4069627243" sldId="843"/>
            <ac:graphicFrameMk id="1031" creationId="{E0CC557D-43E4-27C2-6AF8-C0797E248B9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2" creationId="{978B0BBF-5AC1-C825-BFFC-880B59DE62D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3" creationId="{4D01EA23-5AD7-4CC7-8B49-5E4550AA17E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4" creationId="{3A31BC7B-1238-EA4E-07B1-AF3F6CFF4F6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5" creationId="{813CB2F3-2721-19FC-77D0-D6044ABC722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7" creationId="{397A0FDD-B187-D704-7F32-D8D1F4CE6C2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8" creationId="{1CADB1F7-2182-E650-DF60-3142A3D3F93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9" creationId="{DFB107BF-13D1-5D7A-0BB3-9E1211B810A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41" creationId="{AC8C8195-E65E-9042-9CFA-9B51F3BA4F2D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2" creationId="{DC3BFF1B-EB13-FDAD-E5E1-037D5AC90667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3" creationId="{8E46878D-E9F4-1ED3-EBC6-F556086AFCE6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4" creationId="{F203FA23-F3B8-6AD9-75A8-7089BCBE44C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5" creationId="{1E2A7114-FF5F-EDDE-CA24-3619DBCB51E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6" creationId="{D0E8D7A2-6E06-84EA-8FA1-9935DAC6FC2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7" creationId="{60FB39FD-EA42-5116-AF1F-A6EE8D03255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8" creationId="{379402D5-6CDF-E340-65EE-EB03217BCEA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9" creationId="{84D15A30-D40B-18AD-D3FF-F3F594355FC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0" creationId="{2BF3421D-9A91-E7F4-74CD-CFFBA55E4A4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1" creationId="{8C8D29A0-EC10-A3F9-08F2-1CF0724AD2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2" creationId="{5F2E9E89-F36B-B2E0-FDD7-D0DF9D6F784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3" creationId="{BBCFC89F-D994-7D5B-DA4E-6FE725941DD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4" creationId="{C7989527-9042-89BF-E76F-5C7333E0351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6" creationId="{87CC36D5-3872-99A7-4463-DF14A9F0320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60" creationId="{0A7545D0-C6A1-66D7-5759-703BCE1245A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61" creationId="{6485CA2C-ED86-EACC-EB91-2669DC15021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0" creationId="{CFF52BD9-E6DE-CD2D-C652-84FE252733D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1" creationId="{ADD972D6-453B-BE89-F679-7DB604ADBB17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2" creationId="{744C5349-618F-B025-9668-F881F99F968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3" creationId="{3A21027D-A574-6B7F-AEA5-5CEAB89850C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2" creationId="{380E8F87-61F6-6F6F-AF66-6269D18BE4C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3" creationId="{3C1483AA-6D27-B668-799F-392BFF08A985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4" creationId="{97D3EFA3-3388-F0E6-1288-30EA74CD00E5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5" creationId="{1BB5E0E3-F2B4-51D9-4F4B-D3E492E3F7F2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0" creationId="{995B2CC8-78E8-7620-EFDA-6F239B3D2A4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1" creationId="{BE394DA6-F663-6A2C-316A-FE3DD0C5D9B4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2" creationId="{D2BDCFDB-E019-38A6-6591-2E4D4930068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3" creationId="{59F9BC98-4A51-240D-3176-CD34010E285D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4" creationId="{743D99DB-7E40-5E7D-3959-DC6D618469F8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5" creationId="{81BF5E77-AA1E-8E6C-CA7E-66A2119A1A10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6" creationId="{20337489-567C-0023-4AED-2FCD4B5C375E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7" creationId="{97054BCC-4F32-B62A-5B8A-60AEB7558D0C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36" creationId="{168BD199-47BF-86F6-E089-C83FF76F9F1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41" creationId="{6201E608-176A-E64F-BCFC-03ABCDDEE96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52" creationId="{1FE2076E-166E-3006-89E9-279FC8D7626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53" creationId="{5254D39E-9EE5-16FC-6B0A-C13FA87BCAC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4" creationId="{C8E3D847-19ED-0A71-06F9-C461887773A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5" creationId="{3E5F0110-54E1-488C-845E-7DA89BFE80C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6" creationId="{68851499-2180-BEAD-0524-55AEE538ED1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7" creationId="{3971A883-4F32-8D33-4208-4E19290DE92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9" creationId="{A8E0FD91-86DF-7654-3A58-A3A53567A36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0" creationId="{3828CB1A-3F9F-92FE-AC74-9676BB65F455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1" creationId="{AF3EF315-8F23-80CC-A837-6071145AD87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2" creationId="{435BBB7A-A293-3CC1-3142-2864B4CAB80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5" creationId="{FDEED0FD-E5D4-EE42-F919-BD0FBC17C14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88" creationId="{319B2C31-4650-EA3A-D340-014F37AD474E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89" creationId="{C8D6ADBC-8794-78C9-FBAF-D4F6847DCA1B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3" creationId="{A3BCABDA-2448-0183-BE38-64AFC403E40A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4" creationId="{73A6F1B3-0E87-9921-9828-35D406304B2A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5" creationId="{461B2ADD-AF85-1E15-98A6-AFEBFC7C4A34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6" creationId="{63E09B1C-13A8-EE5F-047B-CA3F492F972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7" creationId="{23E70801-03AF-A4C7-5698-14533345D49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8" creationId="{5265212C-5418-16AA-17C3-710CB44D95C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9" creationId="{74E7C5E7-D87B-75BB-3566-FE50AEF5B05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200" creationId="{BB1C4103-2AF7-07A1-0D8D-4B150CE828EF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2" creationId="{95EBB043-7F2F-182D-E827-E0D53587DC61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3" creationId="{7B42CA5B-98CD-27A3-B9CA-2B3BAC3BE83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4" creationId="{E5CE9818-4621-C80F-3810-5BFCFD630891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5" creationId="{95BC2E58-3689-CFC8-7260-A4E5EAAB49C7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6" creationId="{CF00356F-074E-25DA-3B1E-0B4E42E7517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7" creationId="{C6F70EDB-D3B7-3C26-7DB0-1F9B434FDFEE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8" creationId="{58099DD4-1793-AE7D-5DA1-D9D8E84D4D2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266" creationId="{125AC742-AFF2-A16F-813F-C0E05387927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09" creationId="{61E2B283-884E-A277-1803-18CF341F661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10" creationId="{817A27FC-3F4F-2199-A89C-6D22239561D2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1" creationId="{D86AF2C0-3690-6FA1-57B8-43795B359B50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2" creationId="{7EE45566-C311-8DB1-7FD4-BD987A1E9C7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3" creationId="{E22C9931-1D47-6C27-694A-BC6761C5B3DF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4" creationId="{1BA0AD87-5082-70DF-8701-76212215F2A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5" creationId="{94CFA304-CDCA-673D-BE2A-F01BBF011DA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6" creationId="{4216D497-78E3-C552-21DE-9BA1F05584DE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7" creationId="{52B0FBEC-1FAE-86E7-DE56-AE042660B57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19" creationId="{DE42CCCD-A99B-1032-E782-72F96AFEADC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20" creationId="{5A50DC6D-F031-1FEF-B9F5-3D4833A0CA2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21" creationId="{911F20B4-659C-052F-024C-DBA80A196E7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79" creationId="{C219249F-17E9-62DA-D7D8-35300051AA2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80" creationId="{22DE4CC1-C581-868A-1426-C2B0CAC0B9C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81" creationId="{441A66B0-C51C-8446-0D31-145DD7477FC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0" creationId="{28F0BD4B-54E3-EB04-2F04-F92BFAE2414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1" creationId="{EF9856FE-E9AD-E6AE-3BD6-89BFFE28BFB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2" creationId="{DD9EEFC9-E2A8-1A11-12CD-50C1565810B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3" creationId="{00249650-777C-0591-BC75-4BA6D7ECABD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4" creationId="{F48DA830-5AF6-1C7F-4A67-544ACEEF665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5" creationId="{9FC504D8-A693-56DD-DD3F-CD2FB7CDF78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6" creationId="{203EB186-6DE0-E77C-90ED-1B6781E4C389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21.326" v="8638" actId="1076"/>
          <ac:graphicFrameMkLst>
            <pc:docMk/>
            <pc:sldMk cId="4069627243" sldId="843"/>
            <ac:graphicFrameMk id="1456" creationId="{6732749E-78BD-147A-9D25-B6B15A668CE7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58" creationId="{1C5D7AF2-049F-8014-7728-63F5FB9FDAFE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65" creationId="{9C7E5EC6-3AAF-579E-756C-E0791145406A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71" creationId="{8DA6BA41-6003-69BF-DACE-2E2AEFD2C6F0}"/>
          </ac:graphicFrameMkLst>
        </pc:graphicFrame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6" creationId="{851FEE50-9494-E9E5-3FA8-9323713E6266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7" creationId="{8C3291C8-7C66-E004-5EE3-A0E2C29DD1D8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8" creationId="{B58534E7-1460-2C8B-50DE-C3D856E7F5CC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9" creationId="{55B58595-196E-D841-E92A-45225D4417B2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1" creationId="{2F205E9C-5878-B029-1F13-A3ED5EA52A2D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2" creationId="{6566DA17-44AF-536A-A934-3EDEB8B8B674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3" creationId="{2DED3640-60A9-6D57-45F1-A8D989E3887E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4" creationId="{B2A71226-7046-0B60-9785-14B60B785142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6" creationId="{CBBCD388-47A2-70BF-97E5-E9740DDAEE2C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7" creationId="{B1BF27F8-86F0-BC9B-C478-E07B0EB4FD43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1" creationId="{DD647343-7D58-6D4B-FD78-36DEC3B11BD3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2" creationId="{D04487BB-607B-2EBB-96B8-5C160D5C2997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4" creationId="{9AE4B6A8-F2D7-1A9B-16CD-877A13608706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5" creationId="{CBCB507E-5F8F-D7CD-631F-AB977FD9CF31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6" creationId="{1ED4F39F-5C5F-46BD-1CE3-CB024B3B1E71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7" creationId="{133860AC-0625-041C-EA65-DEAA9923F1D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6" creationId="{B6E6FBC5-E7AD-DC81-FD9B-74F8809F3C40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7" creationId="{9C888BDE-2E3C-AFA3-9267-4B69D75FDDC8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8" creationId="{68064DD7-4188-D9B1-251F-305D00269C8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9" creationId="{49B530D0-5A95-0058-76ED-CF2D6257C203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1" creationId="{05F1F7CC-D678-C54C-FE37-3F96B900231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2" creationId="{583968AB-C6E3-EAC4-2335-0A8ACA7C87F4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3" creationId="{A50ABA80-E7CA-8C54-3D9E-BFC098D75738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4" creationId="{12A9065A-614C-BD75-6E82-D676B29BD9CF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6" creationId="{4807D0DA-F38A-A884-0ED8-D25F69E098A0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7" creationId="{3C53A6FF-9023-F66D-A55A-C3E8FD4AB0E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8" creationId="{A86B88E0-4C4A-E4C2-1191-250858C0DD6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9" creationId="{2CAE7CB6-9CA4-B9C2-E6A9-AF1FD87F512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2" creationId="{87AD212C-B887-F5D3-39E4-7534B5D6A8D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3" creationId="{07704FD8-5DE6-F2FB-461A-AABBF19EE45F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4" creationId="{49F70D34-E7A3-69E3-D5F2-387327C296B7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5" creationId="{CF094994-59CD-2992-29DF-EA164BCF774B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6" creationId="{35207675-8BED-3370-4A6F-A327C56662AF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7" creationId="{A44807F6-129E-282E-8061-F73EC61E3198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8" creationId="{AA0E9444-D01D-9C78-8FEC-A80936FE316D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155" creationId="{9F05BABA-C787-4C9A-5DB9-0817EAF242E8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58" creationId="{4592782E-0EA6-F761-1EB0-5F59B46D03E6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59" creationId="{9FD7B72E-E019-E289-A988-B6C83E6723F8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60" creationId="{5B6BD8B8-1EEF-DE42-99B6-86AB56202AC6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61" creationId="{800515CC-6F60-87A2-49F0-9A6C4B9C1252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68" creationId="{EAAE25C1-C202-726C-C811-82A8679BDB35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69" creationId="{AF098F2B-0E34-6F24-518F-483CE673D021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70" creationId="{0697ED07-40C8-9A6B-0128-4CFCCFE04DB3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71" creationId="{F7FA0B5C-AD08-D5C8-0BFA-ECC3714E979C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3" creationId="{C4EB10F4-38EE-F426-FB80-446D439BC1AA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4" creationId="{7B63CD57-26E5-2579-0065-1DF1EAD68C8E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5" creationId="{83E6DBC4-2FD6-682D-954D-14D415E7142E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6" creationId="{142B1DEF-D01C-B033-FB21-A45C0F640235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78" creationId="{F6F43B5D-14A7-EA8B-5F52-160BE3CBF177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79" creationId="{9542B10E-2B7F-0957-563A-1C3A3C12FF14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80" creationId="{8D269B5F-FCA1-B307-3A50-D11C78DD35A7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81" creationId="{BF5EA5C2-5ACC-320E-BE0D-02316D21B4D5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09" creationId="{CEE22273-3EE7-F90A-9834-E47430B37300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0" creationId="{81CBEE92-34EB-2EBF-4207-7F982085BC9A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1" creationId="{8490D5F5-FEF7-D2E2-FFCB-486889539AA9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2" creationId="{6D20525D-3E1A-7908-54C9-41D8C366FD81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1" creationId="{8C13B7C3-8549-91B9-67FB-9BE0E5DD393E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2" creationId="{7C7568F3-5D1B-FA02-8C58-1D820CA7546B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3" creationId="{8F339807-8D85-3D24-8DA9-EB991E2DD0E2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4" creationId="{BCA5353A-A36E-81EE-1377-F0C22F6AFABC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5" creationId="{687604C2-415C-DF23-15AD-7B90CA2A5082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6" creationId="{026EF375-A3D0-CCC8-72DF-551B3327CBC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3" creationId="{8A1BE7F2-175C-F4F5-3279-5258C46FF179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4" creationId="{C15FB8EC-C20A-B144-8FEE-AFDF8CF771CE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6" creationId="{9F02DCD0-19E3-982A-4B3A-15646F4821A9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7" creationId="{336CC622-078E-D858-4BFE-6C87A0F54311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0" creationId="{86CBF2C1-E341-E8D7-8EA8-93670DC877F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1" creationId="{8A418C40-C4CD-5271-168C-7A716FA199E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2" creationId="{C31B9335-B4D3-DD6F-6974-14A5C7F8D44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3" creationId="{82789133-4894-7CFE-7B8F-4B339735F8CE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6" creationId="{3217B1C3-24A4-955F-F308-AF8F844845F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7" creationId="{65B55533-3CF5-B8DA-5B2B-561178F61146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8" creationId="{634DCF5F-5629-41E7-4FF6-487FEDDAB7A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9" creationId="{6219727E-7DBA-2CF2-CFBE-6677626EEF0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1" creationId="{6567AF4B-A108-285A-08E3-CD7E8AB8F32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2" creationId="{940C800D-49C9-1845-DECB-7131B651A98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3" creationId="{3DBD0563-ED9F-CF38-3032-04548E9C33CA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4" creationId="{E901C6F2-081D-D8D6-C604-2833DF9EB5DC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7" creationId="{A084F5EE-61F1-6609-91D0-4268968DE09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8" creationId="{D182A994-5E8A-8939-557B-0E51488D2A4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9" creationId="{22F1F45E-FE68-CB75-FBD4-1E25819BA567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0" creationId="{2E649F49-DEE3-0DEC-AF0D-34544B27636D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2" creationId="{F7927E2E-59AF-3DBE-4575-05FE44F10BF8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3" creationId="{1C2A3921-127F-2D52-D953-0345C9B20C9B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4" creationId="{2B357A43-3C28-C9E9-0BDA-5890F7EF67D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5" creationId="{C998C0BE-8D03-28AD-ADF9-1BB4EFF51B7A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7" creationId="{8788D97A-0B39-24C4-B12A-9E1B5F5E488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8" creationId="{B3D1BB3B-F76B-A4E7-2147-1A17CAD19A2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9" creationId="{D1F63791-C7CD-A94F-B515-34202ECE9E2B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0" creationId="{FBD1DD79-1B4E-0E4C-DC4B-BD1D499FB094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2" creationId="{FFACFE99-6438-2533-5BF2-6475E5C4A90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3" creationId="{D0A84951-2900-46FF-4F60-0CBEA9D23BC1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4" creationId="{D7627BF4-1A9B-9B76-A2EE-61B1E79B4CD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5" creationId="{AB6EE46E-5627-2CD4-5DAB-08AA8712F862}"/>
          </ac:cxnSpMkLst>
        </pc:cxnChg>
        <pc:cxnChg chg="add mod">
          <ac:chgData name="이민재" userId="f97f16f7-28a5-49bd-9e05-fb3ef63d7997" providerId="ADAL" clId="{9BD091B5-BB1A-44A0-8AB3-204ECA7231B1}" dt="2023-07-31T12:29:46.856" v="8705" actId="1076"/>
          <ac:cxnSpMkLst>
            <pc:docMk/>
            <pc:sldMk cId="4069627243" sldId="843"/>
            <ac:cxnSpMk id="388" creationId="{A61632B0-7D14-9FEC-4F04-A39AC337C29F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7" creationId="{82895AA5-E0D4-B496-D2BB-F0EA21C01FAA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8" creationId="{AE8793C4-93C6-0DFC-6595-892AE1E675B8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9" creationId="{1F2D94F0-6113-0649-0019-6A7D340B24BC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0" creationId="{F80EC203-E906-A539-0BD9-C4C5659A95AF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1" creationId="{1EA0D8A7-88D0-D76D-28AE-0920308881D9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2" creationId="{853D28C1-84C1-4704-18EB-2F272683FC72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3" creationId="{434B3399-62F8-355B-3EE3-02B4B3046825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4" creationId="{B0CDE06C-9EFC-D0CF-72A2-3DFC57A77CA1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5" creationId="{27DC4306-0183-2830-B5F8-D2E05D680C1D}"/>
          </ac:cxnSpMkLst>
        </pc:cxnChg>
        <pc:cxnChg chg="add del mod">
          <ac:chgData name="이민재" userId="f97f16f7-28a5-49bd-9e05-fb3ef63d7997" providerId="ADAL" clId="{9BD091B5-BB1A-44A0-8AB3-204ECA7231B1}" dt="2023-07-31T11:33:42.789" v="7972" actId="478"/>
          <ac:cxnSpMkLst>
            <pc:docMk/>
            <pc:sldMk cId="4069627243" sldId="843"/>
            <ac:cxnSpMk id="426" creationId="{AC007DDC-6144-D094-AE34-2582C14F0118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09" creationId="{7BEBA583-E551-F356-9D28-75D590C69C4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0" creationId="{2CBDA924-810B-B427-3A17-03435D76575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1" creationId="{E4B1984A-087A-E8D0-9FDC-FF665711BF2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2" creationId="{108F4673-20DB-70E2-2E89-56F0C529772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4" creationId="{8E73B6AF-188B-9465-4D58-00AC34FA8555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5" creationId="{328C34F3-9DFF-3AB2-C4AE-D4DDD42AB30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6" creationId="{1BE40C58-75F0-88E0-F997-67827C30CDFF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7" creationId="{165E6B23-96B9-F398-C284-41136C44A765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9" creationId="{262F11D2-04B8-7183-6479-B8144F2F336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0" creationId="{212562EA-40AC-C7EA-7028-BA21F971C4E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1" creationId="{8157FCA3-CAFB-025D-48B9-D4DF4437E548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2" creationId="{9DCFD0E4-E981-F165-34B1-77F7C6C922F7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2" creationId="{2FD0450C-E0E5-C933-9ABD-8677E1C4F53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3" creationId="{B1BF2C3B-E58F-0675-88A3-BF159B6EE35A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4" creationId="{2E979F04-DA50-46A3-5565-6B5D7EFDEF29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5" creationId="{B3C3C80F-DA4A-39BF-BD1B-A881BFE44EC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2" creationId="{4068AB97-3792-72E1-9DC4-1998624823FB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3" creationId="{9836D115-AF0E-F091-89A1-7049C8C186A0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4" creationId="{F062631F-5869-8417-DA9A-7D7C0E3E48BC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5" creationId="{E9781283-B26D-78AA-E644-9B847EE7D233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7" creationId="{66335E87-3C7F-48D8-F1AC-0C7CB0BAD212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8" creationId="{1F018B4D-08B3-1551-27E1-1D669A40DD3A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9" creationId="{B5356BB4-644B-7763-9C6E-0C5FEA6823E3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0" creationId="{DC0FC715-A3D9-1E1A-A0AD-A7E05F0D8E7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2" creationId="{FA0FD4EE-BBC1-06D8-235A-2623A1D48659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3" creationId="{D8E06674-C5D0-F9E0-2BED-D56FD6752EF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4" creationId="{5A34D808-409F-BDA7-68FD-589700A67641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5" creationId="{AE323F5A-6EE8-B005-7703-A31485345D7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7" creationId="{369E7B11-B281-A5BF-8985-CA014A31A4C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8" creationId="{5502A093-9D1A-0FEC-9BC5-25B284EF4E40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9" creationId="{0A155562-B51E-095E-2D6E-0859E744A0EC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60" creationId="{079C909D-5FCD-D53D-E7D1-16D7BC229FE1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78" creationId="{EC04D32F-FAA5-2F02-2595-17CC1A8640C8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79" creationId="{8EC00879-BAD6-D8D0-7E80-49882D8AA60A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80" creationId="{CEC3A031-C1F8-8A52-8154-8F75F9A59566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81" creationId="{A49E9925-C936-990C-2D4E-66FB23E30E0C}"/>
          </ac:cxnSpMkLst>
        </pc:cxnChg>
        <pc:cxnChg chg="add del mod">
          <ac:chgData name="이민재" userId="f97f16f7-28a5-49bd-9e05-fb3ef63d7997" providerId="ADAL" clId="{9BD091B5-BB1A-44A0-8AB3-204ECA7231B1}" dt="2023-07-31T11:31:34.214" v="7925" actId="478"/>
          <ac:cxnSpMkLst>
            <pc:docMk/>
            <pc:sldMk cId="4069627243" sldId="843"/>
            <ac:cxnSpMk id="582" creationId="{BC87621F-2E19-C2E1-B047-9EA71B1C36A8}"/>
          </ac:cxnSpMkLst>
        </pc:cxnChg>
        <pc:cxnChg chg="add del mod">
          <ac:chgData name="이민재" userId="f97f16f7-28a5-49bd-9e05-fb3ef63d7997" providerId="ADAL" clId="{9BD091B5-BB1A-44A0-8AB3-204ECA7231B1}" dt="2023-07-31T11:31:33.638" v="7924" actId="478"/>
          <ac:cxnSpMkLst>
            <pc:docMk/>
            <pc:sldMk cId="4069627243" sldId="843"/>
            <ac:cxnSpMk id="583" creationId="{0EF82171-4E74-7E06-2649-D754E4F4139B}"/>
          </ac:cxnSpMkLst>
        </pc:cxnChg>
        <pc:cxnChg chg="add del mod">
          <ac:chgData name="이민재" userId="f97f16f7-28a5-49bd-9e05-fb3ef63d7997" providerId="ADAL" clId="{9BD091B5-BB1A-44A0-8AB3-204ECA7231B1}" dt="2023-07-31T11:31:33.314" v="7923" actId="478"/>
          <ac:cxnSpMkLst>
            <pc:docMk/>
            <pc:sldMk cId="4069627243" sldId="843"/>
            <ac:cxnSpMk id="585" creationId="{D89A4E75-2D36-938B-7265-840245493517}"/>
          </ac:cxnSpMkLst>
        </pc:cxnChg>
        <pc:cxnChg chg="add del mod">
          <ac:chgData name="이민재" userId="f97f16f7-28a5-49bd-9e05-fb3ef63d7997" providerId="ADAL" clId="{9BD091B5-BB1A-44A0-8AB3-204ECA7231B1}" dt="2023-07-31T11:31:32.654" v="7922" actId="478"/>
          <ac:cxnSpMkLst>
            <pc:docMk/>
            <pc:sldMk cId="4069627243" sldId="843"/>
            <ac:cxnSpMk id="586" creationId="{102D4F8D-3CAB-AF2B-D676-FB7993ED6E71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29" creationId="{5DB1E28C-51DE-33E3-676E-10DEA0B2699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0" creationId="{D8F916F6-0EBE-5840-5F4D-944B135632D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1" creationId="{7129376D-185B-BBC7-E762-F68752E45C1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2" creationId="{849B4389-665D-AF4F-90E7-0C3C07290C3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4" creationId="{B88DA161-82D7-5DF2-908B-053420B515F3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5" creationId="{3B6664EA-9251-0BE1-2A30-7AF498B1506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6" creationId="{852AB047-F5F3-9149-90B5-B70CA058C0E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7" creationId="{C5D1D21A-61F7-59F8-8919-4A0715AD5C7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9" creationId="{5A7F3ADD-994B-E8C2-F9C5-5A3599666AB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0" creationId="{E789A370-B3AD-6D7A-6550-09BF6681550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1" creationId="{3061B707-65C4-B007-F8DA-8604A15F98B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2" creationId="{B9E1E851-BDB6-ED5C-B09B-43C33276AD37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4" creationId="{B8A850D6-0CD8-81DA-5585-528963AA713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5" creationId="{E9E44F0C-821A-C5F2-26E2-C0EC1B34E83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6" creationId="{C9604FE1-F145-21F0-A0A3-A3E7217CB1E7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7" creationId="{70FF1667-03A8-34E6-DCC6-46BE6472818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0" creationId="{F0D70A52-22EF-130C-4E41-056BA7ED5982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1" creationId="{B97A9875-210D-0DCA-D728-CA46781EAC0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2" creationId="{BB34EFC0-9E34-7C82-1FB1-0D1D91C2373E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3" creationId="{18A96B71-47C1-0630-C123-B0B5B0273EC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5" creationId="{A292D3AD-6FFF-77FC-3DDC-5570BB79A90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6" creationId="{25E9F5C5-5B77-126B-DB06-821786C4B899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7" creationId="{86A4AEBF-F1C2-6E14-F0DC-14CB8F0A4B3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8" creationId="{706A0B1D-42F3-1A75-7FAA-8416052616B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0" creationId="{30761DDE-76D8-61FA-772A-CE89CF994B5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1" creationId="{5F79A5A3-E902-08B8-DA2A-BBF60BC30E9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2" creationId="{03C84DD5-98A7-F4AF-F792-8CA64A9DBDA9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3" creationId="{187DD1B3-BC94-8D91-56A5-6DB796520531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665" creationId="{9E33ADA8-C133-51FC-1A71-5F92B46A44C4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6" creationId="{A6C1E5DF-20E6-6277-454D-C3E42D50A50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7" creationId="{8F1FDADD-DB7E-CAA7-337B-E35115A45C2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73" creationId="{48D04FC2-D32E-A38C-8254-0D5B13BA30E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81" creationId="{DF291627-6BDD-8242-FB98-9343A61B290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7" creationId="{A54A5414-BA9E-6F93-8526-58AE13CF465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8" creationId="{D509BFE2-D71C-B96A-56DF-72D91C79DB40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9" creationId="{69AE4B97-C8A3-25CA-D236-A338AE9CEEC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0" creationId="{3281B620-FB57-34B1-11E5-3FD5A1FE9B2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2" creationId="{1B5DF8F1-692C-8C0C-619B-D12A3F0EFF6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3" creationId="{4282FCB2-ACC2-E8CE-B574-49920E148191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4" creationId="{A9AC3431-ECFF-818E-4978-ACEC39BC50CF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5" creationId="{496FA4F7-5535-F7A7-AFD9-40FA234C254B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7" creationId="{5C83CB59-7E92-EC46-CEC8-E4879DC46EE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8" creationId="{1199022D-87B7-C2A7-D817-9059B698C4F3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9" creationId="{A8841245-8E1C-F49E-E8D6-B7BBB66AEA84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0" creationId="{4223FFED-B271-6E55-5230-2DDCE141521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2" creationId="{2D77173E-7A36-BDCC-1C8F-8F1941DD3E9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3" creationId="{78BD3E9A-E688-FFF7-64ED-C85C0C2EAE89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2" creationId="{CF24A4EB-6A6A-DB3F-F2D6-72B248992DC4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3" creationId="{9D98C860-7E55-C129-4C10-2DC6CDB5D9D3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4" creationId="{1B649805-97FC-40A7-4339-988FA8E34C10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76" creationId="{84AD8DDC-D1B1-ECD3-D9EB-5EB4DA971BE1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77" creationId="{6758F3D1-689D-930B-2384-01DDDC54E8A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0" creationId="{07F251CB-8DED-2A27-D432-DF86A39DB3C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1" creationId="{54BD96C6-EE9D-881C-FA3A-EC46D9337BBB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2" creationId="{40FD8FD2-8C24-2CF2-F6DD-F8CF1C5B2595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3" creationId="{44559654-47DB-D7CB-558C-DA618162DF5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5" creationId="{674DCB05-3BE5-04D9-54D4-FF4C67AB971F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6" creationId="{9EE5FDF1-B30D-F574-280D-2BF5539963C9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7" creationId="{93354051-0B00-E43D-3843-07400D74B054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8" creationId="{22479C8B-8AFA-18E7-6925-C33144B87186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0" creationId="{7ACDE312-AE32-6713-AD11-22016EADED0A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1" creationId="{6E7C316A-A59E-5EB5-8D5B-ED2BF3D61CA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2" creationId="{EBD9C3B9-DFFD-A566-11B9-6B25B5D49FBA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3" creationId="{29428B39-1234-6972-DA0C-FF07DB4C947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5" creationId="{67BBA2C2-22F8-616F-93F6-9A6EAB269C1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6" creationId="{046D0D9A-1479-6796-F69D-D485D16036D9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7" creationId="{CB7CCEC8-FE67-B371-1D50-6AD31677C12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8" creationId="{1B22550A-082F-116A-62FB-77D03B8FB560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0" creationId="{F924D322-75D9-E7A6-300B-73FE1F7A794E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1" creationId="{BD5C0C0F-FAA1-3C2A-9314-D2E90184F9AF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4" creationId="{E75D3137-9141-65DA-6397-9021C0098FDE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61" creationId="{A67B3FF5-D4E1-9F5A-A6CE-24BD306FEBE0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2" creationId="{26291E4F-E042-DE39-12F7-A34906CC3AD5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3" creationId="{8FE9F88C-3272-810C-D014-FD7FAD2288DC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4" creationId="{DDF18978-62F5-5F82-10F0-D07FA2F69BAD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5" creationId="{A789318A-7773-237B-66AD-B58BF5869680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7" creationId="{26C2762D-C160-6340-F586-B6C96F669712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8" creationId="{25A56CC9-9EE0-4BD5-0A14-06E6BA2FF3EF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9" creationId="{1A0FE616-FC03-B693-BC9A-46AF60E0CB01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90" creationId="{3D46A8F3-C244-730F-FFAA-3FD768AEA7E6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1" creationId="{C486989E-D67A-7EAF-98DE-93A0B5BC81DC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2" creationId="{ED11E88D-2952-398A-DE3E-93142F8FFA69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3" creationId="{1676133A-1ED3-2159-384F-08DC068BCDD5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4" creationId="{77346813-6721-6E8E-1DB1-4999BF4D2D72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0" creationId="{998A041C-7A02-CB40-7A4B-A8BFBAE03E3D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1" creationId="{223BFDD7-84BB-EE8F-F409-99CB96253553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2" creationId="{D242654E-0595-2F87-C579-72509038FC27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3" creationId="{5518B6BB-8066-F792-AD97-104B3EA3D60C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4" creationId="{E532ED61-B249-129D-133F-6B00AA53BC6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5" creationId="{E01A954F-3418-4628-EC82-478C1EB700F3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6" creationId="{C522D109-BCED-90B3-7470-34BD5B743287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7" creationId="{92FA0919-0A46-34A3-812B-3A229B3A5FBE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9" creationId="{9E5CB2E9-D6B4-3899-E810-A6D247CF1644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0" creationId="{5898DB2D-75FD-2C16-CFD7-2F3844C03CD5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1" creationId="{9C1DC497-A8E7-22A9-F8E4-A30D520C5CB7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2" creationId="{12C8056D-613D-0635-D64D-E959B25FCEC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4" creationId="{2CE6D247-C14F-C876-CA1D-6D4C92BFC2A9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5" creationId="{AC43A727-9AC0-1605-5500-32CDE021F01F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6" creationId="{C229C725-DA77-DC3F-C550-3B344A8DA238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7" creationId="{A38ED276-2083-852B-1B9F-A76700F127E2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9" creationId="{1AAC8059-D0DB-1018-BCA6-4BBE9532968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4" creationId="{6BBDE9B6-F4B7-E9F4-A076-8F14202D77FE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5" creationId="{CDFBF251-37C2-854D-EB7D-FD7BA7AA7D12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6" creationId="{E0A97EFA-2244-BEA3-579C-764BF0C7D1E7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88" creationId="{8368EA32-7164-16AD-2D0E-5AB9A5F260D6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89" creationId="{99BF472A-F3B1-53E3-7333-F3A5F8A21B34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90" creationId="{2C2DE95D-ACD0-92AC-EA9B-AF180A80C25D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91" creationId="{913BA6DB-356C-6244-6F4D-047042D26060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7" creationId="{D5177A4C-96D0-5C2B-691D-D98B3F23191D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8" creationId="{A38D7CAB-E258-EE8D-62E9-3B61685E2AF0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9" creationId="{C7C9F7DE-E9F3-E982-38E5-072911C3FBCF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40" creationId="{DA7665A2-44D7-6168-0771-2688BFBC9F58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1178" creationId="{8D0F785A-5897-6DC0-AE60-CCB353A2931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398" creationId="{A43E18BF-7A4C-F7EF-05B1-ECFA6249667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399" creationId="{5CC6B172-FBBF-239D-A4BF-E79B39674579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0" creationId="{6F25B119-B297-11D8-38A8-F6DCAF31B34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1" creationId="{09814CDA-E359-B67B-6FFA-68A3150E46F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3" creationId="{B42D61AD-1D16-DE56-773F-8B370439705C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4" creationId="{8F863AAB-ADEB-B5B5-A39D-795FECAD5F4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5" creationId="{D5C34482-0805-5E37-CFF5-D057C880A030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6" creationId="{8D9347C2-CEE7-4B0D-9C72-BA3FF031C1D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8" creationId="{339914F0-08E2-E9F2-AF73-DB5AFEC654D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9" creationId="{01C3E223-90D3-CF9F-EBF6-9EC237F85E0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0" creationId="{DA975572-936B-CF8F-0474-F3628DB40F82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1" creationId="{6554CFED-21A4-0727-C7E4-B2CDEE12C13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3" creationId="{1217C91E-66B4-0F45-3E05-3FF820DF3B3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4" creationId="{715AC237-304A-1DD3-C36F-205B8D82960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5" creationId="{17CD10D1-99F2-488C-AEE8-74B3FF0AE39B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6" creationId="{B16A94DC-89C7-5F69-36F1-3F28E3ADD92D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9" creationId="{DE3A11D8-0D92-0176-80B5-63C47CC39C4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0" creationId="{AB333E30-6FD2-0B2F-95F6-DCC9953ABEF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1" creationId="{D9D51C05-3314-2A13-9E86-3F52724433B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2" creationId="{EB9EAA68-B72F-B157-E267-66BE3466684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4" creationId="{00C3295C-7D8A-C55C-8324-CC2E4BA1F3E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5" creationId="{70A0DF45-FDA1-85DE-3EE5-9AC73CDB5833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6" creationId="{3302506D-E337-A9AC-09F5-E0857C513CC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7" creationId="{C7E10D7D-2C45-872E-ECD6-86C4F1BAFEF6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9" creationId="{22FA822C-987F-E9B8-D8F1-B6FC195275F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0" creationId="{2502C158-CFA5-7692-6B5F-564F22FEA2EC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1" creationId="{C9326CCD-6061-F496-8FD5-AB024B19B4FB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2" creationId="{AAA0972F-5F92-23CA-79B8-A2E764087E27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4" creationId="{BEE5E853-4DA4-4AB1-C744-7408A50FFA8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5" creationId="{066A5BDD-80B5-4E97-E59D-C1BD7E151BDD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6" creationId="{AACF664C-7E4B-FEF0-3720-1EAF1CF9BB0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7" creationId="{B945F51F-2C2B-DE67-0DDC-767F055A46B2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0" creationId="{E58EF9DD-A172-49C1-3CF9-74EF0454384F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4" creationId="{D97BB3F8-CA3C-8497-6DAF-6A4EC457736C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8" creationId="{6AC3471C-BC0F-6172-0DAC-17098CBC55F4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49.280" v="11469" actId="47"/>
        <pc:sldMkLst>
          <pc:docMk/>
          <pc:sldMk cId="374704570" sldId="844"/>
        </pc:sldMkLst>
        <pc:spChg chg="add mod">
          <ac:chgData name="이민재" userId="f97f16f7-28a5-49bd-9e05-fb3ef63d7997" providerId="ADAL" clId="{9BD091B5-BB1A-44A0-8AB3-204ECA7231B1}" dt="2023-07-31T13:04:01.098" v="9014" actId="1076"/>
          <ac:spMkLst>
            <pc:docMk/>
            <pc:sldMk cId="374704570" sldId="844"/>
            <ac:spMk id="3" creationId="{AFE1BC21-54F7-4CB3-9F33-822398C4FDD5}"/>
          </ac:spMkLst>
        </pc:spChg>
        <pc:spChg chg="add mod">
          <ac:chgData name="이민재" userId="f97f16f7-28a5-49bd-9e05-fb3ef63d7997" providerId="ADAL" clId="{9BD091B5-BB1A-44A0-8AB3-204ECA7231B1}" dt="2023-07-31T13:04:01.098" v="9014" actId="1076"/>
          <ac:spMkLst>
            <pc:docMk/>
            <pc:sldMk cId="374704570" sldId="844"/>
            <ac:spMk id="7" creationId="{11B399A1-CCD4-D805-3D4A-C19954C4039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3" creationId="{674AE999-EDF5-390D-879A-6752C1286841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17" creationId="{761DA63D-905F-7CAF-3772-C68EB070E7A3}"/>
          </ac:spMkLst>
        </pc:spChg>
        <pc:spChg chg="add del mod">
          <ac:chgData name="이민재" userId="f97f16f7-28a5-49bd-9e05-fb3ef63d7997" providerId="ADAL" clId="{9BD091B5-BB1A-44A0-8AB3-204ECA7231B1}" dt="2023-07-31T12:45:53.754" v="8723" actId="478"/>
          <ac:spMkLst>
            <pc:docMk/>
            <pc:sldMk cId="374704570" sldId="844"/>
            <ac:spMk id="18" creationId="{F250E4C0-7D8B-AC97-87D0-1E4B029981EB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3" creationId="{47C056C6-B447-2EC9-1D55-E22F000F6CD2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4" creationId="{EDC4FFE0-E942-E6A5-BE5E-7E9D99D2AB28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5" creationId="{52B37637-7A8A-04FB-F2C6-E9326B6F8F8D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6" creationId="{30288681-E5C0-97AA-AE8A-0C0970D94EDF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7" creationId="{F8BBB077-DA9B-5688-97C2-95B9145F27EB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1" creationId="{AC1C507A-D912-B968-E1C3-D8E8147CEA5A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2" creationId="{985FA504-FB6A-6038-3AC7-A9263CAADD10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3" creationId="{D8749B11-B370-BFEB-CD49-3E9CF9703887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4" creationId="{42F380B9-B7B9-DC6B-325C-4B616337C133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5" creationId="{2D003B1A-7210-4259-6FE4-1CCB9B4EBF93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6" creationId="{487AFDB9-6147-9B21-8DCC-17064A8ED01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7" creationId="{DD2A9D99-4209-E191-808D-7437D6A21DA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9" creationId="{C412C677-0C59-565E-5E5A-D54CDFE97787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0" creationId="{F31BF833-A560-D02B-1217-DA56C71E8BA8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1" creationId="{2B3E3319-387E-F9CD-D5D0-17A9A2B16480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2" creationId="{E3FE5991-6AFA-DB47-911C-7CCD7DF1C69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7" creationId="{939CDFF1-B5E5-48F4-340E-439084A364B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8" creationId="{DAD5893B-70B3-8792-3FFC-778928F5081F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9" creationId="{D8F88752-0060-B3C8-D982-883E0174B0A5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0" creationId="{6CD0E905-31DA-D3BB-17D3-27964A775CC8}"/>
          </ac:spMkLst>
        </pc:spChg>
        <pc:spChg chg="add del mod">
          <ac:chgData name="이민재" userId="f97f16f7-28a5-49bd-9e05-fb3ef63d7997" providerId="ADAL" clId="{9BD091B5-BB1A-44A0-8AB3-204ECA7231B1}" dt="2023-07-31T12:50:51.667" v="8832" actId="478"/>
          <ac:spMkLst>
            <pc:docMk/>
            <pc:sldMk cId="374704570" sldId="844"/>
            <ac:spMk id="51" creationId="{8D730A2A-E2FA-188B-8A28-5CA938481F99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4" creationId="{EBB77FA9-B705-77DE-BEF9-E7BF5A6B41E8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5" creationId="{8647FFCE-4C10-7E0C-9E63-E3B9C2A3DE20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6" creationId="{2159DE40-FD20-7FCB-0585-AC08165BD535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7" creationId="{A2D0DF40-E926-6AD8-A23A-D95004C5499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8" creationId="{8E5B05C6-C8A8-949E-411A-0E6E6E706198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0" creationId="{4438227C-76DD-8AD8-558F-7DC91D81B2F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71" creationId="{4A075DFD-DB76-7FB8-2C01-0ACE21D3B1D7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6" creationId="{5C7B59AD-6282-36C4-473F-2A2D593BE9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7" creationId="{FF7227D3-E7D3-AD33-2655-64DB510902D0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8" creationId="{8C88BF12-2AEC-E9F3-356C-A9652EC0825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9" creationId="{AD26796F-4A3E-4BC6-B05D-5521182DF6F1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0" creationId="{006434C6-5846-65ED-B150-E2901DD191E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1" creationId="{6920D3F6-8B95-AC3C-079B-EC0D8A82CF6B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2" creationId="{D393A47F-8317-005E-2ECB-8439F885D76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3" creationId="{AF13CB7B-A890-5DD4-1010-57C2417A0DE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4" creationId="{D8BAB693-FAF1-8B6F-9C24-39027070671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5" creationId="{23D25EB5-8C80-5CEA-F802-EA0E88F27EC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6" creationId="{2611F4D5-96AB-320E-9375-4E652EEED357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7" creationId="{EC620B15-05AE-7DA5-FDFD-F9A2855DB6F4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8" creationId="{106324EB-526D-0C1B-B642-3B9B130307B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9" creationId="{CEDC2FF2-5FB6-96EB-1378-C5DA5EE7FC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0" creationId="{60A88F67-2340-0468-3BD1-B41B557FA1F6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1" creationId="{780046B0-A50C-D81E-5CC8-EC5D56B0BFF9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92" creationId="{555D5449-09B1-F529-B1D9-47F5FFDFE2CD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8" creationId="{E60B1890-44DF-DDEB-9A24-0A987E24A6DA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5" creationId="{BBD88805-291D-E0ED-FA08-3A03CDB9B4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6" creationId="{9280C26B-79CF-FAF9-7E62-BA9E9E2452ED}"/>
          </ac:spMkLst>
        </pc:spChg>
        <pc:spChg chg="add mod">
          <ac:chgData name="이민재" userId="f97f16f7-28a5-49bd-9e05-fb3ef63d7997" providerId="ADAL" clId="{9BD091B5-BB1A-44A0-8AB3-204ECA7231B1}" dt="2023-07-31T14:01:53.084" v="9210"/>
          <ac:spMkLst>
            <pc:docMk/>
            <pc:sldMk cId="374704570" sldId="844"/>
            <ac:spMk id="157" creationId="{0BF9D131-DCC1-CADF-CC95-0E2A60FC4129}"/>
          </ac:spMkLst>
        </pc:spChg>
        <pc:spChg chg="add del mod">
          <ac:chgData name="이민재" userId="f97f16f7-28a5-49bd-9e05-fb3ef63d7997" providerId="ADAL" clId="{9BD091B5-BB1A-44A0-8AB3-204ECA7231B1}" dt="2023-07-31T12:52:46.925" v="8862" actId="478"/>
          <ac:spMkLst>
            <pc:docMk/>
            <pc:sldMk cId="374704570" sldId="844"/>
            <ac:spMk id="158" creationId="{35880F69-7014-BC9E-3859-5A3E78C61B2A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9" creationId="{EC4A6FAA-8F1C-D98D-2F17-45423D632B08}"/>
          </ac:spMkLst>
        </pc:spChg>
        <pc:spChg chg="add mod">
          <ac:chgData name="이민재" userId="f97f16f7-28a5-49bd-9e05-fb3ef63d7997" providerId="ADAL" clId="{9BD091B5-BB1A-44A0-8AB3-204ECA7231B1}" dt="2023-07-31T12:52:07.808" v="8857" actId="113"/>
          <ac:spMkLst>
            <pc:docMk/>
            <pc:sldMk cId="374704570" sldId="844"/>
            <ac:spMk id="168" creationId="{68F478B5-F114-FE15-60AF-1636B8DE9BE8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69" creationId="{E662E308-6284-8823-2D43-AFAA8318D02D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70" creationId="{81A23CB6-E0C0-0EEB-1D90-45A037F8470B}"/>
          </ac:spMkLst>
        </pc:spChg>
        <pc:spChg chg="add 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171" creationId="{2863841E-A03D-8E08-0FD4-DE0737FF8CF6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75" creationId="{17502D07-5B1E-DA20-7E63-8C2825802C42}"/>
          </ac:spMkLst>
        </pc:spChg>
        <pc:spChg chg="add mod">
          <ac:chgData name="이민재" userId="f97f16f7-28a5-49bd-9e05-fb3ef63d7997" providerId="ADAL" clId="{9BD091B5-BB1A-44A0-8AB3-204ECA7231B1}" dt="2023-07-31T13:00:37.562" v="9006" actId="1076"/>
          <ac:spMkLst>
            <pc:docMk/>
            <pc:sldMk cId="374704570" sldId="844"/>
            <ac:spMk id="176" creationId="{D14590E0-1DB3-A84A-91A8-A25A340F84AE}"/>
          </ac:spMkLst>
        </pc:spChg>
        <pc:spChg chg="add mod">
          <ac:chgData name="이민재" userId="f97f16f7-28a5-49bd-9e05-fb3ef63d7997" providerId="ADAL" clId="{9BD091B5-BB1A-44A0-8AB3-204ECA7231B1}" dt="2023-07-31T13:00:31.161" v="9005" actId="1076"/>
          <ac:spMkLst>
            <pc:docMk/>
            <pc:sldMk cId="374704570" sldId="844"/>
            <ac:spMk id="177" creationId="{9920DA8C-6D30-D28B-DE28-FA35E4613259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1" creationId="{0D94DC60-B6C7-9C2E-CF00-92F9D8ED9791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2" creationId="{8D121AE7-BBF5-819D-DACB-8AEA6BA8306D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3" creationId="{E5CE60FF-B326-0F70-6877-05006EE800F5}"/>
          </ac:spMkLst>
        </pc:spChg>
        <pc:spChg chg="add mod">
          <ac:chgData name="이민재" userId="f97f16f7-28a5-49bd-9e05-fb3ef63d7997" providerId="ADAL" clId="{9BD091B5-BB1A-44A0-8AB3-204ECA7231B1}" dt="2023-07-31T13:06:05.220" v="9037" actId="1076"/>
          <ac:spMkLst>
            <pc:docMk/>
            <pc:sldMk cId="374704570" sldId="844"/>
            <ac:spMk id="184" creationId="{0D5FA04B-62E4-FBE9-4041-CD2B05AA977C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0" creationId="{563FB9CC-80CE-B459-935B-7B29C3FC30B6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1" creationId="{FA49279F-A740-FD24-957F-BB42815D190E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2" creationId="{F6EF9792-5E93-AB2F-39CE-9FA6C22E919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3" creationId="{7563546A-1E12-514C-FF4E-4B4A37CDDA1C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4" creationId="{3F61AAB0-0F69-D726-F3FD-A239579B3D8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5" creationId="{C83BA650-8E94-B110-30A6-F497C5796D3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6" creationId="{C559F99A-B19B-9857-F100-E54DBB8D9F4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7" creationId="{65011B6F-F4C2-89EC-DE9C-881847FA962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9" creationId="{5A5FFA67-59C5-1717-A0C5-FDD4B5D65046}"/>
          </ac:spMkLst>
        </pc:spChg>
        <pc:spChg chg="del">
          <ac:chgData name="이민재" userId="f97f16f7-28a5-49bd-9e05-fb3ef63d7997" providerId="ADAL" clId="{9BD091B5-BB1A-44A0-8AB3-204ECA7231B1}" dt="2023-07-31T12:33:39.726" v="8709" actId="478"/>
          <ac:spMkLst>
            <pc:docMk/>
            <pc:sldMk cId="374704570" sldId="844"/>
            <ac:spMk id="200" creationId="{5B55398F-A46A-008C-3FAA-EA2288047A4B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7" creationId="{70352F27-609A-D498-8154-E1BAB3573B2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8" creationId="{AB415A83-E2AB-238D-D1B2-6FD06F8C398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9" creationId="{59A802FF-BE6C-D88A-15B2-DC03656AB61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0" creationId="{E7C24536-5FD3-73E7-79F2-58D94D225468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1" creationId="{089600D3-749B-C6C7-5317-C37DACFBDEDD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2" creationId="{7F04B800-5F21-5399-3D4C-D6F9E260B14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3" creationId="{BC334142-889D-9C20-84B7-93A92E6B6B9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4" creationId="{4030BDDE-148F-657A-BA05-26865FD364E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5" creationId="{568A032F-6FC8-94FA-E1B2-795C883DB975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2" creationId="{1FF21951-CD5F-D978-8052-4B6E2D812345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3" creationId="{36A77F04-D399-4739-FE38-A20C661CAC62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4" creationId="{E49A1343-8D0E-0BB0-0E01-BDE8FE3C4FB3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5" creationId="{F3B3E8D7-4618-E486-6CB7-AE0EEA052104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6" creationId="{2AE30DE9-8E3F-F0CD-4967-B94B72AA47F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7" creationId="{26A3BADA-AD60-9862-F7C2-A441EE5CB660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8" creationId="{5E4D08C8-6CFB-1B52-E1A9-CA052A6761E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9" creationId="{D2B41579-999B-F9EB-074D-4D2E874CB4E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30" creationId="{5A6F774F-8593-CCCA-4B1E-1508C6DFCC96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7" creationId="{B0A8DBAC-2544-E133-2159-EDA5CFF3428C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8" creationId="{34EA8B7A-B7E1-BE22-B3D2-028779C1A42F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9" creationId="{B3F36208-3F2A-795C-A13D-C8BC39D34167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0" creationId="{7FB80DEE-9344-1E5B-9FCC-6D0C715C3860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1" creationId="{0CB61398-1073-E750-1AAA-2B7A33D56892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2" creationId="{8B47C26F-7F3B-289E-9E17-812124068A78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3" creationId="{4FB76A51-EF6F-C1E8-250D-6EC11C313E5E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4" creationId="{22205253-C4F3-C6EB-9300-847C7C853A18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5" creationId="{48CCA34A-B23B-9961-371F-850D493B373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6" creationId="{2FF1AF02-8356-15BB-D99D-A8F0C2150951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7" creationId="{B321E35F-4088-99E9-4E20-5E3A2F31D0B7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8" creationId="{4C7984D7-179B-A165-7EBD-403DB313A05D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0" creationId="{6BA56F0E-E459-7B13-023C-0AE255E0893C}"/>
          </ac:spMkLst>
        </pc:spChg>
        <pc:spChg chg="add del mod">
          <ac:chgData name="이민재" userId="f97f16f7-28a5-49bd-9e05-fb3ef63d7997" providerId="ADAL" clId="{9BD091B5-BB1A-44A0-8AB3-204ECA7231B1}" dt="2023-07-31T13:21:05.935" v="9102" actId="478"/>
          <ac:spMkLst>
            <pc:docMk/>
            <pc:sldMk cId="374704570" sldId="844"/>
            <ac:spMk id="261" creationId="{B573F2ED-C713-8B16-8EF9-709F7EF1D6DE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2" creationId="{7CB9554A-95A1-10E4-4AD1-CA66C4627FC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3" creationId="{39686DD7-5D7E-E4A9-1EEC-CE67FD82C81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5" creationId="{37E7003A-FB8B-8654-AC27-71E643A78E2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6" creationId="{9FCFB2AD-A281-3BA4-8E86-E707A88EBBCC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3" creationId="{FF7BE6B0-EA00-35EA-A793-AB34C963D111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4" creationId="{DF4DC3C0-02F3-584D-A2BA-25315402AB2A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5" creationId="{CC89E730-0F57-AACD-1D98-D27EC736D577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6" creationId="{44E6E849-EC42-8FBA-691C-D040EBF984B5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7" creationId="{B7632A1C-690C-EB19-D80C-7FD0A41F1184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8" creationId="{85D3F6BD-309C-EDF4-E900-C60092909DD8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9" creationId="{753B1DB2-3F70-041E-0742-6F65782E4544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80" creationId="{F400E9C4-398F-BD73-3E7E-2A9D9DF0F6D5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81" creationId="{E7264277-06B8-17BA-2D48-7381C3B8B987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7" creationId="{71CDCF6D-472D-3315-2EA9-BCB7CF9C3E55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8" creationId="{4E0A321A-EFD1-E5C4-9385-E9A4C7700627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9" creationId="{BE9B22CE-450D-8627-92D6-6AADFA3B2D85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0" creationId="{F6C9C7A6-3287-8223-9704-26D6AF83300C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1" creationId="{9756470B-0393-7237-C48B-2AD10D5477D1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2" creationId="{8B8D668B-3BF3-BD7F-A9CD-977ABF9D542B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3" creationId="{07000C2C-1CD2-19A9-0E56-FD6484794764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4" creationId="{5FB2C2D5-746A-46F6-6E03-2EE041B701B4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5" creationId="{995A6C0A-9D02-3383-2CE7-4873563D9FE7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1" creationId="{A325E6CC-740C-D2EB-3B27-0A5B2585531D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2" creationId="{6914177E-F0D5-9322-4C79-6BDB41D94DCF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3" creationId="{3841F051-E3A8-8C2F-835F-D9EB83196398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4" creationId="{365C621F-B578-CF43-7B6D-7693F1258D1E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5" creationId="{57818C53-3891-29CE-1DE6-414B0150E3F0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6" creationId="{26350A5F-778F-9CEB-EA8F-0DF5BA03591D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7" creationId="{44524473-0921-29ED-9F11-24E2425E21EF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8" creationId="{5D0C26A1-1641-DEA1-22CC-2561825E7F4E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9" creationId="{D8A87E2B-1A73-A10C-E036-B82490C5E359}"/>
          </ac:spMkLst>
        </pc:spChg>
        <pc:spChg chg="del">
          <ac:chgData name="이민재" userId="f97f16f7-28a5-49bd-9e05-fb3ef63d7997" providerId="ADAL" clId="{9BD091B5-BB1A-44A0-8AB3-204ECA7231B1}" dt="2023-07-31T12:44:03.377" v="8716" actId="478"/>
          <ac:spMkLst>
            <pc:docMk/>
            <pc:sldMk cId="374704570" sldId="844"/>
            <ac:spMk id="384" creationId="{F0D15440-D172-01DF-94C3-A17C8B504CE7}"/>
          </ac:spMkLst>
        </pc:spChg>
        <pc:spChg chg="del mod">
          <ac:chgData name="이민재" userId="f97f16f7-28a5-49bd-9e05-fb3ef63d7997" providerId="ADAL" clId="{9BD091B5-BB1A-44A0-8AB3-204ECA7231B1}" dt="2023-07-31T12:44:01.462" v="8715" actId="478"/>
          <ac:spMkLst>
            <pc:docMk/>
            <pc:sldMk cId="374704570" sldId="844"/>
            <ac:spMk id="385" creationId="{A5A4AE5B-9E39-F367-0594-EA0CEFE5A8FE}"/>
          </ac:spMkLst>
        </pc:spChg>
        <pc:spChg chg="del">
          <ac:chgData name="이민재" userId="f97f16f7-28a5-49bd-9e05-fb3ef63d7997" providerId="ADAL" clId="{9BD091B5-BB1A-44A0-8AB3-204ECA7231B1}" dt="2023-07-31T12:44:01.462" v="8715" actId="478"/>
          <ac:spMkLst>
            <pc:docMk/>
            <pc:sldMk cId="374704570" sldId="844"/>
            <ac:spMk id="386" creationId="{E2AF85B2-B649-318B-12B3-C0BC8831A809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387" creationId="{3AF08C85-3108-E2F2-37DE-2F8BA7EED385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389" creationId="{11304B6B-9F92-DD88-1FD3-6FAFBB92EE1D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390" creationId="{451EAB91-DD19-328D-08CE-1F67750DE02A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4" creationId="{F99CE469-15E4-8365-E6C1-8C4547500C7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5" creationId="{11519FF2-5AB9-88F5-464D-6CE1FE25BD21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6" creationId="{194304D2-470B-162F-7E6F-7879BF10B777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7" creationId="{164FA4BB-B374-5872-69DD-6ACB5C3B906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8" creationId="{4FB9CFE8-542A-1162-BF60-7D7AD4B3C0A8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9" creationId="{7037D28C-15C1-CFA2-2A0C-80DAFC5DA67F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0" creationId="{654E1225-F3D0-9E7C-5A4C-932E8899D38D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1" creationId="{8480F7F6-9CE0-9C20-FC52-C86430A0E32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2" creationId="{D371F8F1-8885-91F9-00FD-81E2B86D704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5" creationId="{2B1CFCB5-B2A4-093D-170C-4C87ACD696C9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6" creationId="{11D9EC64-14EC-DCAE-B564-FEDA92874C4A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7" creationId="{D6826CF2-C1EC-0E53-18B5-46C6946F4280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8" creationId="{2113B3EB-5A78-E823-F696-2531F0831704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9" creationId="{7481D40C-B76B-2582-30B1-A73C15706C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0" creationId="{BFBD119D-B147-A3C9-3094-0E42B27AA9AD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1" creationId="{3F3427BE-948E-D708-2441-46E7056C02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2" creationId="{635BBAB2-7E2C-FD98-B6D5-B944287D5535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3" creationId="{30DDB789-25B2-8C7F-DC1C-228E77968393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4" creationId="{5193AAF8-C030-238B-B664-4B4141BB25B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5" creationId="{6659E71D-B17A-3761-DD72-C91E6703650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6" creationId="{1E3BA907-74D6-0CBC-BE1B-4B28B8AE3693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7" creationId="{AE495E8D-1714-94E8-4514-CD3119A315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8" creationId="{BC4C8179-ACD0-86AF-3ECB-C32A4003F85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9" creationId="{4646EFFF-C499-C707-E59F-223B4B3D9B80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80" creationId="{9EE8C28C-3AF8-917D-D5FC-D720AFD5F630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1" creationId="{488273D5-FA48-7062-7F0A-03D2472A2002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2" creationId="{54674E77-F3D5-544D-604D-9625932F081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3" creationId="{650F64F3-7790-E055-571A-85710562BA3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8" creationId="{9F09FE3F-03CE-D4D6-A75D-9A41B2FF3B4E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9" creationId="{5481C15D-475E-9909-F112-EF4C9F7349BA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0" creationId="{752E1E92-6CB1-6C71-C686-67C74CF4E6FA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1" creationId="{C96D6E2A-FCB5-9729-BCF1-D5C0CA387A7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3" creationId="{D6D38E50-AAE7-42C6-B581-03DEA6D184EF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4" creationId="{757D8C98-9F67-B9CA-C346-60238E34A9D0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3" creationId="{66E36FC2-CB97-79A0-CCB6-5B7AE4FBA6A7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4" creationId="{27887F1D-F6D2-CDF1-2151-D00612FB9A61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5" creationId="{0EC80F19-B349-030C-5E02-D61A0C79EA4D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6" creationId="{896EAE97-A36A-D8B6-F350-456D7832ACB8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7" creationId="{6F697904-337A-65A4-1BBC-D5A6FA5BF9B9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8" creationId="{0119A9DD-86EB-132C-5CD4-4CCCDA2D6885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9" creationId="{5503B277-1462-1533-1F26-16BCC8C966F0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10" creationId="{CABFE861-7CD5-10DB-6AEB-97A9208D39AF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11" creationId="{A4EEF0A9-1B45-B176-76D0-B4D0898667B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19" creationId="{40063951-EF4D-D04A-909D-E9E2FF068A4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0" creationId="{2841DBC5-25AD-4312-6182-E2E5DC114ED1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1" creationId="{D34BFA62-5019-077F-446C-33A4CA90B3D6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2" creationId="{810354AE-FF7D-F300-4C10-00DC7358E26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1" creationId="{94016E2C-C28D-8321-6ACE-FDD732C36DED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2" creationId="{D7429911-22DF-92F2-2FFE-3D37EFC490B2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3" creationId="{DCAFC866-38ED-6E69-229F-7D8C8CB262F4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4" creationId="{5998E185-832C-148E-5AD5-74D367185B89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5" creationId="{0148ED3F-D77E-3D2D-E6AA-44CD4A0F6E6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37" creationId="{2E272C6A-443B-3B21-FBFC-F02A8907444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39" creationId="{1A8EE6E3-2619-8BB6-85D1-3A03D8EC214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40" creationId="{0C98F984-E63A-1B54-608B-2B8AD060890B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41" creationId="{9CF23BFF-29A9-B3DA-69BE-401B98D2175A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836" creationId="{1A139E0F-7F12-4874-3688-16D256DC53E5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58" creationId="{42C051F5-88FE-E709-0067-5EFF93796201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4" creationId="{3142EFF7-446E-E72B-D068-B6FF134D7D4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5" creationId="{EF4E25C3-00B0-41ED-962F-1E5D7B31153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6" creationId="{6DB47F39-518F-A920-75B1-B6FB9DE8CBE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7" creationId="{A4E6765C-0F55-BF17-631E-836FC63CCEFA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7" creationId="{23CCEABD-8CAA-8C40-59E6-C2341989AE2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8" creationId="{F1A86812-A88D-E2C0-B27B-CED3481AA86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9" creationId="{E0AA39E6-FF02-94F8-630E-46B53A6906D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10" creationId="{CB1299A3-2209-EAD1-5157-0C8C203E3F7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1" creationId="{EC20EF94-57C1-4ADC-386F-BFB41BAA172B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2" creationId="{56B2638A-0929-700F-7F90-E1537B5A9E3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3" creationId="{0F195EA8-45E8-C386-6A99-801D2802528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4" creationId="{65BE86FF-89B5-7E50-21E3-183FCE847F5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5" creationId="{11E03EB1-E3D0-4784-2458-57B79B5AB86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6" creationId="{EBF23843-C323-CE82-9A1C-96ECC94F586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7" creationId="{0603CBD8-F30C-947B-647A-7424CAAEDF2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8" creationId="{EEDB76CE-22FA-5744-48CA-1A40078C245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9" creationId="{2D96A84F-BBF1-AFC1-1A9E-C09AFC87330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0" creationId="{33AD5051-700F-4AD0-952F-BB011B613F0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1" creationId="{4899B9DD-FEDE-D664-07DE-70063D5EA4D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2" creationId="{5A81BB32-A591-2BC4-C659-2C8DAF07CC5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3" creationId="{45580303-4E7D-7B3A-5645-8282C009B40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4" creationId="{0717F1D7-7B26-FDA0-5573-E74CB18056E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5" creationId="{D30848B2-8A13-A0C1-1F60-A4FF118B390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6" creationId="{4501DAE1-C53D-B6E3-7748-EC3D0BC7F534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2" creationId="{0214F4B9-15DC-23C7-E7CB-89EA0D228B6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3" creationId="{2F32CAD2-AB6E-A1D7-F290-E096CE6312F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4" creationId="{C9F90398-F96F-4619-753B-F052E374A76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5" creationId="{87EEAB3A-E9D6-D1B3-D305-C9F222B9EC0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6" creationId="{BE5D561D-F92E-CBAE-EFDD-F813CA1AAF7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7" creationId="{D47049EE-4BBD-6951-A093-E6992776834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8" creationId="{A48B24C7-3F6A-3431-24E6-07F03B231D0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9" creationId="{40BD2598-BFC1-AA45-9B9D-49C6A356D3E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0" creationId="{607249B8-9EA0-0786-F38A-4D8B3DEAE78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1" creationId="{5CF7AAEA-DAFE-B808-77A5-657737654B6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2" creationId="{49364027-9ADB-A27D-3818-B16093EC84A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3" creationId="{B0683F56-F4B7-5E94-809A-3112A42FD57B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4" creationId="{0E50ACE1-63BC-6156-2375-196866CB1BA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5" creationId="{AE057F9A-FA28-9033-9B8E-B234F7C7C95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6" creationId="{E43EFAB6-92EA-DF77-BB78-DEE7287CA14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7" creationId="{C9A464F5-1B5C-8ED9-4F2A-E11C903DDE5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040" creationId="{F7E579A7-AF97-2776-4586-BD249E80593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055" creationId="{D113C94D-E12B-7397-057D-9FFC9B4F9B6A}"/>
          </ac:spMkLst>
        </pc:spChg>
        <pc:spChg chg="mod">
          <ac:chgData name="이민재" userId="f97f16f7-28a5-49bd-9e05-fb3ef63d7997" providerId="ADAL" clId="{9BD091B5-BB1A-44A0-8AB3-204ECA7231B1}" dt="2023-07-31T12:59:37.377" v="8977" actId="20577"/>
          <ac:spMkLst>
            <pc:docMk/>
            <pc:sldMk cId="374704570" sldId="844"/>
            <ac:spMk id="1115" creationId="{FB6B91B6-BB74-C461-C7DB-461799CD78B1}"/>
          </ac:spMkLst>
        </pc:spChg>
        <pc:spChg chg="del">
          <ac:chgData name="이민재" userId="f97f16f7-28a5-49bd-9e05-fb3ef63d7997" providerId="ADAL" clId="{9BD091B5-BB1A-44A0-8AB3-204ECA7231B1}" dt="2023-07-31T12:33:39.726" v="8709" actId="478"/>
          <ac:spMkLst>
            <pc:docMk/>
            <pc:sldMk cId="374704570" sldId="844"/>
            <ac:spMk id="1183" creationId="{FD92B8F1-9859-5CAB-EA5B-EE8E5D3047FB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84" creationId="{E191994E-2418-3CEA-B9C0-D0E00CB9205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87" creationId="{7B0088A4-84DB-B75B-DAE2-0308DD939DE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90" creationId="{5A36535F-C93F-AE3F-65AE-4108FD913E3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267" creationId="{54A740C5-63D7-4538-E07F-C1EF7B5E97C8}"/>
          </ac:spMkLst>
        </pc:spChg>
        <pc:spChg chg="mod">
          <ac:chgData name="이민재" userId="f97f16f7-28a5-49bd-9e05-fb3ef63d7997" providerId="ADAL" clId="{9BD091B5-BB1A-44A0-8AB3-204ECA7231B1}" dt="2023-07-31T12:52:17.896" v="8861" actId="14100"/>
          <ac:spMkLst>
            <pc:docMk/>
            <pc:sldMk cId="374704570" sldId="844"/>
            <ac:spMk id="1417" creationId="{CE666C54-76A2-4185-5A1B-ED417F66FE6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455" creationId="{4598FF46-1E4A-3FC1-B3A2-6089DB2BCCF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457" creationId="{0CDE57DA-57D0-B883-38F9-5BF9DCDA6BFF}"/>
          </ac:spMkLst>
        </pc:spChg>
        <pc:grpChg chg="add del mod">
          <ac:chgData name="이민재" userId="f97f16f7-28a5-49bd-9e05-fb3ef63d7997" providerId="ADAL" clId="{9BD091B5-BB1A-44A0-8AB3-204ECA7231B1}" dt="2023-07-31T13:08:29.556" v="9040" actId="165"/>
          <ac:grpSpMkLst>
            <pc:docMk/>
            <pc:sldMk cId="374704570" sldId="844"/>
            <ac:grpSpMk id="185" creationId="{6A0C3F22-7855-EFCB-5BBB-6391F2F8C2BB}"/>
          </ac:grpSpMkLst>
        </pc:grpChg>
        <pc:grpChg chg="del mod topLvl">
          <ac:chgData name="이민재" userId="f97f16f7-28a5-49bd-9e05-fb3ef63d7997" providerId="ADAL" clId="{9BD091B5-BB1A-44A0-8AB3-204ECA7231B1}" dt="2023-07-31T13:12:21.729" v="9058" actId="165"/>
          <ac:grpSpMkLst>
            <pc:docMk/>
            <pc:sldMk cId="374704570" sldId="844"/>
            <ac:grpSpMk id="186" creationId="{34D940FA-B0D0-E787-B92F-700108BF4BC8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7" creationId="{8F75CCCD-FAFD-802A-954E-2DCAF20F5FE7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8" creationId="{51295AE7-6951-156C-3C0F-8C707865B363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9" creationId="{05F9275C-C577-4A5D-6407-ECB4D9584925}"/>
          </ac:grpSpMkLst>
        </pc:grpChg>
        <pc:grpChg chg="mod">
          <ac:chgData name="이민재" userId="f97f16f7-28a5-49bd-9e05-fb3ef63d7997" providerId="ADAL" clId="{9BD091B5-BB1A-44A0-8AB3-204ECA7231B1}" dt="2023-07-31T12:54:02.097" v="8924" actId="1036"/>
          <ac:grpSpMkLst>
            <pc:docMk/>
            <pc:sldMk cId="374704570" sldId="844"/>
            <ac:grpSpMk id="391" creationId="{6B517274-2352-C163-A575-F9314ABF6A8C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01" creationId="{8C101206-625F-F9FB-0136-19E996C39B2E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02" creationId="{06750EC6-F61C-82DE-BC78-24C289D6548C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18" creationId="{0AF3849A-CF5C-DF57-6FA8-8170845EA02D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42" creationId="{36A19FB6-0CBF-6FDF-4F96-DC8719EC933E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48" creationId="{3BD645AD-D1BF-428B-AFEB-4537FC31C0D2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53" creationId="{75616AA1-38F8-4C39-D837-E83A7C461E7A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11" creationId="{EAE94BB0-A822-829B-EDE8-21C4ABAA2649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16" creationId="{127D17E7-82CE-46E0-73D1-C19CBAEAC784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21" creationId="{D0337EB9-0995-7C63-BDD1-2F894B56B962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26" creationId="{79AFC824-7F15-F45F-91B2-71F7737BBC11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47" creationId="{FFE25A3F-75DB-3CE6-F05F-965548FF3D8B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80" creationId="{1B2C5B37-4275-150F-A667-99AEF5491AAE}"/>
          </ac:grpSpMkLst>
        </pc:grpChg>
        <pc:graphicFrameChg chg="add mod">
          <ac:chgData name="이민재" userId="f97f16f7-28a5-49bd-9e05-fb3ef63d7997" providerId="ADAL" clId="{9BD091B5-BB1A-44A0-8AB3-204ECA7231B1}" dt="2023-07-31T13:04:01.098" v="9014" actId="1076"/>
          <ac:graphicFrameMkLst>
            <pc:docMk/>
            <pc:sldMk cId="374704570" sldId="844"/>
            <ac:graphicFrameMk id="6" creationId="{351784CF-DB72-A1A6-6F1A-ECC2B40D493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8" creationId="{005A1251-EF02-1426-A23A-8D3405CD5021}"/>
          </ac:graphicFrameMkLst>
        </pc:graphicFrameChg>
        <pc:graphicFrameChg chg="add del">
          <ac:chgData name="이민재" userId="f97f16f7-28a5-49bd-9e05-fb3ef63d7997" providerId="ADAL" clId="{9BD091B5-BB1A-44A0-8AB3-204ECA7231B1}" dt="2023-07-31T14:01:59.147" v="9212"/>
          <ac:graphicFrameMkLst>
            <pc:docMk/>
            <pc:sldMk cId="374704570" sldId="844"/>
            <ac:graphicFrameMk id="8" creationId="{648984DD-DD65-F8C5-061D-BCD51EB00B5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9" creationId="{3A09B6C0-731A-915F-6991-D5F272A8D9F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2:50.052" v="9223"/>
          <ac:graphicFrameMkLst>
            <pc:docMk/>
            <pc:sldMk cId="374704570" sldId="844"/>
            <ac:graphicFrameMk id="9" creationId="{528DA5EA-7333-52FA-685C-4B03AAB1CDC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10" creationId="{51598B02-B4A5-EB33-3B7D-E59D5D0E8A3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11" creationId="{21E2FC46-C2E1-A586-A0F4-794B6DAB5B73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30" creationId="{ECA9A7D1-CCC9-3E38-C69F-1309BF2E981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3" creationId="{119B9431-61FA-002E-B03E-00016F6D1F2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4" creationId="{46F2696E-EAE6-ECD4-DC64-D1B6D16373B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5" creationId="{E193D55A-BF71-E980-2794-D802F287CE8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6" creationId="{486FA294-7575-1A78-850B-24CD78305461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2" creationId="{EFE99680-7A81-BDD5-21D8-2A79A30C827E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3" creationId="{FF0BEDB3-CE89-A303-CF36-F56DF5A75BCC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4" creationId="{111FA912-1EE4-F322-9ABC-935EC2D12C88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5" creationId="{775835F4-0BCD-8FEB-41A8-7E3413E12B53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3" creationId="{32410F55-6B94-DFCF-53DE-535BD236217E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4" creationId="{076A3B8F-438E-E5DA-7320-F2B11AB26C7F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6" creationId="{A6682A21-00B1-3D51-C105-52EE6CDF10E1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7" creationId="{3FC1D54A-4F52-F417-B2CC-D114CD1840BC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160" creationId="{844C7B30-A3A4-E9E6-19B4-F160AE828F5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3:04:55.417" v="9017" actId="478"/>
          <ac:graphicFrameMkLst>
            <pc:docMk/>
            <pc:sldMk cId="374704570" sldId="844"/>
            <ac:graphicFrameMk id="178" creationId="{7B5938DE-E7C5-C697-9132-ABFEA26620ED}"/>
          </ac:graphicFrameMkLst>
        </pc:graphicFrameChg>
        <pc:graphicFrameChg chg="del">
          <ac:chgData name="이민재" userId="f97f16f7-28a5-49bd-9e05-fb3ef63d7997" providerId="ADAL" clId="{9BD091B5-BB1A-44A0-8AB3-204ECA7231B1}" dt="2023-07-31T12:33:39.726" v="8709" actId="478"/>
          <ac:graphicFrameMkLst>
            <pc:docMk/>
            <pc:sldMk cId="374704570" sldId="844"/>
            <ac:graphicFrameMk id="198" creationId="{F028508C-ED18-D920-1DE8-0C0A1A28C447}"/>
          </ac:graphicFrameMkLst>
        </pc:graphicFrameChg>
        <pc:graphicFrameChg chg="add mod">
          <ac:chgData name="이민재" userId="f97f16f7-28a5-49bd-9e05-fb3ef63d7997" providerId="ADAL" clId="{9BD091B5-BB1A-44A0-8AB3-204ECA7231B1}" dt="2023-07-31T13:11:10.214" v="9051" actId="1076"/>
          <ac:graphicFrameMkLst>
            <pc:docMk/>
            <pc:sldMk cId="374704570" sldId="844"/>
            <ac:graphicFrameMk id="252" creationId="{07C91C07-1283-874F-BD18-970AF6664D15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6" creationId="{E93792C8-E58E-CE3D-283C-5A90DE4DBED4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7" creationId="{97DD16F6-9590-881B-19D1-B3BE32704086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8" creationId="{60BB3CEA-BEBB-9387-69FA-2701748EA33E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9" creationId="{EC59782B-A0CF-BD33-27F5-EB53D3E3D1B2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0" creationId="{8F41662F-1A18-C5FC-6D0B-E8F91F196D6C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1" creationId="{7E73CF13-5A65-14B4-91FC-11FCF8322D44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2" creationId="{6504B3A3-B5ED-218B-187A-1777BF970FB9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3" creationId="{7E6AA9CE-821A-5B33-CD97-8AA8120B13E9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4" creationId="{81204265-10CC-A06C-6C4F-F86FD43CFA0B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5" creationId="{FDE725D8-255B-B7C2-D6B9-3B7794C37977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6" creationId="{C6988CC1-5039-1252-8906-E0125FC2C4D0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7" creationId="{3DE02608-6324-3D2B-E2D8-E688E99E2CEA}"/>
          </ac:graphicFrameMkLst>
        </pc:graphicFrameChg>
        <pc:graphicFrameChg chg="modGraphic">
          <ac:chgData name="이민재" userId="f97f16f7-28a5-49bd-9e05-fb3ef63d7997" providerId="ADAL" clId="{9BD091B5-BB1A-44A0-8AB3-204ECA7231B1}" dt="2023-07-31T13:29:08.741" v="9192" actId="207"/>
          <ac:graphicFrameMkLst>
            <pc:docMk/>
            <pc:sldMk cId="374704570" sldId="844"/>
            <ac:graphicFrameMk id="719" creationId="{9D72454B-220A-3CE9-A83A-9D5AD3437E0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59" creationId="{3602A38D-4230-DC2E-8E54-37B9CE58856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0" creationId="{0BAA8A1A-62CE-53B4-6598-D4AA9828237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2" creationId="{24F486D5-F71E-E7B5-7FC2-1A4B9ADEC9B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3" creationId="{2D2B4BC9-B51A-ED4D-6010-FCA276FEA601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97" creationId="{B953A11E-EA34-AA83-7C9A-B7870396D4CA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1" creationId="{D6930A43-6EDD-319B-CEF4-046AA09EFA1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2" creationId="{26AE6BAD-D40A-B8F6-1A22-0D1AB7B07DD2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3" creationId="{D175045C-AC79-5DE5-62D9-9773B345949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4" creationId="{E0354D37-6B6D-CFF8-C2DF-1F1D8DEA7D87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5" creationId="{048745A7-8C94-C426-E4A5-50370B7767C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6" creationId="{9E441042-BEB7-05F8-3FFC-A2D75F940F6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68" creationId="{9B261F33-DC78-038B-E12E-23EDC6FADC2B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69" creationId="{C1EDA1F7-A70E-FE10-81B5-0FC062284B6B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0" creationId="{59C2FA76-675D-4DED-DA54-D1B7B3155DE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1" creationId="{1514D0FC-BFBD-6FDC-D455-5C3E0A2C58C7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2" creationId="{8B2E2D82-5C22-DFB7-7041-F8056871B30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3" creationId="{927510CC-279C-8BB7-9A6B-D5FB6103E68D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4" creationId="{9328E6B9-9988-E2C3-6938-20BAB3A613F4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5" creationId="{31BE158B-0587-0429-BFD4-FB62A630287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6" creationId="{54E3B9A4-6DC2-5C8A-422E-3B52345B0AAA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7" creationId="{92D605AA-23BD-9F42-1221-CB3484D61973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8" creationId="{6BF15855-7949-557C-7F25-A41599DCABF4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9" creationId="{6504AE0A-30BD-F980-2D78-F339D513846D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52" creationId="{1FE2076E-166E-3006-89E9-279FC8D76265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88" creationId="{319B2C31-4650-EA3A-D340-014F37AD474E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89" creationId="{C8D6ADBC-8794-78C9-FBAF-D4F6847DCA1B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456" creationId="{6732749E-78BD-147A-9D25-B6B15A668CE7}"/>
          </ac:graphicFrameMkLst>
        </pc:graphicFrameChg>
        <pc:picChg chg="add mod">
          <ac:chgData name="이민재" userId="f97f16f7-28a5-49bd-9e05-fb3ef63d7997" providerId="ADAL" clId="{9BD091B5-BB1A-44A0-8AB3-204ECA7231B1}" dt="2023-07-31T12:58:30.816" v="8957" actId="1037"/>
          <ac:picMkLst>
            <pc:docMk/>
            <pc:sldMk cId="374704570" sldId="844"/>
            <ac:picMk id="172" creationId="{1A27AA1B-5D7A-E243-71F1-1BECAF30A8FE}"/>
          </ac:picMkLst>
        </pc:picChg>
        <pc:picChg chg="add mod">
          <ac:chgData name="이민재" userId="f97f16f7-28a5-49bd-9e05-fb3ef63d7997" providerId="ADAL" clId="{9BD091B5-BB1A-44A0-8AB3-204ECA7231B1}" dt="2023-07-31T12:58:30.816" v="8957" actId="1037"/>
          <ac:picMkLst>
            <pc:docMk/>
            <pc:sldMk cId="374704570" sldId="844"/>
            <ac:picMk id="173" creationId="{D09C1F48-0B7C-2E6E-0A9A-A7EDCBF4A49C}"/>
          </ac:picMkLst>
        </pc:picChg>
        <pc:picChg chg="add mod">
          <ac:chgData name="이민재" userId="f97f16f7-28a5-49bd-9e05-fb3ef63d7997" providerId="ADAL" clId="{9BD091B5-BB1A-44A0-8AB3-204ECA7231B1}" dt="2023-07-31T12:57:49.266" v="8928" actId="1076"/>
          <ac:picMkLst>
            <pc:docMk/>
            <pc:sldMk cId="374704570" sldId="844"/>
            <ac:picMk id="174" creationId="{FA739401-76FC-E21F-D5EA-E55E4AC18612}"/>
          </ac:picMkLst>
        </pc:picChg>
        <pc:picChg chg="add mod">
          <ac:chgData name="이민재" userId="f97f16f7-28a5-49bd-9e05-fb3ef63d7997" providerId="ADAL" clId="{9BD091B5-BB1A-44A0-8AB3-204ECA7231B1}" dt="2023-07-31T13:05:39.601" v="9035" actId="1076"/>
          <ac:picMkLst>
            <pc:docMk/>
            <pc:sldMk cId="374704570" sldId="844"/>
            <ac:picMk id="180" creationId="{D0D050F9-F1CE-E862-F0CE-BB2E38FF4F58}"/>
          </ac:picMkLst>
        </pc:picChg>
        <pc:picChg chg="add mod">
          <ac:chgData name="이민재" userId="f97f16f7-28a5-49bd-9e05-fb3ef63d7997" providerId="ADAL" clId="{9BD091B5-BB1A-44A0-8AB3-204ECA7231B1}" dt="2023-07-31T13:29:36" v="9193" actId="1076"/>
          <ac:picMkLst>
            <pc:docMk/>
            <pc:sldMk cId="374704570" sldId="844"/>
            <ac:picMk id="254" creationId="{3A6C2AB8-6EB0-6D67-97D6-1EDCE29B3206}"/>
          </ac:picMkLst>
        </pc:pic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2" creationId="{DA130B0B-BF22-F409-749F-A74CC9F5CE1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4" creationId="{E51BA4C2-FA12-A255-44FD-6C46A85ADBA6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5" creationId="{305BE3D5-B94D-22E8-2788-4E4BEBDF5091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6" creationId="{EF075114-CC80-A4F3-8A44-9F27F4BF962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9" creationId="{CB12414A-293C-0569-FA74-AF9E321DD41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0" creationId="{0378D205-FE01-DC54-88C8-C4CAD77AFFC5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1" creationId="{C237A58B-F192-9C82-518C-5B4C70E72CE4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2" creationId="{DE38561E-219F-D26F-3AEB-B2183DDEFB74}"/>
          </ac:cxnSpMkLst>
        </pc:cxnChg>
        <pc:cxnChg chg="add del mod">
          <ac:chgData name="이민재" userId="f97f16f7-28a5-49bd-9e05-fb3ef63d7997" providerId="ADAL" clId="{9BD091B5-BB1A-44A0-8AB3-204ECA7231B1}" dt="2023-07-31T12:45:48.277" v="8721" actId="478"/>
          <ac:cxnSpMkLst>
            <pc:docMk/>
            <pc:sldMk cId="374704570" sldId="844"/>
            <ac:cxnSpMk id="52" creationId="{2AAD46AA-7F76-5741-7E1F-35F3FF1C25BF}"/>
          </ac:cxnSpMkLst>
        </pc:cxnChg>
        <pc:cxnChg chg="add del mod">
          <ac:chgData name="이민재" userId="f97f16f7-28a5-49bd-9e05-fb3ef63d7997" providerId="ADAL" clId="{9BD091B5-BB1A-44A0-8AB3-204ECA7231B1}" dt="2023-07-31T12:45:50.917" v="8722" actId="478"/>
          <ac:cxnSpMkLst>
            <pc:docMk/>
            <pc:sldMk cId="374704570" sldId="844"/>
            <ac:cxnSpMk id="53" creationId="{4F7C26C7-243E-6943-A286-0649C553C13A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59" creationId="{3C8D8C3A-1EE6-0C57-12D4-ED0B8EFA9831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60" creationId="{F92AE63E-9D0C-2231-B096-04A6BEC4D8FC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61" creationId="{DFEE57F7-5AB6-4E0E-92A3-EDEC166830BC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6" creationId="{C51E3FD9-B405-40D0-0187-0E3D3E688209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7" creationId="{DC127407-F848-AFB2-A021-FEB6081A878E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8" creationId="{A70F465E-2A7D-7721-2063-89133E976D6B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9" creationId="{4440C1FA-5656-76EA-AFA3-F8BCF95CC0B0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2" creationId="{C9371164-5E5D-CED2-7D55-AB9FB4C238AA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3" creationId="{B452D67F-51B3-E1C6-3A02-2E68E376910E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4" creationId="{961BFB81-41C6-58AE-0A8E-22F84B9AC16B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5" creationId="{30914CB8-286E-7C52-1E4B-5BEE0010F2A8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167" creationId="{FC8124B7-A683-2FAE-BAEC-7560166A3834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1" creationId="{A5CA316E-AA17-8501-6992-99FB30344521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2" creationId="{0358BD35-5F91-45E7-2BF1-ACC209D2DFCE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3" creationId="{3BEEA21F-2520-1E1F-4C45-1B0959CB36E8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4" creationId="{F979614F-770A-2940-3AC7-CD6479EA021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5" creationId="{F7994640-6D15-5729-4164-CADC4B4E5BD2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6" creationId="{DE6C4939-24B5-508D-7201-73D682E6E86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6" creationId="{D10EDBEB-58E1-2B71-ABEC-5605A8E221AA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7" creationId="{1B4BD330-6111-0937-9EFC-CF92B3AF83A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8" creationId="{BDD5FAA5-737C-53E1-8501-8E8FDA07925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9" creationId="{EC589946-D3DA-C2B6-3153-D3274ECDBB6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20" creationId="{39AADA61-CC90-82A3-A647-70951498734B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21" creationId="{FE509F21-3F57-AE75-BB9A-6F72124F1F4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1" creationId="{9342109F-7A30-8858-1C3E-B23383F457F7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2" creationId="{4DDEEF8C-1C9F-B64C-1E27-B3BF62971BA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3" creationId="{14142876-7C63-4247-E914-688F490082C5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4" creationId="{ECCF31AE-5732-CC7E-E016-BEC412E3898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5" creationId="{A200984A-87CD-2A3B-FA99-58B60B82160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6" creationId="{D3D41E73-437B-3955-F3CD-641CF2B15322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6" creationId="{E3AEF797-C58C-56E4-B0A7-4A859075DB8A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7" creationId="{0FB94B13-2EE6-3A60-8DB5-B3A4FF86BB2C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8" creationId="{DC7DC19F-64A2-0C2C-AB42-C3B2016D3CCC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9" creationId="{200776A6-4D67-52B5-23AC-23EB71D11F56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50" creationId="{5A2A7A3C-0751-93E6-31E5-0E38A30121B7}"/>
          </ac:cxnSpMkLst>
        </pc:cxnChg>
        <pc:cxnChg chg="del mod topLvl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51" creationId="{BE47B8FB-86E7-C507-7836-4D29F74E758F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7" creationId="{A8BAECD1-0A52-67A3-1F88-AC3E6748D61B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8" creationId="{020E9CE6-0F03-56AA-A16B-2687F69C2210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9" creationId="{403C00D2-4DFC-998E-AEBB-FFBB63EB4625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0" creationId="{41CEEF74-B21F-196B-5F1B-58F6459F2A6E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1" creationId="{DB489CE7-EEFD-FEB8-1C37-A2FA35BFADF4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2" creationId="{83AC869F-1FA7-3A82-F83D-62BE170E1E88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2" creationId="{4D28374E-3894-AACF-375A-642EE4F9BA68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3" creationId="{83552081-6157-4C88-0751-FC3C0FF88983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4" creationId="{0EF2BA5C-7F2F-7D04-22FD-C9983B5C6B14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5" creationId="{680DB911-5140-AF20-8C99-61AD94BA916E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6" creationId="{3B378410-632A-A317-212B-81253A1F0D7B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6" creationId="{874C291E-A9BC-32F4-8DD2-290544BE113F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7" creationId="{2B9F01B6-E6BA-F351-45A4-956F0DD97EE4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8" creationId="{CE654B52-0F7A-6865-BFBF-F343008966E1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9" creationId="{1A49B2C8-C306-8EFA-A0D8-AC79C5BCDCB8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300" creationId="{4D758A07-7B80-5950-2655-0292B8C06D6C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310" creationId="{D01D799A-E903-7044-A7CB-0863F44E582D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311" creationId="{421FC1DC-F279-EBEA-2503-C6A7D843BA46}"/>
          </ac:cxnSpMkLst>
        </pc:cxnChg>
        <pc:cxnChg chg="mod">
          <ac:chgData name="이민재" userId="f97f16f7-28a5-49bd-9e05-fb3ef63d7997" providerId="ADAL" clId="{9BD091B5-BB1A-44A0-8AB3-204ECA7231B1}" dt="2023-07-31T12:54:02.097" v="8924" actId="1036"/>
          <ac:cxnSpMkLst>
            <pc:docMk/>
            <pc:sldMk cId="374704570" sldId="844"/>
            <ac:cxnSpMk id="388" creationId="{A61632B0-7D14-9FEC-4F04-A39AC337C29F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6" creationId="{4150BB43-07A5-2845-9EB4-F7C187B044C3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7" creationId="{289CD528-4D81-D19E-570B-BA67DC2FDCDE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8" creationId="{0F7BB334-2D10-3CFE-7402-2BCDEE7059F5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9" creationId="{4E6E5B69-DD40-8B13-A32E-FF40FE2FD301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30" creationId="{C2BD7E9E-AE4E-691F-9E7E-370EB4F9D007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431" creationId="{080C6509-8B23-C108-EEFA-BA1761DAA4A2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432" creationId="{AE236C54-1FCD-9072-AFC2-1505D28DA016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433" creationId="{8ED577C0-8DFB-321C-F3CB-7C57D4C058AB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3" creationId="{E65F158E-306E-164D-990E-4387E127790F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4" creationId="{82AD1D70-3729-4D92-5009-D65F8E3E7DA7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6" creationId="{9857EB88-CA11-CE5C-B849-1E3C659B4D6E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8" creationId="{9673E2C7-C66E-EB9E-0B4B-64D82A355B7A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9" creationId="{0A42FD67-7763-2775-5411-0EDBB785F519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4" creationId="{0997575C-F6D5-946E-AC99-30301D021CEF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5" creationId="{77250E89-28BB-4134-D5BF-A7D9C301BB36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6" creationId="{8A06D2B7-8393-FF4A-78E5-FE46B033D393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7" creationId="{F0BB3677-3DA1-B8CD-F490-F2086AFC668F}"/>
          </ac:cxnSpMkLst>
        </pc:cxnChg>
        <pc:cxnChg chg="add mod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459" creationId="{218EBBA8-E333-9A4E-8D77-7A52630C19D4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60" creationId="{9DED0929-0B7F-6DA4-1F75-552999418FE5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1" creationId="{03A756BB-C56C-AE76-A5ED-4B493AAB8A3E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2" creationId="{121AE3F3-33CE-5107-165F-3601D95271ED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3" creationId="{5CD8B68E-543B-7008-DC51-CC23E0665F60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4" creationId="{3C98A062-3370-3C2A-02CB-5E9033B1D922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5" creationId="{39101C8A-3C4B-9D27-0B63-A339779363C6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6" creationId="{129F6973-8035-A3EE-4A76-F9D9D155CAB7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7" creationId="{03916906-4794-4B33-6FD5-335D6AD7426A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8" creationId="{12B52600-E943-EA66-B3DF-84DE29CD5EA1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9" creationId="{12B07661-CF8A-ADC6-68BF-B0B19DCF9FFD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500" creationId="{99A33C2C-3140-F201-9A53-D0D798198C3F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2" creationId="{124F1DDA-51D8-8F7C-CC1B-2E7814AA5D15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3" creationId="{DEDDD1D8-C33A-78E5-D584-B6ED866D5522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4" creationId="{685EF1CF-89B3-81D4-9943-4ECF756D7A71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5" creationId="{3C803574-26FF-FE12-730E-65DC90C4E2B4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6" creationId="{ABA84B5A-49D3-4B2F-B150-17FBA35BB06C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7" creationId="{402862A3-4C9A-1762-BC01-EC325EB12D1A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36" creationId="{6ED9B160-CC78-13C3-FD6B-73F2D3532972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38" creationId="{A3EE107F-E5DA-507D-432A-FCFA8D5561D4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2" creationId="{1C023195-82FE-A426-B8E3-5D5C3608E332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3" creationId="{2CE55258-0A0C-CDC3-F5E4-6DE5CAC56B2E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4" creationId="{718AFBE7-CA66-0CBF-0728-4EB8CDD42FC8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5" creationId="{7E5D843C-71BA-7633-9564-8B4B82A4B9DC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89" creationId="{3745C768-17BD-1873-13E0-12CD3124A2BD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0" creationId="{9736A9CC-F285-A9CC-0A53-C9C7176867E1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1" creationId="{D706AB64-6384-4CB2-C99D-6F14C1024041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2" creationId="{B3B91EDF-52D2-23D6-7530-CABF1A9335B9}"/>
          </ac:cxnSpMkLst>
        </pc:cxnChg>
      </pc:sldChg>
      <pc:sldChg chg="addSp delSp modSp new mod">
        <pc:chgData name="이민재" userId="f97f16f7-28a5-49bd-9e05-fb3ef63d7997" providerId="ADAL" clId="{9BD091B5-BB1A-44A0-8AB3-204ECA7231B1}" dt="2023-07-31T14:34:30.056" v="9649"/>
        <pc:sldMkLst>
          <pc:docMk/>
          <pc:sldMk cId="1711690427" sldId="845"/>
        </pc:sldMkLst>
        <pc:spChg chg="del">
          <ac:chgData name="이민재" userId="f97f16f7-28a5-49bd-9e05-fb3ef63d7997" providerId="ADAL" clId="{9BD091B5-BB1A-44A0-8AB3-204ECA7231B1}" dt="2023-07-31T14:03:16.286" v="9225" actId="478"/>
          <ac:spMkLst>
            <pc:docMk/>
            <pc:sldMk cId="1711690427" sldId="845"/>
            <ac:spMk id="2" creationId="{25AC1C56-2036-BB9B-3F65-7552DC7C7FDE}"/>
          </ac:spMkLst>
        </pc:spChg>
        <pc:spChg chg="del">
          <ac:chgData name="이민재" userId="f97f16f7-28a5-49bd-9e05-fb3ef63d7997" providerId="ADAL" clId="{9BD091B5-BB1A-44A0-8AB3-204ECA7231B1}" dt="2023-07-31T14:03:18.221" v="9226" actId="478"/>
          <ac:spMkLst>
            <pc:docMk/>
            <pc:sldMk cId="1711690427" sldId="845"/>
            <ac:spMk id="3" creationId="{3015AAA9-C311-ED30-B601-A0B562F9000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" creationId="{52E5BB71-1C97-7B63-97AF-2283973013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" creationId="{586A220A-8149-A39B-D2B7-1199825EDEE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8" creationId="{3298EB78-5D7F-E506-BEF5-D5EE6742213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9" creationId="{F787C7DF-5170-B701-2D40-5AFA8B830B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" creationId="{C869233B-C256-4370-3EC0-619A80D813F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1" creationId="{D4C93480-0F0C-99FE-934A-2601F134093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" creationId="{F5C36587-89C2-741C-73FE-709E12CD3E6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" creationId="{D1AFCAD8-93EB-0518-73C1-6FCBAC2D593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" creationId="{46DB6261-B184-B01E-9A4A-9ED9E4D7EF6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3" creationId="{B8A1A3C0-8BC9-B88E-494F-FBE25EDBA26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4" creationId="{87860162-5743-8F81-D428-7A2BEDA71EF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5" creationId="{D438311A-ADB2-0F0B-2A63-24E81766F62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6" creationId="{9DE96D02-D2CE-3D6F-61F6-5A387DBEE5F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7" creationId="{966D2180-DDEC-A6E9-EB44-32A9BC4B2C5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8" creationId="{54623EB3-E218-D5C7-4F06-F9B5A09D23D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9" creationId="{0A792BC7-7438-463B-F730-9152C1E8E15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0" creationId="{3DB8B608-122C-504B-29FE-9F84F6D8B4E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1" creationId="{D7F757AB-37FA-80D1-3D9B-8C0A7C29AA7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2" creationId="{CA349F03-08C5-6A3E-9F5E-6E563C32EB8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3" creationId="{A77586A0-E628-8D26-EEB2-00068F63547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4" creationId="{723D3113-184F-890D-2147-A59448CEECD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" creationId="{57EEDFFE-EF23-390A-8D71-77DF3D0C6AC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" creationId="{BCFC5FF3-FC06-E583-0375-67E51335FC2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" creationId="{FD7BD5D3-08CF-E031-7553-D272F4F7254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" creationId="{4CE0BFCE-51BB-DF52-9CD4-AA57BCC8D2E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" creationId="{22824B06-311D-6AF5-A2F3-6F7E83A3B2D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0" creationId="{CF1C3A15-7E2B-D528-A1A9-2DB5D4097AF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1" creationId="{EDBCE468-8DA7-8F88-EBB9-BD4F8C7CA44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2" creationId="{DC46EF0B-2A2F-1DE4-3D44-7122FBF5737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3" creationId="{A1C7C01C-5436-62ED-FD9D-53D42D22618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4" creationId="{96FD5DBB-7450-FB90-CE10-33005BF9DED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5" creationId="{1BE0F864-A9E0-63C7-9BBF-FD503E63B54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6" creationId="{9C093F2F-7F95-F661-576C-789E3DE28D7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7" creationId="{353E2180-E91C-81BF-7963-923C1F4EE0C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8" creationId="{B86BCDED-8C9B-853B-DB28-CACD27C675E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9" creationId="{4641D6E0-9DA9-40A2-B1B4-33E54E343B3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0" creationId="{54CB5A88-F7ED-6B71-2327-7AAA0BB929B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1" creationId="{BDE21F4E-3A42-AD40-1F00-4DDBC43F2BD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2" creationId="{D9D9A726-3DC8-9AED-4B6D-449F12B6295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3" creationId="{53A2D5CF-90CC-9725-2F53-8C12AC399CB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4" creationId="{B14D14E2-B98A-AFE7-DB35-F589B23B4E0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5" creationId="{B3889330-AA4A-8832-C734-3C4FBA2D9E0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6" creationId="{9344B3EC-E3A6-DD8D-CEF0-0B2C45A73DD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7" creationId="{66310178-8E9A-AF21-308E-53463DB4C06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8" creationId="{0AB9BBB4-F9CD-68E0-E419-2D74020F6CE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9" creationId="{A2286DA3-0036-3BBE-8230-187CA3AB8EA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0" creationId="{0F66AC90-5D31-2CD5-534A-DA0F2194EE7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1" creationId="{779B2599-1721-A0D1-AD21-952770B39D6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2" creationId="{14261BF9-B00E-BE5D-9F87-67A3DA709DD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3" creationId="{E3AD5B60-0E02-3A15-700A-C06F3A26B88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4" creationId="{1E6C1E1B-D6A3-D47C-C68A-90786B80531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5" creationId="{45A816FB-D8DC-E84B-75C8-431CCB7DB89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6" creationId="{40041349-2D92-CA84-7D0A-BCB18273430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7" creationId="{C2B33C97-2C99-793C-7152-47D8F15652C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8" creationId="{D5F3183D-184C-CE34-66FC-4A5005633E3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9" creationId="{7C252FBF-A77E-FFFB-CC81-E649CCF0273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0" creationId="{852564C4-1C00-861A-0936-844913E3507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1" creationId="{9B42C2A7-F454-3995-2BBA-3B585B2060A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78" creationId="{42B5F359-4849-1084-40E2-FD3478A2425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79" creationId="{D91B5B54-5AEC-1162-CAC8-5EA5AE08CF3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1" creationId="{CC535211-E57F-EFB8-517F-1E278322AF5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2" creationId="{B81C55FB-B24A-1225-E43A-189A788E654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3" creationId="{2FF17860-68C7-8DFC-7DE7-4F9B40765C3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5" creationId="{27A07A0B-5475-E8A3-392A-9B038483091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7" creationId="{7010A115-86FF-F630-953B-128AC31A887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9" creationId="{0FFD3BC2-58FE-53BF-949E-CD7E99CA115F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1" creationId="{BC6D8837-CA31-045A-5966-E352AD957EE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3" creationId="{E0AACD1F-C342-414E-862F-41DAFC3A491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4" creationId="{E780EA2D-C83D-B2AA-E4E2-77DB12EA610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6" creationId="{6A15A937-1224-8D00-0065-FCC124B630D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7" creationId="{6F3756BA-3326-EED1-7B66-0EE0A5BE9EF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8" creationId="{CF9A5669-5438-DE8F-286D-C5A15EBCB7D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0" creationId="{4094E1B4-4307-DCF5-FD73-AA2A214F3B7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2" creationId="{F6493AAB-E4ED-3864-F4B3-B16983987D9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3" creationId="{78CCEDC2-3ED2-4483-0833-62D6F92B968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4" creationId="{DCC9A7FC-DA76-7089-F43F-E1C13B2107A9}"/>
          </ac:spMkLst>
        </pc:spChg>
        <pc:spChg chg="add mod">
          <ac:chgData name="이민재" userId="f97f16f7-28a5-49bd-9e05-fb3ef63d7997" providerId="ADAL" clId="{9BD091B5-BB1A-44A0-8AB3-204ECA7231B1}" dt="2023-07-31T14:30:30.248" v="9594" actId="1076"/>
          <ac:spMkLst>
            <pc:docMk/>
            <pc:sldMk cId="1711690427" sldId="845"/>
            <ac:spMk id="107" creationId="{A8F050B3-3CD7-D9E4-6747-EA3EC678DB1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8" creationId="{E0050BC9-2B2E-6F54-7BDD-2D2F9BCFBE5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9" creationId="{C0B523EC-29BE-5D91-9087-BD99F4CC0A9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10" creationId="{A734B97A-34BB-0CBC-17CD-423A50D1EAF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11" creationId="{76A51E17-5087-4E54-DE0A-5082AC1824B0}"/>
          </ac:spMkLst>
        </pc:spChg>
        <pc:spChg chg="add mod">
          <ac:chgData name="이민재" userId="f97f16f7-28a5-49bd-9e05-fb3ef63d7997" providerId="ADAL" clId="{9BD091B5-BB1A-44A0-8AB3-204ECA7231B1}" dt="2023-07-31T14:20:28.411" v="9588" actId="5736"/>
          <ac:spMkLst>
            <pc:docMk/>
            <pc:sldMk cId="1711690427" sldId="845"/>
            <ac:spMk id="116" creationId="{C08E3A4E-6E58-1300-6D23-A3026069E106}"/>
          </ac:spMkLst>
        </pc:spChg>
        <pc:spChg chg="add mod">
          <ac:chgData name="이민재" userId="f97f16f7-28a5-49bd-9e05-fb3ef63d7997" providerId="ADAL" clId="{9BD091B5-BB1A-44A0-8AB3-204ECA7231B1}" dt="2023-07-31T14:20:28.411" v="9588" actId="5736"/>
          <ac:spMkLst>
            <pc:docMk/>
            <pc:sldMk cId="1711690427" sldId="845"/>
            <ac:spMk id="118" creationId="{1554CD8E-3A92-9D0D-62FC-5B67F888F5C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0" creationId="{B268FB7F-3A55-CB6D-66FC-5EC68ADFE8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1" creationId="{5B582297-B2A1-7231-3EFB-8FA574D93E9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2" creationId="{9E55E119-7C9E-ACBB-2023-62E01EF2F1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3" creationId="{882B50EB-5129-36F7-FC08-B1E339C50FB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4" creationId="{82678CA6-3A94-C4FA-2697-C87F232443D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5" creationId="{0E4C6C6E-86C7-CAED-4D31-3C5B31E3407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6" creationId="{44332D76-2A79-8E61-A887-89E26E02247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7" creationId="{FFE8507D-34C3-DB77-02AE-DCEFEC19F2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8" creationId="{5608F342-E992-1E93-905C-1CD1A5DE04A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9" creationId="{1C733BF2-04BD-F0FA-F798-462FF8EE660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0" creationId="{21703A7B-1AB9-CDCE-C044-73BC05C51F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1" creationId="{E3BFC2F0-DC1F-1D67-1CA2-88155D41DA6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2" creationId="{CAA5EA0C-06B7-8898-C3D0-3B35A06A8F4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3" creationId="{0B68F160-5034-4FC9-EB38-2E6FBB5D850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4" creationId="{4E0AB5FA-D01E-E7D4-DC8B-8FF2C99CF43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5" creationId="{BA200E53-CAB6-167B-A2FA-7E4FDBD6A6B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6" creationId="{8810D97F-C24B-F9B1-0426-DDCF221D2FE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7" creationId="{D25E0A9B-EC0E-7F89-70FB-95C41F06E4E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8" creationId="{C12C2BCE-0A77-7827-F0ED-1A791A09350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9" creationId="{CC44F00F-1AE8-EB48-136F-D3CC4450D6D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0" creationId="{36F77386-E9AD-FE17-3B4F-5C2AF6BD862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1" creationId="{4D307F9D-6328-51BA-EDAA-AD6DD4A2323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2" creationId="{A7C7308D-312F-4EB2-4E04-7529C52B683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3" creationId="{594CC16E-C928-DC8D-341F-DDC68EBF00B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4" creationId="{9BD48D04-BABB-CA96-5F4F-7EBC6155611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5" creationId="{DE757DF4-B4CE-DB59-DFF9-2DF7DE675E7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6" creationId="{4A015972-C5EB-C971-65D1-8ED6DF5075F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7" creationId="{C78DD794-A165-1970-3E0F-C2C6CCB8E7C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59" creationId="{5097CBE9-44A9-74A2-5DAE-03C6AE22789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0" creationId="{3B9D2F82-15D1-610C-0F69-FB1EB5D006A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1" creationId="{1688ED4A-010B-7E06-C470-3BB256E226F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2" creationId="{A81C0B02-D9A1-0F8B-C81C-8BCF71FEC1BB}"/>
          </ac:spMkLst>
        </pc:spChg>
        <pc:spChg chg="add mod">
          <ac:chgData name="이민재" userId="f97f16f7-28a5-49bd-9e05-fb3ef63d7997" providerId="ADAL" clId="{9BD091B5-BB1A-44A0-8AB3-204ECA7231B1}" dt="2023-07-31T14:19:15.026" v="9587" actId="5736"/>
          <ac:spMkLst>
            <pc:docMk/>
            <pc:sldMk cId="1711690427" sldId="845"/>
            <ac:spMk id="163" creationId="{077DFC14-5CE0-E8D4-AF70-DF3B7F18E8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80" creationId="{6D4B3F4F-3B9D-A75B-5CD5-E6CA73F65D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1" creationId="{2C4C5724-5391-B084-9C03-927297CB3E8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6" creationId="{911720E2-4291-D563-3AB1-65BE5D40481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7" creationId="{F049A875-C419-D78E-33E2-B4555D848A4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8" creationId="{4CEC8248-E502-018D-B439-2B8F08EC552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9" creationId="{F670B1F4-7846-8810-508B-5018B99A0C8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0" creationId="{2010F9B9-054C-D6A7-97CC-F1EF94FD610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1" creationId="{DDBC5374-B9CF-8B22-7904-C209B4F6BD1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2" creationId="{A154EB3B-70F9-2C82-D40D-B2D6B157725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3" creationId="{556CF938-1A61-ACD3-6F80-FF829B72B94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4" creationId="{E18C0A57-5107-9A04-14E8-8CC16318100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5" creationId="{BE65596C-550E-6E11-2969-8A1FB759FBB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6" creationId="{AD1BA3DF-F3DF-2033-32BB-9950BED7BCD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7" creationId="{8C317556-5DFB-EED4-0AC4-12A26A888B6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8" creationId="{668C7DA1-625C-F4B3-E2A1-73A11FA8AFF4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9" creationId="{A20AFE9F-2433-78D9-9991-0D5FFCA05AF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20" creationId="{85136E1C-4DAA-C44C-8CA4-8963E8E8D6B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21" creationId="{6A1762A4-E3A1-E13C-3065-E98679A54A3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50" creationId="{B25C0D45-582C-9798-AF45-01EDC08324C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51" creationId="{AFC2C03E-8CA0-4D30-3568-598C6994FAF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79" creationId="{995D4FFB-4C53-898B-E1CE-4B7A4D23404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0" creationId="{00FE713C-92BB-FD93-43E7-00E31C19193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1" creationId="{CB48A1B7-DFA9-32B3-18C2-D40C80967E8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2" creationId="{4BE201E3-F56D-A7D7-9BE1-BCCD4768725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3" creationId="{3686D20F-FB1F-F624-B46F-98679BCCAED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4" creationId="{5056463F-0DE9-8942-63B8-AA2F0A97B9A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5" creationId="{173BCD1B-C87D-222A-FB92-E79DFA3572C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6" creationId="{F78B3F98-33FE-1F7E-0F3A-58961655171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7" creationId="{BB40E449-07BC-D3D8-5A49-E55702C04B8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8" creationId="{9289BF1E-3011-06AE-F5B8-70BE63BB196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9" creationId="{2D6473E9-072D-8D36-CA30-4987C355D5E4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0" creationId="{77533EA4-A29E-724E-D8FF-CE8F3A51FC1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1" creationId="{7499D681-4604-A263-2435-95DC6FC0E21F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2" creationId="{99D917DD-A0A7-CB3A-9E9B-604F4B93808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3" creationId="{D3CBE955-F4E5-F638-FC90-3106CBC022A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4" creationId="{13F9B1AA-8A00-2E37-7FFA-C4329D2043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5" creationId="{7519770B-9885-17B3-3900-6C01AF07546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6" creationId="{C5491165-9656-EA13-7395-1A13352DE66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7" creationId="{B5AA6AEC-80D7-3C7D-DC77-38D96DA7A36D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26" creationId="{BF87F7F9-5589-29CC-CBF9-324C8EFC0EAD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1" creationId="{9B55EAEC-3EDD-C510-496B-ED2984B79309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32" creationId="{C8CD0D75-9B30-CB60-42E3-4270F92EE7CE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33" creationId="{817222BC-EAE5-BA9B-A4D4-C959B049767E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34" creationId="{BE4B27D6-9BD8-5225-3721-6AD24BBCDB0D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5" creationId="{C51FE0EB-C2FF-9952-E2B1-D3C42C6000F4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36" creationId="{E96CB3F7-6B52-FF04-7100-52F8FADB1862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37" creationId="{67E1C062-38C4-87BC-459F-969E4793F35D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38" creationId="{8359C8F8-62EB-82EA-B3EE-58AABF70AD20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9" creationId="{6FA418CA-3780-A5E6-C773-B70625046D1C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40" creationId="{191A02C0-526B-916F-B970-85CD0B0FA19C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41" creationId="{156850CE-7B83-9A0F-4A17-53A8CF337F47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42" creationId="{876E8889-8A6C-82BC-84F4-D7BA6BC94774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43" creationId="{C48B2EAF-6C20-5769-4190-F597E91C3005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44" creationId="{13EA00F5-FC00-B3D3-A158-D05F7C070DF4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45" creationId="{117D8F32-E7EF-8FE9-5F06-1D130FA2ADB1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46" creationId="{5CC6B01A-627B-3740-7E64-A29E25DCA32C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1" creationId="{F8183BBE-0062-814E-E4B2-617EFA43098F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2" creationId="{1578E298-BAC8-DCFC-33AE-748C3231BACA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3" creationId="{67B3BED4-2BB0-604B-3FB6-FBC6B167B912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4" creationId="{DC466BE8-AA17-B0F8-0BCC-42BDC1072A37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5" creationId="{D6BC2156-7303-D83F-EAF8-BCA3823D7A7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58" creationId="{8BF29DBD-256A-CE1F-EC95-D29F9414F7FB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9" creationId="{0F82CBBD-27AB-647E-0770-C371A0D1A12E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0" creationId="{45C2B577-C036-A961-DE6B-22AD4FB34926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1" creationId="{29D28DFA-ADAF-CB4A-7FB8-9733F354239A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4" creationId="{A5226B6D-168B-F695-38A0-87F702495A9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65" creationId="{889D770C-33C5-B6F3-0C75-B47DDA10A92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66" creationId="{2F6C01E1-4E10-D0C4-DF2F-221CCFD7FFD4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7" creationId="{002FDCA6-BEBB-6283-DAE0-A73836FB6795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8" creationId="{04223EC1-D183-6E67-7B14-32638BC88F50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9" creationId="{5C3242C6-0961-7C5F-FA45-DF58CB2C999D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2" creationId="{42C67755-ABA7-F3D9-431D-C509ED2724D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3" creationId="{2676DDB5-F575-37AE-774E-2D42F67BB49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4" creationId="{CDC80716-4461-1D5C-7834-3CA3CC595C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5" creationId="{4D38177C-52FF-8837-70DF-B5EF6FA4D6A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6" creationId="{E6B439E1-E320-861B-5356-33591563FCD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7" creationId="{053AB2AA-AF44-ED1B-46D1-B395AD0C64B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8" creationId="{C757A33E-A4D3-DFE1-F518-5D31C49D5A8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9" creationId="{9846B46B-A05F-CE73-351A-93BC290B303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0" creationId="{1878434A-3868-64D2-9E9A-4A06B5213F0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8" creationId="{0854E9E8-EAFA-9517-9985-92A6130E0B9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9" creationId="{19F13161-6624-66A6-1CC7-B0AFDA971D2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0" creationId="{00C86926-7753-D4F0-D9BA-69ECE674C87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1" creationId="{AF89AE07-7A23-72D7-3EBF-AE8497610DA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2" creationId="{66A21885-C544-9CEB-6000-1D5FBC7543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3" creationId="{D25D32B0-98C5-161E-FA1D-F6D255975C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4" creationId="{60825CCF-828C-3325-0115-8A18B798CE8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5" creationId="{C0D105C6-BDE3-284A-EB6B-0D726E01A38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6" creationId="{BD355394-8BF6-FB8D-BBCC-D911783E4452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3" creationId="{CC7EB237-33B4-B6DC-9F11-1F161139AA04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4" creationId="{B2E23A14-92E0-3112-E809-E2DF7E3A6139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5" creationId="{9251CECC-9C55-CA8C-98DA-701F2A9D94E4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6" creationId="{378DAED7-8B52-EB80-7682-11371E9A9C61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7" creationId="{C1527DE9-A4E5-F3EA-84E7-A96225C972B1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8" creationId="{71E102F8-32E5-AD6C-18D8-05DB8A6F741C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9" creationId="{46896853-E0E7-8A43-09DC-BBCD31D7BFEF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10" creationId="{8F9766B5-BE8D-79FC-8EE3-0D4DCC00EBC6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11" creationId="{5394F6FF-4B4A-619D-AD5B-441468EF37DF}"/>
          </ac:spMkLst>
        </pc:spChg>
        <pc:spChg chg="add del mod">
          <ac:chgData name="이민재" userId="f97f16f7-28a5-49bd-9e05-fb3ef63d7997" providerId="ADAL" clId="{9BD091B5-BB1A-44A0-8AB3-204ECA7231B1}" dt="2023-07-31T14:05:57.512" v="9243" actId="21"/>
          <ac:spMkLst>
            <pc:docMk/>
            <pc:sldMk cId="1711690427" sldId="845"/>
            <ac:spMk id="418" creationId="{686E1E7A-1107-7990-41AE-A8E767740A31}"/>
          </ac:spMkLst>
        </pc:spChg>
        <pc:spChg chg="add mod">
          <ac:chgData name="이민재" userId="f97f16f7-28a5-49bd-9e05-fb3ef63d7997" providerId="ADAL" clId="{9BD091B5-BB1A-44A0-8AB3-204ECA7231B1}" dt="2023-07-31T14:08:18.981" v="9285" actId="1035"/>
          <ac:spMkLst>
            <pc:docMk/>
            <pc:sldMk cId="1711690427" sldId="845"/>
            <ac:spMk id="419" creationId="{D9A9EDB1-5EE1-5195-8DB7-F3F71113A7FD}"/>
          </ac:spMkLst>
        </pc:spChg>
        <pc:spChg chg="add mod">
          <ac:chgData name="이민재" userId="f97f16f7-28a5-49bd-9e05-fb3ef63d7997" providerId="ADAL" clId="{9BD091B5-BB1A-44A0-8AB3-204ECA7231B1}" dt="2023-07-31T14:08:18.981" v="9285" actId="1035"/>
          <ac:spMkLst>
            <pc:docMk/>
            <pc:sldMk cId="1711690427" sldId="845"/>
            <ac:spMk id="420" creationId="{B9BD15C2-C6BD-48AB-2C4B-CBC977F9FD8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423" creationId="{71A73C9A-31DC-5D01-F97F-AEB54A198275}"/>
          </ac:spMkLst>
        </pc:spChg>
        <pc:spChg chg="add mod">
          <ac:chgData name="이민재" userId="f97f16f7-28a5-49bd-9e05-fb3ef63d7997" providerId="ADAL" clId="{9BD091B5-BB1A-44A0-8AB3-204ECA7231B1}" dt="2023-07-31T14:31:30.966" v="9602" actId="404"/>
          <ac:spMkLst>
            <pc:docMk/>
            <pc:sldMk cId="1711690427" sldId="845"/>
            <ac:spMk id="424" creationId="{E4C3E669-327B-5280-2512-A53F4DC100D4}"/>
          </ac:spMkLst>
        </pc:spChg>
        <pc:spChg chg="add mod">
          <ac:chgData name="이민재" userId="f97f16f7-28a5-49bd-9e05-fb3ef63d7997" providerId="ADAL" clId="{9BD091B5-BB1A-44A0-8AB3-204ECA7231B1}" dt="2023-07-31T14:31:30.966" v="9602" actId="404"/>
          <ac:spMkLst>
            <pc:docMk/>
            <pc:sldMk cId="1711690427" sldId="845"/>
            <ac:spMk id="425" creationId="{A82B419C-34C7-B6D6-EFDA-6C19C7E60C60}"/>
          </ac:spMkLst>
        </pc:spChg>
        <pc:spChg chg="add mod">
          <ac:chgData name="이민재" userId="f97f16f7-28a5-49bd-9e05-fb3ef63d7997" providerId="ADAL" clId="{9BD091B5-BB1A-44A0-8AB3-204ECA7231B1}" dt="2023-07-31T14:18:13.495" v="9569" actId="1076"/>
          <ac:spMkLst>
            <pc:docMk/>
            <pc:sldMk cId="1711690427" sldId="845"/>
            <ac:spMk id="426" creationId="{1D488111-5B15-BB27-060F-CDB2CF966FCB}"/>
          </ac:spMkLst>
        </pc:spChg>
        <pc:spChg chg="add mod">
          <ac:chgData name="이민재" userId="f97f16f7-28a5-49bd-9e05-fb3ef63d7997" providerId="ADAL" clId="{9BD091B5-BB1A-44A0-8AB3-204ECA7231B1}" dt="2023-07-31T14:18:13.495" v="9569" actId="1076"/>
          <ac:spMkLst>
            <pc:docMk/>
            <pc:sldMk cId="1711690427" sldId="845"/>
            <ac:spMk id="427" creationId="{1962EC54-FA1A-12D2-6855-AF7C88F26328}"/>
          </ac:spMkLst>
        </pc:spChg>
        <pc:spChg chg="add del">
          <ac:chgData name="이민재" userId="f97f16f7-28a5-49bd-9e05-fb3ef63d7997" providerId="ADAL" clId="{9BD091B5-BB1A-44A0-8AB3-204ECA7231B1}" dt="2023-07-31T14:30:50.033" v="9596" actId="478"/>
          <ac:spMkLst>
            <pc:docMk/>
            <pc:sldMk cId="1711690427" sldId="845"/>
            <ac:spMk id="429" creationId="{D7597601-AD53-2B54-814D-C568DAA0BE01}"/>
          </ac:spMkLst>
        </pc:spChg>
        <pc:spChg chg="add mod">
          <ac:chgData name="이민재" userId="f97f16f7-28a5-49bd-9e05-fb3ef63d7997" providerId="ADAL" clId="{9BD091B5-BB1A-44A0-8AB3-204ECA7231B1}" dt="2023-07-31T14:31:07.357" v="9599" actId="692"/>
          <ac:spMkLst>
            <pc:docMk/>
            <pc:sldMk cId="1711690427" sldId="845"/>
            <ac:spMk id="430" creationId="{CE6EBAFB-506D-12D5-CCB2-DB77CABDED1A}"/>
          </ac:spMkLst>
        </pc:spChg>
        <pc:grpChg chg="add mod">
          <ac:chgData name="이민재" userId="f97f16f7-28a5-49bd-9e05-fb3ef63d7997" providerId="ADAL" clId="{9BD091B5-BB1A-44A0-8AB3-204ECA7231B1}" dt="2023-07-31T14:16:23.294" v="9559" actId="1076"/>
          <ac:grpSpMkLst>
            <pc:docMk/>
            <pc:sldMk cId="1711690427" sldId="845"/>
            <ac:grpSpMk id="5" creationId="{9929BD0C-0E26-FF66-B7BA-488ABE8FD4FD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2" creationId="{7DD48696-B0CB-C5F4-8824-5779907AB512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01" creationId="{892B049A-6F4D-24B2-511F-AEDA02EFCE96}"/>
          </ac:grpSpMkLst>
        </pc:grpChg>
        <pc:grpChg chg="add mod">
          <ac:chgData name="이민재" userId="f97f16f7-28a5-49bd-9e05-fb3ef63d7997" providerId="ADAL" clId="{9BD091B5-BB1A-44A0-8AB3-204ECA7231B1}" dt="2023-07-31T14:03:29.058" v="9227"/>
          <ac:grpSpMkLst>
            <pc:docMk/>
            <pc:sldMk cId="1711690427" sldId="845"/>
            <ac:grpSpMk id="119" creationId="{D61CC0B3-228D-7885-6BAF-8473C466EE8B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54" creationId="{74074763-EA51-2AC5-FA87-E7123F7014B5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81" creationId="{7FF63947-7C5D-5518-D5FE-257A06AC9BBB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86" creationId="{553EDAD1-83EC-586D-6406-E6FD85C09DC8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91" creationId="{EF3B1B7B-04E6-7788-2269-0F5318074F20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96" creationId="{4C4F7B8E-D0AE-28DE-F004-BF8F666545C6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59" creationId="{17A836C9-4861-D9F2-D230-CB0509D28C0A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64" creationId="{C7C73808-B051-12D5-42B0-10A8C087C0C1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69" creationId="{471540FE-6A9A-69AD-436D-CDD58B8B3FBE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74" creationId="{A34873C7-0991-A18A-F081-87504C2C05C9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80" creationId="{8BF72CC6-B7AD-3555-81B0-0AC9B9D5C8D7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85" creationId="{5268DD89-A2A5-6EED-6EF7-E7D97CD73932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90" creationId="{8F74BFC6-4CA1-6E42-1477-078ACDE32E46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95" creationId="{E4C3C6A3-F896-6672-245E-40D3541C76FB}"/>
          </ac:grpSpMkLst>
        </pc:grpChg>
        <pc:grpChg chg="add del mod">
          <ac:chgData name="이민재" userId="f97f16f7-28a5-49bd-9e05-fb3ef63d7997" providerId="ADAL" clId="{9BD091B5-BB1A-44A0-8AB3-204ECA7231B1}" dt="2023-07-31T14:03:39.548" v="9228" actId="478"/>
          <ac:grpSpMkLst>
            <pc:docMk/>
            <pc:sldMk cId="1711690427" sldId="845"/>
            <ac:grpSpMk id="371" creationId="{1E0E9A51-B410-D370-9D41-B0C975C59B36}"/>
          </ac:grpSpMkLst>
        </pc:grpChg>
        <pc:grpChg chg="add del mod">
          <ac:chgData name="이민재" userId="f97f16f7-28a5-49bd-9e05-fb3ef63d7997" providerId="ADAL" clId="{9BD091B5-BB1A-44A0-8AB3-204ECA7231B1}" dt="2023-07-31T14:03:39.548" v="9228" actId="478"/>
          <ac:grpSpMkLst>
            <pc:docMk/>
            <pc:sldMk cId="1711690427" sldId="845"/>
            <ac:grpSpMk id="387" creationId="{A4689FCB-6FE6-7510-747F-F129A6C99806}"/>
          </ac:grpSpMkLst>
        </pc:grp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1" creationId="{FF8435B9-3498-28B6-CA46-E10B873B753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4" creationId="{549D8F1B-3B14-A698-92C2-8EFA837ABE4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6" creationId="{B48BB94E-3768-51B9-2811-CA5FA4D6CE1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8" creationId="{AD6CEEA2-77AE-17F6-7226-6D90178AA42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0" creationId="{7DDCCA94-E40C-7D43-D638-BA6E8837B06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2" creationId="{3B3383B1-F73A-527A-EA94-FBED750240EA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9" creationId="{69681813-B7D0-DD8E-95F1-733073C8AD9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05" creationId="{FC013620-B9CB-1EE0-262E-CB74EDA1055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2" creationId="{AC63604C-2529-B145-C6E4-91E9B4AD344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3" creationId="{8298BC79-66F7-6278-502F-CFC51DC220C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4" creationId="{EA095F15-4953-B0DB-0FB8-524599718EC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5" creationId="{B06FE6B0-FFB3-C791-D03D-E6E45ACD45B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58" creationId="{241A74B0-4C95-AF5D-389F-3CE114E3827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4" creationId="{A99327FB-165D-91B1-C0EF-1C375AC9DB2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5" creationId="{A3677E5F-C8A5-C4FC-7904-F5BC8CF5CD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7.786" v="9631"/>
          <ac:graphicFrameMkLst>
            <pc:docMk/>
            <pc:sldMk cId="1711690427" sldId="845"/>
            <ac:graphicFrameMk id="166" creationId="{B39D848B-F67D-5994-9EBB-F1AB915912D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02.500" v="9627"/>
          <ac:graphicFrameMkLst>
            <pc:docMk/>
            <pc:sldMk cId="1711690427" sldId="845"/>
            <ac:graphicFrameMk id="167" creationId="{8C2EA260-1933-1821-A6C1-E00280B589F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8" creationId="{3517E9CD-C4CA-FCE4-7569-A7A51B168FB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9" creationId="{F5B260CB-5CF5-A20C-DC6F-F1079ECA7D0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3.855" v="9630"/>
          <ac:graphicFrameMkLst>
            <pc:docMk/>
            <pc:sldMk cId="1711690427" sldId="845"/>
            <ac:graphicFrameMk id="170" creationId="{CB556BEA-4CEA-B8AD-2374-4B7703C27AC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9.928" v="9626"/>
          <ac:graphicFrameMkLst>
            <pc:docMk/>
            <pc:sldMk cId="1711690427" sldId="845"/>
            <ac:graphicFrameMk id="171" creationId="{F88562B4-DF8C-F165-C731-1D9938D3E0A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2" creationId="{11D6D197-D412-0145-7A1B-6849D686C0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3" creationId="{3A5FACCF-12AB-188A-8B8D-8B2B5D5A993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1.545" v="9629"/>
          <ac:graphicFrameMkLst>
            <pc:docMk/>
            <pc:sldMk cId="1711690427" sldId="845"/>
            <ac:graphicFrameMk id="174" creationId="{D475978C-7D6E-A180-E0AB-242A461E093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7.692" v="9625"/>
          <ac:graphicFrameMkLst>
            <pc:docMk/>
            <pc:sldMk cId="1711690427" sldId="845"/>
            <ac:graphicFrameMk id="175" creationId="{DE3824A9-8618-BE9A-84B8-9810228EE4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6" creationId="{1C19A919-5778-B41B-FD74-926EEBD8032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7" creationId="{962C8280-E5D3-25A2-A5B0-6DE28FE48CB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08.531" v="9628"/>
          <ac:graphicFrameMkLst>
            <pc:docMk/>
            <pc:sldMk cId="1711690427" sldId="845"/>
            <ac:graphicFrameMk id="178" creationId="{15907DE5-06B8-BBF0-DE5F-36D2CEB50ED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3.358" v="9624" actId="572"/>
          <ac:graphicFrameMkLst>
            <pc:docMk/>
            <pc:sldMk cId="1711690427" sldId="845"/>
            <ac:graphicFrameMk id="179" creationId="{1A9ECC91-BAEF-7486-25B0-A8A3B602A2C3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6" creationId="{FA7079B7-9BEE-AA6C-BCFB-8EC81486A74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7" creationId="{93DC5FFA-0A52-D3F9-3BB6-288D1B067CA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8" creationId="{C12BC369-E542-4871-07B1-71573F42BE2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9" creationId="{09483F69-5834-594F-320D-350A4AA392B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0" creationId="{4AE3BEDF-8705-F655-1C9F-8C0A6C62160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1" creationId="{10F1F2DB-FAA6-90D9-6EB6-F563FED624F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30.056" v="9649"/>
          <ac:graphicFrameMkLst>
            <pc:docMk/>
            <pc:sldMk cId="1711690427" sldId="845"/>
            <ac:graphicFrameMk id="232" creationId="{367CC10F-CBC9-A1A8-167A-5949BB42C6E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28.181" v="9648"/>
          <ac:graphicFrameMkLst>
            <pc:docMk/>
            <pc:sldMk cId="1711690427" sldId="845"/>
            <ac:graphicFrameMk id="233" creationId="{2B2E9367-2BFB-6918-8ECC-21E11884EDB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5.621" v="9643"/>
          <ac:graphicFrameMkLst>
            <pc:docMk/>
            <pc:sldMk cId="1711690427" sldId="845"/>
            <ac:graphicFrameMk id="234" creationId="{D48E4101-50EB-BE83-38EB-672B83D9A50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8.816" v="9644"/>
          <ac:graphicFrameMkLst>
            <pc:docMk/>
            <pc:sldMk cId="1711690427" sldId="845"/>
            <ac:graphicFrameMk id="235" creationId="{E8ABA410-2434-C07A-6601-D5E0292C9D8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12.071" v="9645"/>
          <ac:graphicFrameMkLst>
            <pc:docMk/>
            <pc:sldMk cId="1711690427" sldId="845"/>
            <ac:graphicFrameMk id="236" creationId="{3BA87B2E-453E-80EF-A4EE-1E33B17D636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7" creationId="{6E5EDFB5-CB04-D88C-2DBE-C91EC8060CF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53.440" v="9640"/>
          <ac:graphicFrameMkLst>
            <pc:docMk/>
            <pc:sldMk cId="1711690427" sldId="845"/>
            <ac:graphicFrameMk id="238" creationId="{22AA1C90-93A8-0DB7-69A1-703B2D76ECC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56.531" v="9641"/>
          <ac:graphicFrameMkLst>
            <pc:docMk/>
            <pc:sldMk cId="1711690427" sldId="845"/>
            <ac:graphicFrameMk id="239" creationId="{270D2F32-128A-30AF-ED91-F9E3EC68B09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0.379" v="9642"/>
          <ac:graphicFrameMkLst>
            <pc:docMk/>
            <pc:sldMk cId="1711690427" sldId="845"/>
            <ac:graphicFrameMk id="240" creationId="{D6417F16-A828-F3E9-BDB7-509000B3AB3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1" creationId="{A7037665-8C50-D21B-68CE-D5A246316B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0.061" v="9635"/>
          <ac:graphicFrameMkLst>
            <pc:docMk/>
            <pc:sldMk cId="1711690427" sldId="845"/>
            <ac:graphicFrameMk id="242" creationId="{DDB923C3-CC01-D4E5-6DD8-870C648A15B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2.334" v="9636"/>
          <ac:graphicFrameMkLst>
            <pc:docMk/>
            <pc:sldMk cId="1711690427" sldId="845"/>
            <ac:graphicFrameMk id="243" creationId="{5D3B4F73-9A3F-9459-59F8-6CB52C4B9C3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9.031" v="9639"/>
          <ac:graphicFrameMkLst>
            <pc:docMk/>
            <pc:sldMk cId="1711690427" sldId="845"/>
            <ac:graphicFrameMk id="244" creationId="{28ABB81A-E4C1-C45C-016C-C43842615F4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5" creationId="{8752060D-0F12-B81E-5240-79801F561D5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1.278" v="9632"/>
          <ac:graphicFrameMkLst>
            <pc:docMk/>
            <pc:sldMk cId="1711690427" sldId="845"/>
            <ac:graphicFrameMk id="246" creationId="{F3B0B4E4-DFF4-9F79-7172-1717DDC045E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4.255" v="9633"/>
          <ac:graphicFrameMkLst>
            <pc:docMk/>
            <pc:sldMk cId="1711690427" sldId="845"/>
            <ac:graphicFrameMk id="247" creationId="{8A23A381-C5C6-B78C-EF5A-2F3C7750413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7.031" v="9634"/>
          <ac:graphicFrameMkLst>
            <pc:docMk/>
            <pc:sldMk cId="1711690427" sldId="845"/>
            <ac:graphicFrameMk id="248" creationId="{3B4786AB-4E58-3973-6C78-8B321BE25C1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9" creationId="{DCE4AF84-5B1A-C454-ABE6-CFEE3B5BC16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2" creationId="{DA2D3BF0-CA4C-77C1-7BA0-6500D108947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3" creationId="{C921E274-DCC2-0D84-C734-3FF8D46C2C4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4" creationId="{79010807-637B-C1FB-BF7D-726658F9863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5" creationId="{1BFF98F4-3740-E997-B94F-BE2FF433EB8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6" creationId="{160FD2BC-C4E5-DDCA-5C9C-B54ED675031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7" creationId="{2ABA144C-7E42-C0C1-830A-0C3C73E7378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8" creationId="{199B9686-B6DD-DE85-8107-25611C6DFBD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18" creationId="{129BB8C6-E898-AD28-11D3-0F9DDB039B7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19" creationId="{7E373E92-662C-F4FF-F37C-527D4AA71A6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20" creationId="{53146CFF-4062-4897-9B66-556C5C5A28B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21" creationId="{EB704297-C896-5B2F-5E2E-1DFEC233966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7" creationId="{2B86058F-3139-3595-BF55-89BCCBC57D4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8" creationId="{18034EDD-FD5F-63F1-27A5-4CA821B2B51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9" creationId="{CECB2A77-B9F3-1567-F714-995010FA7D9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50" creationId="{B2E08573-159A-624D-404D-3FF0A829491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56" creationId="{3231E416-D59D-F4F6-C7E2-C17114402C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18:17.365" v="9570" actId="1076"/>
          <ac:graphicFrameMkLst>
            <pc:docMk/>
            <pc:sldMk cId="1711690427" sldId="845"/>
            <ac:graphicFrameMk id="428" creationId="{7ECC109A-8060-7505-87A3-8E642A6EBEB6}"/>
          </ac:graphicFrameMkLst>
        </pc:graphicFrameChg>
        <pc:picChg chg="add mod">
          <ac:chgData name="이민재" userId="f97f16f7-28a5-49bd-9e05-fb3ef63d7997" providerId="ADAL" clId="{9BD091B5-BB1A-44A0-8AB3-204ECA7231B1}" dt="2023-07-31T14:31:44.858" v="9618" actId="1037"/>
          <ac:picMkLst>
            <pc:docMk/>
            <pc:sldMk cId="1711690427" sldId="845"/>
            <ac:picMk id="362" creationId="{3343F51E-A635-D381-4964-E1ABD06F3C5F}"/>
          </ac:picMkLst>
        </pc:picChg>
        <pc:picChg chg="add mod">
          <ac:chgData name="이민재" userId="f97f16f7-28a5-49bd-9e05-fb3ef63d7997" providerId="ADAL" clId="{9BD091B5-BB1A-44A0-8AB3-204ECA7231B1}" dt="2023-07-31T14:31:44.858" v="9618" actId="1037"/>
          <ac:picMkLst>
            <pc:docMk/>
            <pc:sldMk cId="1711690427" sldId="845"/>
            <ac:picMk id="363" creationId="{0A8A6C9D-8D56-EA20-EE81-AFD22666739A}"/>
          </ac:picMkLst>
        </pc:pic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" creationId="{781BEAA3-1602-49D8-6E75-AF3B1C0915E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6" creationId="{9FF1F426-B987-554C-F29B-61FD849556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7" creationId="{D2DF043A-5E89-1C36-2589-0F519123A6A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" creationId="{890E258D-8A9E-C15D-3D3D-0623EB504E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" creationId="{47034B58-D36B-DEB9-AB70-2B5AF734801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0" creationId="{F7F5FBFB-6098-0254-A758-CDC3C4981EF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2" creationId="{48D100F7-8084-3EAE-FFCE-596208EC46C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3" creationId="{55A955CA-5C87-D8A9-8F31-8F4977C5969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4" creationId="{921F0E0A-97C0-1C6B-B8BC-4D45B32ADA3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5" creationId="{BA0A257C-B00B-6A94-6488-365CA1C75CF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6" creationId="{B132E39B-3115-2391-7DC6-D62CCC65C7B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7" creationId="{55A70EFB-7EC3-5019-8679-3917DCAAB27D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80" creationId="{BDDEA510-2AF1-EFA9-45A9-51E9B24F0041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95" creationId="{4B91C91A-131B-143E-4151-E0BE0BA809E0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106" creationId="{BDE62C8C-8AF0-DA08-2413-3ADC8D233F64}"/>
          </ac:cxnSpMkLst>
        </pc:cxnChg>
        <pc:cxnChg chg="add mod">
          <ac:chgData name="이민재" userId="f97f16f7-28a5-49bd-9e05-fb3ef63d7997" providerId="ADAL" clId="{9BD091B5-BB1A-44A0-8AB3-204ECA7231B1}" dt="2023-07-31T14:20:28.411" v="9588" actId="5736"/>
          <ac:cxnSpMkLst>
            <pc:docMk/>
            <pc:sldMk cId="1711690427" sldId="845"/>
            <ac:cxnSpMk id="117" creationId="{22C20B24-4516-82D8-A117-619D6AEE852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5" creationId="{68DFBAB4-4F10-0401-193D-EF95B04612B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6" creationId="{64A4F9AC-63D0-C2DC-6585-CDFB5EBD660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7" creationId="{EAD3A2CC-2754-C57A-07F9-FCB4E4EC3BE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8" creationId="{0DB41840-D315-5CDD-F2B4-7E5C3881AAB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9" creationId="{6C783E92-5BB0-E87B-27D7-D0148B4CA5A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0" creationId="{8C63ED50-5EA7-A3E6-7F3D-64AB763D857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1" creationId="{441DA6CA-661A-08F7-142D-1AE88745A86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2" creationId="{A6E65C0E-88F3-9DC7-64DC-929C53C48F6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3" creationId="{4A8C8BF3-606F-1D60-CF17-A3E0A55707C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2" creationId="{04AC1A57-BCC2-6174-8B17-7A13C7157FF1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3" creationId="{0EB5F4FF-E8FE-9D18-72B1-1B87164AC7D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4" creationId="{92A91B03-E06D-35DB-A577-A1767B06566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5" creationId="{5985E6B9-F7F7-7FF0-B9B7-68DA536639A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7" creationId="{F53A7A84-1167-5CD8-631A-261BB3B8B09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8" creationId="{C6CA4123-16AC-2353-B94A-EAA6E01DCF5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9" creationId="{1C1915FB-6A6D-1B66-96FD-01C7EF6B6C3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0" creationId="{876342AC-9E05-AB31-5D2F-9845D2EE85C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2" creationId="{925D8618-FE9E-5F28-680A-C043DC822C3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3" creationId="{CD37381E-BD91-5771-910C-AACFDB3F809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4" creationId="{1CD22EDF-6CF9-8E98-52E7-5CA09D90584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5" creationId="{FBEFC706-1699-3ABA-3EF2-DBA2BA6675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7" creationId="{E888A0B7-AEB0-688D-CA58-228D408D848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8" creationId="{18F67C0A-72CD-C0C3-4C00-40239A0AC35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9" creationId="{2000C2D4-FB53-68DE-D010-A1523F73838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00" creationId="{88C5B2FB-6C0E-A2A1-01F9-837DB4FDAB12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2" creationId="{6DEBE3B3-759A-BF56-ED3C-8BA80403D965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3" creationId="{8664DC69-772D-F520-8C22-3DACBB077B24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4" creationId="{2F0D6049-87F0-6540-E212-3E808ACB7042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5" creationId="{01EA7B64-2CE0-A0E5-7275-E113405022FC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2" creationId="{B8779CE9-DAC7-A254-1DCF-A64EFBB767CF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3" creationId="{D85477D5-C992-8A48-DE32-28AFAB0E21EA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4" creationId="{800D75C2-A652-F952-714A-37115136E0C1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5" creationId="{67574ACB-D04E-2649-D584-9CFC15E7C57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0" creationId="{84BECC46-58D6-4E12-8A89-18D781306E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1" creationId="{9C3DFBAC-4772-43DD-7689-9A1532B6BA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2" creationId="{5B442C86-23B2-DE0F-C7DF-4CE6C5478B0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3" creationId="{C70BEAA2-80CD-E547-DBD0-CA6D61A70BA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5" creationId="{D6AD2C99-0C90-2851-D49C-88058F3B75E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6" creationId="{77171233-626E-7003-6CEE-C249D67CCC9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7" creationId="{BEAC495D-4A53-8EF4-8DA2-7D95FA2E657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8" creationId="{6B29CF16-9899-B189-A701-BE92038BC31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0" creationId="{B9F583A8-DB19-EC98-67BD-C083E99B970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1" creationId="{66F365B7-D6B7-EF27-8B1A-EEEAC926324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2" creationId="{43DB61E7-795A-1F5B-D00D-883015EA2F6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3" creationId="{909C90CB-EEEA-6AFC-7CB7-CC323E201E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5" creationId="{C150232E-FD07-D64B-FB34-B45933F69BE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6" creationId="{90BC5DB4-42D1-C672-FAA8-3ADD916A66D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7" creationId="{4BDE5295-38CC-8B7A-A93E-461220FC4D9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8" creationId="{79FEA0EC-8900-708C-5CB7-A437CADE69F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1" creationId="{906B979C-DAD7-6F8A-D6B3-C0F8D10D381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2" creationId="{4B94BEF5-5346-5690-FD6E-7C28F8F179C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3" creationId="{CCAE9E8E-A9FB-1CB4-01A0-DF8D7B5D479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4" creationId="{021FFAC8-5877-3DAD-FA25-7C920A96BF0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6" creationId="{1B43AA17-1736-BD94-F36D-3F966D2DAFE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7" creationId="{3969820E-B8A5-7DAB-C549-4AB5B970D5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8" creationId="{0C04CE17-32AF-BB60-3F97-38808CE6BF7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9" creationId="{95EC1515-0999-20C6-C1A7-AC7F90B7ED2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1" creationId="{B1BA6D1C-6965-9875-0F62-7BC445900DB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2" creationId="{E90C5BEE-1138-D78D-F069-0CAF108311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3" creationId="{A45C0B2D-6829-1512-C712-F0C8990E7BD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4" creationId="{59F97B57-1563-4BC2-B582-9541C6FBBC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6" creationId="{BDC989E5-3596-688D-1586-E4CB3A8D8C3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7" creationId="{D6B6A7DE-9329-E236-5BBE-9EF9D51A0E7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8" creationId="{301000BC-C42A-181A-EE5E-2A444FE9627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9" creationId="{35755C5D-15F1-EC5C-2D7D-99A4B47CC785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2" creationId="{F9284925-D534-7F29-3ECC-DEFC5A7D87DC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3" creationId="{C06ACD92-E3CE-4DE1-1A32-D9B8A95E8835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4" creationId="{7D91EAAA-4A7C-AB53-D58E-38D93EEDF006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5" creationId="{090536E3-9288-C156-DC87-C7CF7B1BC2A8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7" creationId="{598AC490-BC94-EAFB-1CAC-A83EED39ECD0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8" creationId="{F0B6BAF7-1C9B-B421-EE97-C68FB727DF6E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9" creationId="{4BC75D77-557A-E0EE-92AF-88BA91764CFA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30" creationId="{DEC8E83F-0520-330A-53DA-807159BDC627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1" creationId="{5E6A94E8-B2F3-FC4A-50CD-04E1DDFDB741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2" creationId="{731B8930-F092-7034-F776-0B3264EFE97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3" creationId="{3AA9536C-2B6D-8057-8DB0-8E3F2C321F5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4" creationId="{D92E80A3-9D19-4B36-C60E-780EB70C2B3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5" creationId="{6336A46C-E251-A176-14ED-8FB4C7C0843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6" creationId="{5507CE9A-2A61-FDC2-3EDC-AE224DF95F4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7" creationId="{90B62762-5FFC-6E2E-EFEA-AAF6F486C7B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8" creationId="{A94A3AAE-77C4-8CE7-231E-D670A8CCEBA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9" creationId="{B91D959D-A541-5D84-34A1-4B33ECF9894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0" creationId="{1CFEF55C-1911-8EB8-647B-57CEF53EA16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1" creationId="{169CA987-D252-C496-CBDA-BDB1F7D98C4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2" creationId="{72DA1266-9DAA-512A-432F-54C1AA560A33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2" creationId="{8DDA6099-0D4E-6D9B-2FCC-F8F8471939D4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3" creationId="{98709041-DBC8-8CEA-1FAE-5A8EEF45000A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4" creationId="{7F8A22A2-74B9-7EB8-7DF1-68AA5643690F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5" creationId="{56FDE105-6AC0-5F47-DD16-DEF4E886362F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6" creationId="{C5B45A2C-1FC9-782C-5D84-36C2B4CE6571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7" creationId="{E6123E2F-1C7B-155E-8C7F-6CB60FCBAB6C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421" creationId="{297A9A20-669B-66CF-AC46-BAEE5C8D8BE9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30:01.321" v="11822" actId="47"/>
        <pc:sldMkLst>
          <pc:docMk/>
          <pc:sldMk cId="4052067436" sldId="846"/>
        </pc:sldMkLst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" creationId="{CD5CF134-76E3-C933-A400-5B4F9F4E0C62}"/>
          </ac:spMkLst>
        </pc:spChg>
        <pc:spChg chg="mod">
          <ac:chgData name="이민재" userId="f97f16f7-28a5-49bd-9e05-fb3ef63d7997" providerId="ADAL" clId="{9BD091B5-BB1A-44A0-8AB3-204ECA7231B1}" dt="2023-07-31T14:53:49.820" v="10226" actId="404"/>
          <ac:spMkLst>
            <pc:docMk/>
            <pc:sldMk cId="4052067436" sldId="846"/>
            <ac:spMk id="78" creationId="{42B5F359-4849-1084-40E2-FD3478A24256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79" creationId="{D91B5B54-5AEC-1162-CAC8-5EA5AE08CF3E}"/>
          </ac:spMkLst>
        </pc:spChg>
        <pc:spChg chg="mod">
          <ac:chgData name="이민재" userId="f97f16f7-28a5-49bd-9e05-fb3ef63d7997" providerId="ADAL" clId="{9BD091B5-BB1A-44A0-8AB3-204ECA7231B1}" dt="2023-07-31T15:03:23.295" v="10336" actId="1036"/>
          <ac:spMkLst>
            <pc:docMk/>
            <pc:sldMk cId="4052067436" sldId="846"/>
            <ac:spMk id="81" creationId="{CC535211-E57F-EFB8-517F-1E278322AF5D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82" creationId="{B81C55FB-B24A-1225-E43A-189A788E654D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83" creationId="{2FF17860-68C7-8DFC-7DE7-4F9B40765C3B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5" creationId="{27A07A0B-5475-E8A3-392A-9B0384830912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7" creationId="{7010A115-86FF-F630-953B-128AC31A8870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9" creationId="{0FFD3BC2-58FE-53BF-949E-CD7E99CA115F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1" creationId="{BC6D8837-CA31-045A-5966-E352AD957EE8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3" creationId="{E0AACD1F-C342-414E-862F-41DAFC3A4911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4" creationId="{E780EA2D-C83D-B2AA-E4E2-77DB12EA6106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6" creationId="{6A15A937-1224-8D00-0065-FCC124B630D3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7" creationId="{6F3756BA-3326-EED1-7B66-0EE0A5BE9EF5}"/>
          </ac:spMkLst>
        </pc:spChg>
        <pc:spChg chg="mod">
          <ac:chgData name="이민재" userId="f97f16f7-28a5-49bd-9e05-fb3ef63d7997" providerId="ADAL" clId="{9BD091B5-BB1A-44A0-8AB3-204ECA7231B1}" dt="2023-07-31T14:53:49.820" v="10226" actId="404"/>
          <ac:spMkLst>
            <pc:docMk/>
            <pc:sldMk cId="4052067436" sldId="846"/>
            <ac:spMk id="98" creationId="{CF9A5669-5438-DE8F-286D-C5A15EBCB7D5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100" creationId="{4094E1B4-4307-DCF5-FD73-AA2A214F3B75}"/>
          </ac:spMkLst>
        </pc:spChg>
        <pc:spChg chg="mod">
          <ac:chgData name="이민재" userId="f97f16f7-28a5-49bd-9e05-fb3ef63d7997" providerId="ADAL" clId="{9BD091B5-BB1A-44A0-8AB3-204ECA7231B1}" dt="2023-07-31T17:59:22.262" v="10879" actId="1076"/>
          <ac:spMkLst>
            <pc:docMk/>
            <pc:sldMk cId="4052067436" sldId="846"/>
            <ac:spMk id="107" creationId="{A8F050B3-3CD7-D9E4-6747-EA3EC678DB1E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08" creationId="{E0050BC9-2B2E-6F54-7BDD-2D2F9BCFBE53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09" creationId="{C0B523EC-29BE-5D91-9087-BD99F4CC0A97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10" creationId="{A734B97A-34BB-0CBC-17CD-423A50D1EAF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11" creationId="{76A51E17-5087-4E54-DE0A-5082AC1824B0}"/>
          </ac:spMkLst>
        </pc:spChg>
        <pc:spChg chg="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116" creationId="{C08E3A4E-6E58-1300-6D23-A3026069E106}"/>
          </ac:spMkLst>
        </pc:spChg>
        <pc:spChg chg="del mod">
          <ac:chgData name="이민재" userId="f97f16f7-28a5-49bd-9e05-fb3ef63d7997" providerId="ADAL" clId="{9BD091B5-BB1A-44A0-8AB3-204ECA7231B1}" dt="2023-07-31T17:41:37.086" v="10670" actId="478"/>
          <ac:spMkLst>
            <pc:docMk/>
            <pc:sldMk cId="4052067436" sldId="846"/>
            <ac:spMk id="118" creationId="{1554CD8E-3A92-9D0D-62FC-5B67F888F5C3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59" creationId="{5097CBE9-44A9-74A2-5DAE-03C6AE22789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0" creationId="{3B9D2F82-15D1-610C-0F69-FB1EB5D006A7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1" creationId="{1688ED4A-010B-7E06-C470-3BB256E226F1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2" creationId="{A81C0B02-D9A1-0F8B-C81C-8BCF71FEC1BB}"/>
          </ac:spMkLst>
        </pc:spChg>
        <pc:spChg chg="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163" creationId="{077DFC14-5CE0-E8D4-AF70-DF3B7F18E80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80" creationId="{6D4B3F4F-3B9D-A75B-5CD5-E6CA73F65D0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1" creationId="{2C4C5724-5391-B084-9C03-927297CB3E8B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6" creationId="{911720E2-4291-D563-3AB1-65BE5D40481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7" creationId="{F049A875-C419-D78E-33E2-B4555D848A4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8" creationId="{4CEC8248-E502-018D-B439-2B8F08EC552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9" creationId="{F670B1F4-7846-8810-508B-5018B99A0C8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0" creationId="{2010F9B9-054C-D6A7-97CC-F1EF94FD6108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1" creationId="{DDBC5374-B9CF-8B22-7904-C209B4F6BD10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2" creationId="{A154EB3B-70F9-2C82-D40D-B2D6B157725C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3" creationId="{556CF938-1A61-ACD3-6F80-FF829B72B942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4" creationId="{E18C0A57-5107-9A04-14E8-8CC16318100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5" creationId="{BE65596C-550E-6E11-2969-8A1FB759FBB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6" creationId="{AD1BA3DF-F3DF-2033-32BB-9950BED7BCD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7" creationId="{8C317556-5DFB-EED4-0AC4-12A26A888B6D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8" creationId="{668C7DA1-625C-F4B3-E2A1-73A11FA8AFF4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9" creationId="{A20AFE9F-2433-78D9-9991-0D5FFCA05AF2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20" creationId="{85136E1C-4DAA-C44C-8CA4-8963E8E8D6B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21" creationId="{6A1762A4-E3A1-E13C-3065-E98679A54A3C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50" creationId="{B25C0D45-582C-9798-AF45-01EDC08324C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51" creationId="{AFC2C03E-8CA0-4D30-3568-598C6994FAFE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79" creationId="{995D4FFB-4C53-898B-E1CE-4B7A4D23404C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0" creationId="{00FE713C-92BB-FD93-43E7-00E31C191939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1" creationId="{CB48A1B7-DFA9-32B3-18C2-D40C80967E81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2" creationId="{4BE201E3-F56D-A7D7-9BE1-BCCD4768725A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3" creationId="{3686D20F-FB1F-F624-B46F-98679BCCAED7}"/>
          </ac:spMkLst>
        </pc:spChg>
        <pc:spChg chg="add del 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4" creationId="{5056463F-0DE9-8942-63B8-AA2F0A97B9A0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5" creationId="{173BCD1B-C87D-222A-FB92-E79DFA3572C5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6" creationId="{F78B3F98-33FE-1F7E-0F3A-58961655171B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7" creationId="{BB40E449-07BC-D3D8-5A49-E55702C04B80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8" creationId="{9289BF1E-3011-06AE-F5B8-70BE63BB196E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9" creationId="{2D6473E9-072D-8D36-CA30-4987C355D5E4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0" creationId="{77533EA4-A29E-724E-D8FF-CE8F3A51FC12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1" creationId="{7499D681-4604-A263-2435-95DC6FC0E21F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2" creationId="{99D917DD-A0A7-CB3A-9E9B-604F4B938082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3" creationId="{D3CBE955-F4E5-F638-FC90-3106CBC022A6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4" creationId="{13F9B1AA-8A00-2E37-7FFA-C4329D204305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5" creationId="{7519770B-9885-17B3-3900-6C01AF07546B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316" creationId="{C5491165-9656-EA13-7395-1A13352DE663}"/>
          </ac:spMkLst>
        </pc:spChg>
        <pc:spChg chg="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317" creationId="{B5AA6AEC-80D7-3C7D-DC77-38D96DA7A36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26" creationId="{BF87F7F9-5589-29CC-CBF9-324C8EFC0EA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1" creationId="{9B55EAEC-3EDD-C510-496B-ED2984B79309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2" creationId="{C8CD0D75-9B30-CB60-42E3-4270F92EE7C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3" creationId="{817222BC-EAE5-BA9B-A4D4-C959B049767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4" creationId="{BE4B27D6-9BD8-5225-3721-6AD24BBCDB0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5" creationId="{C51FE0EB-C2FF-9952-E2B1-D3C42C6000F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6" creationId="{E96CB3F7-6B52-FF04-7100-52F8FADB1862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7" creationId="{67E1C062-38C4-87BC-459F-969E4793F35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8" creationId="{8359C8F8-62EB-82EA-B3EE-58AABF70AD20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9" creationId="{6FA418CA-3780-A5E6-C773-B70625046D1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0" creationId="{191A02C0-526B-916F-B970-85CD0B0FA19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1" creationId="{156850CE-7B83-9A0F-4A17-53A8CF337F47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2" creationId="{876E8889-8A6C-82BC-84F4-D7BA6BC9477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3" creationId="{C48B2EAF-6C20-5769-4190-F597E91C3005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4" creationId="{13EA00F5-FC00-B3D3-A158-D05F7C070DF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5" creationId="{117D8F32-E7EF-8FE9-5F06-1D130FA2ADB1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6" creationId="{5CC6B01A-627B-3740-7E64-A29E25DCA32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1" creationId="{F8183BBE-0062-814E-E4B2-617EFA43098F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2" creationId="{1578E298-BAC8-DCFC-33AE-748C3231BACA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3" creationId="{67B3BED4-2BB0-604B-3FB6-FBC6B167B912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4" creationId="{DC466BE8-AA17-B0F8-0BCC-42BDC1072A37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5" creationId="{D6BC2156-7303-D83F-EAF8-BCA3823D7A7B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358" creationId="{8BF29DBD-256A-CE1F-EC95-D29F9414F7FB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9" creationId="{0F82CBBD-27AB-647E-0770-C371A0D1A12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60" creationId="{45C2B577-C036-A961-DE6B-22AD4FB34926}"/>
          </ac:spMkLst>
        </pc:spChg>
        <pc:spChg chg="del mod">
          <ac:chgData name="이민재" userId="f97f16f7-28a5-49bd-9e05-fb3ef63d7997" providerId="ADAL" clId="{9BD091B5-BB1A-44A0-8AB3-204ECA7231B1}" dt="2023-07-31T15:50:36.894" v="10487" actId="478"/>
          <ac:spMkLst>
            <pc:docMk/>
            <pc:sldMk cId="4052067436" sldId="846"/>
            <ac:spMk id="361" creationId="{29D28DFA-ADAF-CB4A-7FB8-9733F354239A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64" creationId="{A5226B6D-168B-F695-38A0-87F702495A93}"/>
          </ac:spMkLst>
        </pc:spChg>
        <pc:spChg chg="add del mod">
          <ac:chgData name="이민재" userId="f97f16f7-28a5-49bd-9e05-fb3ef63d7997" providerId="ADAL" clId="{9BD091B5-BB1A-44A0-8AB3-204ECA7231B1}" dt="2023-07-31T15:17:48.023" v="10380" actId="21"/>
          <ac:spMkLst>
            <pc:docMk/>
            <pc:sldMk cId="4052067436" sldId="846"/>
            <ac:spMk id="365" creationId="{889D770C-33C5-B6F3-0C75-B47DDA10A926}"/>
          </ac:spMkLst>
        </pc:spChg>
        <pc:spChg chg="add del mod">
          <ac:chgData name="이민재" userId="f97f16f7-28a5-49bd-9e05-fb3ef63d7997" providerId="ADAL" clId="{9BD091B5-BB1A-44A0-8AB3-204ECA7231B1}" dt="2023-07-31T15:17:48.023" v="10380" actId="21"/>
          <ac:spMkLst>
            <pc:docMk/>
            <pc:sldMk cId="4052067436" sldId="846"/>
            <ac:spMk id="366" creationId="{2F6C01E1-4E10-D0C4-DF2F-221CCFD7FFD4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7" creationId="{002FDCA6-BEBB-6283-DAE0-A73836FB6795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8" creationId="{04223EC1-D183-6E67-7B14-32638BC88F50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9" creationId="{5C3242C6-0961-7C5F-FA45-DF58CB2C999D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1" creationId="{19C0845E-6464-0258-06F3-EA386E3C888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2" creationId="{7DC84C19-CD38-6D8F-67A8-21274E03E5F4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3" creationId="{6FE631B6-080F-3953-6E73-4F037196DC3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4" creationId="{AE19E4E2-5212-BAAB-F2BC-E6DF7484A59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5" creationId="{29341F9F-252D-C6D4-00DD-7F7274A2FAD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6" creationId="{4F6F5B3B-6AC6-9425-A6F7-2B498ABFD51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7" creationId="{7182808F-D5CD-D3BE-FA4E-D2F44FAF056A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8" creationId="{5312C6A2-4A82-4F91-AF10-BD55333DF03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6" creationId="{F81815F0-F3AB-82E7-3C27-48B9F4DA160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7" creationId="{11AA6D2C-A607-7106-F9A3-420BB00D0CB3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8" creationId="{A29F2E2F-BB91-3A80-7B4D-E4AF6823D28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9" creationId="{4C4326AB-EBA1-9AE2-7C28-55F785C1B051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0" creationId="{70443EFD-B158-95FD-83E5-8FA99441AEA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1" creationId="{DE37D8B0-D671-944B-43AC-5CEE65614E4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2" creationId="{6B3CFADB-49BD-4AA8-C9C8-56174E45309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3" creationId="{21655A81-3998-6E2F-5C59-F37F950E71AF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4" creationId="{8EC5DFCF-B055-6307-F8EC-6D9D7B409D0E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2" creationId="{7C00407B-8097-1EE0-680E-FE56540626A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3" creationId="{0B8748D8-BAAE-B428-7259-19F308E89D6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4" creationId="{99AFC9E0-8DD5-31E9-27C3-2E402FBD9C5C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5" creationId="{8E30A18D-7DC4-7842-2565-A9C33DB8529F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6" creationId="{50BB3ED1-8159-CC59-20F3-F8225270F6D4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7" creationId="{EF2F468C-26A0-A77B-3A92-9C7B40C13A51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8" creationId="{FD99E483-606E-BB46-27A0-F1A924E1F6D5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9" creationId="{6A74F459-28E1-16FA-53A2-72C5E0E7BE6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10" creationId="{3891E0B6-50EA-F5E0-CFA3-2C998EEF4C99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17" creationId="{EAC76FE0-C23B-E54E-EA54-3A0C845F5ADE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18" creationId="{5A3C8E45-F575-FFE1-BD7F-153ED7741315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419" creationId="{D9A9EDB1-5EE1-5195-8DB7-F3F71113A7F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420" creationId="{B9BD15C2-C6BD-48AB-2C4B-CBC977F9FD8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22" creationId="{BE72B63F-F317-1443-0343-DE164978D7DE}"/>
          </ac:spMkLst>
        </pc:spChg>
        <pc:spChg chg="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423" creationId="{71A73C9A-31DC-5D01-F97F-AEB54A198275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424" creationId="{E4C3E669-327B-5280-2512-A53F4DC100D4}"/>
          </ac:spMkLst>
        </pc:spChg>
        <pc:spChg chg="del mod">
          <ac:chgData name="이민재" userId="f97f16f7-28a5-49bd-9e05-fb3ef63d7997" providerId="ADAL" clId="{9BD091B5-BB1A-44A0-8AB3-204ECA7231B1}" dt="2023-07-31T14:36:50.337" v="9735" actId="478"/>
          <ac:spMkLst>
            <pc:docMk/>
            <pc:sldMk cId="4052067436" sldId="846"/>
            <ac:spMk id="425" creationId="{A82B419C-34C7-B6D6-EFDA-6C19C7E60C60}"/>
          </ac:spMkLst>
        </pc:spChg>
        <pc:spChg chg="del">
          <ac:chgData name="이민재" userId="f97f16f7-28a5-49bd-9e05-fb3ef63d7997" providerId="ADAL" clId="{9BD091B5-BB1A-44A0-8AB3-204ECA7231B1}" dt="2023-07-31T17:54:38.810" v="10802" actId="478"/>
          <ac:spMkLst>
            <pc:docMk/>
            <pc:sldMk cId="4052067436" sldId="846"/>
            <ac:spMk id="426" creationId="{1D488111-5B15-BB27-060F-CDB2CF966FCB}"/>
          </ac:spMkLst>
        </pc:spChg>
        <pc:spChg chg="del">
          <ac:chgData name="이민재" userId="f97f16f7-28a5-49bd-9e05-fb3ef63d7997" providerId="ADAL" clId="{9BD091B5-BB1A-44A0-8AB3-204ECA7231B1}" dt="2023-07-31T17:54:38.810" v="10802" actId="478"/>
          <ac:spMkLst>
            <pc:docMk/>
            <pc:sldMk cId="4052067436" sldId="846"/>
            <ac:spMk id="427" creationId="{1962EC54-FA1A-12D2-6855-AF7C88F2632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29" creationId="{F3A273B2-0766-98FD-3393-7DB1EC4E7F7D}"/>
          </ac:spMkLst>
        </pc:spChg>
        <pc:spChg chg="del mod">
          <ac:chgData name="이민재" userId="f97f16f7-28a5-49bd-9e05-fb3ef63d7997" providerId="ADAL" clId="{9BD091B5-BB1A-44A0-8AB3-204ECA7231B1}" dt="2023-07-31T15:52:28.045" v="10526" actId="478"/>
          <ac:spMkLst>
            <pc:docMk/>
            <pc:sldMk cId="4052067436" sldId="846"/>
            <ac:spMk id="430" creationId="{CE6EBAFB-506D-12D5-CCB2-DB77CABDED1A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1" creationId="{9BABAF5E-E87B-9853-BEA0-D3C592613B4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2" creationId="{BA779B88-1F32-2DEF-B3D3-38310C8B3885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3" creationId="{C05C265A-BBDB-9C53-044B-26628D3F5A0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4" creationId="{D91EDC3D-5F7B-9E5C-A102-7DEA57E1796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5" creationId="{796A3D4E-2D12-9FEF-2E00-2EA7ECA61692}"/>
          </ac:spMkLst>
        </pc:spChg>
        <pc:spChg chg="add mod">
          <ac:chgData name="이민재" userId="f97f16f7-28a5-49bd-9e05-fb3ef63d7997" providerId="ADAL" clId="{9BD091B5-BB1A-44A0-8AB3-204ECA7231B1}" dt="2023-07-31T15:14:34.590" v="10354" actId="1035"/>
          <ac:spMkLst>
            <pc:docMk/>
            <pc:sldMk cId="4052067436" sldId="846"/>
            <ac:spMk id="442" creationId="{19FF2261-845B-7A86-0CE5-63D16BB3CF82}"/>
          </ac:spMkLst>
        </pc:spChg>
        <pc:spChg chg="add mod">
          <ac:chgData name="이민재" userId="f97f16f7-28a5-49bd-9e05-fb3ef63d7997" providerId="ADAL" clId="{9BD091B5-BB1A-44A0-8AB3-204ECA7231B1}" dt="2023-07-31T14:54:10.019" v="10234" actId="1037"/>
          <ac:spMkLst>
            <pc:docMk/>
            <pc:sldMk cId="4052067436" sldId="846"/>
            <ac:spMk id="443" creationId="{1807C78D-F0DE-92A3-F44A-5E667CA4E69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4" creationId="{6221F600-0C68-1C5F-BCC5-F0D22040CC93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5" creationId="{AD213FB2-7EE3-04D1-0351-616EDEAA6C80}"/>
          </ac:spMkLst>
        </pc:spChg>
        <pc:spChg chg="add mod">
          <ac:chgData name="이민재" userId="f97f16f7-28a5-49bd-9e05-fb3ef63d7997" providerId="ADAL" clId="{9BD091B5-BB1A-44A0-8AB3-204ECA7231B1}" dt="2023-07-31T15:14:27.956" v="10347" actId="1037"/>
          <ac:spMkLst>
            <pc:docMk/>
            <pc:sldMk cId="4052067436" sldId="846"/>
            <ac:spMk id="446" creationId="{9810E22B-A5B0-D15F-6979-09007445D1B1}"/>
          </ac:spMkLst>
        </pc:spChg>
        <pc:spChg chg="add 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447" creationId="{D1ECC804-AD8E-857B-2BCB-F2C2D25348A4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8" creationId="{6862A841-D515-DDA8-8A53-A322DBA34AD5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9" creationId="{477DF471-5610-156A-6457-4CC8195DB48B}"/>
          </ac:spMkLst>
        </pc:spChg>
        <pc:spChg chg="add mod">
          <ac:chgData name="이민재" userId="f97f16f7-28a5-49bd-9e05-fb3ef63d7997" providerId="ADAL" clId="{9BD091B5-BB1A-44A0-8AB3-204ECA7231B1}" dt="2023-07-31T15:15:05.473" v="10356" actId="1076"/>
          <ac:spMkLst>
            <pc:docMk/>
            <pc:sldMk cId="4052067436" sldId="846"/>
            <ac:spMk id="451" creationId="{9201F638-B7D6-7B9D-8CB6-5D9C25322F83}"/>
          </ac:spMkLst>
        </pc:spChg>
        <pc:spChg chg="add mod">
          <ac:chgData name="이민재" userId="f97f16f7-28a5-49bd-9e05-fb3ef63d7997" providerId="ADAL" clId="{9BD091B5-BB1A-44A0-8AB3-204ECA7231B1}" dt="2023-07-31T15:15:18.811" v="10360" actId="1038"/>
          <ac:spMkLst>
            <pc:docMk/>
            <pc:sldMk cId="4052067436" sldId="846"/>
            <ac:spMk id="452" creationId="{56BE36A8-C534-7DF5-CFFF-1FE86DE51920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53" creationId="{E9A15C8F-EAE5-A239-1639-B4578471FCB3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54" creationId="{D42C29C3-2C1C-56E8-FA48-B51805DEC432}"/>
          </ac:spMkLst>
        </pc:spChg>
        <pc:spChg chg="add del mod">
          <ac:chgData name="이민재" userId="f97f16f7-28a5-49bd-9e05-fb3ef63d7997" providerId="ADAL" clId="{9BD091B5-BB1A-44A0-8AB3-204ECA7231B1}" dt="2023-07-31T15:18:04.521" v="10383" actId="478"/>
          <ac:spMkLst>
            <pc:docMk/>
            <pc:sldMk cId="4052067436" sldId="846"/>
            <ac:spMk id="455" creationId="{A6F9A5D2-6A0B-BC83-292B-C36892E06CD1}"/>
          </ac:spMkLst>
        </pc:spChg>
        <pc:spChg chg="add mod">
          <ac:chgData name="이민재" userId="f97f16f7-28a5-49bd-9e05-fb3ef63d7997" providerId="ADAL" clId="{9BD091B5-BB1A-44A0-8AB3-204ECA7231B1}" dt="2023-07-31T15:19:09.592" v="10452" actId="1076"/>
          <ac:spMkLst>
            <pc:docMk/>
            <pc:sldMk cId="4052067436" sldId="846"/>
            <ac:spMk id="456" creationId="{E0E316D4-34CA-AFAD-93F4-0037664E3C0D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58" creationId="{F947E84D-509E-D7F5-5394-6FE14FD22D0C}"/>
          </ac:spMkLst>
        </pc:spChg>
        <pc:spChg chg="add del mod">
          <ac:chgData name="이민재" userId="f97f16f7-28a5-49bd-9e05-fb3ef63d7997" providerId="ADAL" clId="{9BD091B5-BB1A-44A0-8AB3-204ECA7231B1}" dt="2023-07-31T17:41:30.235" v="10667" actId="478"/>
          <ac:spMkLst>
            <pc:docMk/>
            <pc:sldMk cId="4052067436" sldId="846"/>
            <ac:spMk id="460" creationId="{E6064B44-77F0-F2B4-8C3E-5C4AE2426FF7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61" creationId="{F4B01BF0-BA5E-5A6B-91DD-32FAE202C18B}"/>
          </ac:spMkLst>
        </pc:spChg>
        <pc:spChg chg="add mod">
          <ac:chgData name="이민재" userId="f97f16f7-28a5-49bd-9e05-fb3ef63d7997" providerId="ADAL" clId="{9BD091B5-BB1A-44A0-8AB3-204ECA7231B1}" dt="2023-07-31T17:36:39.624" v="10629" actId="1076"/>
          <ac:spMkLst>
            <pc:docMk/>
            <pc:sldMk cId="4052067436" sldId="846"/>
            <ac:spMk id="465" creationId="{D3DFFB96-755D-7405-7A1E-9B692C31D1C5}"/>
          </ac:spMkLst>
        </pc:spChg>
        <pc:spChg chg="add del mod">
          <ac:chgData name="이민재" userId="f97f16f7-28a5-49bd-9e05-fb3ef63d7997" providerId="ADAL" clId="{9BD091B5-BB1A-44A0-8AB3-204ECA7231B1}" dt="2023-07-31T17:54:18.553" v="10800" actId="478"/>
          <ac:spMkLst>
            <pc:docMk/>
            <pc:sldMk cId="4052067436" sldId="846"/>
            <ac:spMk id="466" creationId="{3FB1753A-8EF3-3D95-EB96-2232106015EF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67" creationId="{1BCF0AC1-65C2-2E4F-FEDE-8AAF3C3DF876}"/>
          </ac:spMkLst>
        </pc:spChg>
        <pc:spChg chg="add mod">
          <ac:chgData name="이민재" userId="f97f16f7-28a5-49bd-9e05-fb3ef63d7997" providerId="ADAL" clId="{9BD091B5-BB1A-44A0-8AB3-204ECA7231B1}" dt="2023-07-31T17:42:14.452" v="10697" actId="1036"/>
          <ac:spMkLst>
            <pc:docMk/>
            <pc:sldMk cId="4052067436" sldId="846"/>
            <ac:spMk id="468" creationId="{EC5B9F16-194F-9DE3-5CDC-D3E36E9D896B}"/>
          </ac:spMkLst>
        </pc:spChg>
        <pc:spChg chg="add del mod">
          <ac:chgData name="이민재" userId="f97f16f7-28a5-49bd-9e05-fb3ef63d7997" providerId="ADAL" clId="{9BD091B5-BB1A-44A0-8AB3-204ECA7231B1}" dt="2023-07-31T17:54:20.329" v="10801" actId="478"/>
          <ac:spMkLst>
            <pc:docMk/>
            <pc:sldMk cId="4052067436" sldId="846"/>
            <ac:spMk id="469" creationId="{D9078B5C-2EC6-4527-87EF-93B67B66349C}"/>
          </ac:spMkLst>
        </pc:spChg>
        <pc:spChg chg="add del mod">
          <ac:chgData name="이민재" userId="f97f16f7-28a5-49bd-9e05-fb3ef63d7997" providerId="ADAL" clId="{9BD091B5-BB1A-44A0-8AB3-204ECA7231B1}" dt="2023-07-31T17:52:04.512" v="10755" actId="478"/>
          <ac:spMkLst>
            <pc:docMk/>
            <pc:sldMk cId="4052067436" sldId="846"/>
            <ac:spMk id="470" creationId="{49C17EF6-03FF-B0AE-1D6B-9EC1437332CB}"/>
          </ac:spMkLst>
        </pc:spChg>
        <pc:spChg chg="add del">
          <ac:chgData name="이민재" userId="f97f16f7-28a5-49bd-9e05-fb3ef63d7997" providerId="ADAL" clId="{9BD091B5-BB1A-44A0-8AB3-204ECA7231B1}" dt="2023-07-31T17:52:50.098" v="10764" actId="22"/>
          <ac:spMkLst>
            <pc:docMk/>
            <pc:sldMk cId="4052067436" sldId="846"/>
            <ac:spMk id="472" creationId="{01F29356-1BA7-CEAD-158C-24EB8DF621F5}"/>
          </ac:spMkLst>
        </pc:spChg>
        <pc:spChg chg="add mod">
          <ac:chgData name="이민재" userId="f97f16f7-28a5-49bd-9e05-fb3ef63d7997" providerId="ADAL" clId="{9BD091B5-BB1A-44A0-8AB3-204ECA7231B1}" dt="2023-07-31T17:58:03.954" v="10835" actId="1035"/>
          <ac:spMkLst>
            <pc:docMk/>
            <pc:sldMk cId="4052067436" sldId="846"/>
            <ac:spMk id="473" creationId="{9A88F01E-6134-91E9-CCA9-A0FAF00B7ED7}"/>
          </ac:spMkLst>
        </pc:spChg>
        <pc:spChg chg="add mod">
          <ac:chgData name="이민재" userId="f97f16f7-28a5-49bd-9e05-fb3ef63d7997" providerId="ADAL" clId="{9BD091B5-BB1A-44A0-8AB3-204ECA7231B1}" dt="2023-07-31T17:58:03.954" v="10835" actId="1035"/>
          <ac:spMkLst>
            <pc:docMk/>
            <pc:sldMk cId="4052067436" sldId="846"/>
            <ac:spMk id="476" creationId="{DB48C05C-B0D5-9864-0938-114CC02EA2AF}"/>
          </ac:spMkLst>
        </pc:spChg>
        <pc:spChg chg="add mod">
          <ac:chgData name="이민재" userId="f97f16f7-28a5-49bd-9e05-fb3ef63d7997" providerId="ADAL" clId="{9BD091B5-BB1A-44A0-8AB3-204ECA7231B1}" dt="2023-07-31T17:59:16.166" v="10877" actId="1076"/>
          <ac:spMkLst>
            <pc:docMk/>
            <pc:sldMk cId="4052067436" sldId="846"/>
            <ac:spMk id="477" creationId="{32D354F9-FBD8-904E-B69C-108291ACFD88}"/>
          </ac:spMkLst>
        </pc:s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2" creationId="{9F8CB6F8-7FF5-6C40-687A-873DA473086D}"/>
          </ac:grpSpMkLst>
        </pc:grpChg>
        <pc:grpChg chg="del">
          <ac:chgData name="이민재" userId="f97f16f7-28a5-49bd-9e05-fb3ef63d7997" providerId="ADAL" clId="{9BD091B5-BB1A-44A0-8AB3-204ECA7231B1}" dt="2023-07-31T14:50:31.844" v="10008" actId="478"/>
          <ac:grpSpMkLst>
            <pc:docMk/>
            <pc:sldMk cId="4052067436" sldId="846"/>
            <ac:grpSpMk id="5" creationId="{9929BD0C-0E26-FF66-B7BA-488ABE8FD4FD}"/>
          </ac:grpSpMkLst>
        </pc:grpChg>
        <pc:grpChg chg="mod">
          <ac:chgData name="이민재" userId="f97f16f7-28a5-49bd-9e05-fb3ef63d7997" providerId="ADAL" clId="{9BD091B5-BB1A-44A0-8AB3-204ECA7231B1}" dt="2023-07-31T14:48:41.955" v="9937" actId="1036"/>
          <ac:grpSpMkLst>
            <pc:docMk/>
            <pc:sldMk cId="4052067436" sldId="846"/>
            <ac:grpSpMk id="22" creationId="{7DD48696-B0CB-C5F4-8824-5779907AB512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01" creationId="{892B049A-6F4D-24B2-511F-AEDA02EFCE96}"/>
          </ac:grpSpMkLst>
        </pc:grpChg>
        <pc:grpChg chg="del mod">
          <ac:chgData name="이민재" userId="f97f16f7-28a5-49bd-9e05-fb3ef63d7997" providerId="ADAL" clId="{9BD091B5-BB1A-44A0-8AB3-204ECA7231B1}" dt="2023-07-31T15:50:36.894" v="10487" actId="478"/>
          <ac:grpSpMkLst>
            <pc:docMk/>
            <pc:sldMk cId="4052067436" sldId="846"/>
            <ac:grpSpMk id="119" creationId="{D61CC0B3-228D-7885-6BAF-8473C466EE8B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54" creationId="{74074763-EA51-2AC5-FA87-E7123F7014B5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81" creationId="{7FF63947-7C5D-5518-D5FE-257A06AC9BBB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86" creationId="{553EDAD1-83EC-586D-6406-E6FD85C09DC8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91" creationId="{EF3B1B7B-04E6-7788-2269-0F5318074F20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96" creationId="{4C4F7B8E-D0AE-28DE-F004-BF8F666545C6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59" creationId="{17A836C9-4861-D9F2-D230-CB0509D28C0A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64" creationId="{C7C73808-B051-12D5-42B0-10A8C087C0C1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69" creationId="{471540FE-6A9A-69AD-436D-CDD58B8B3FBE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74" creationId="{A34873C7-0991-A18A-F081-87504C2C05C9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80" creationId="{8BF72CC6-B7AD-3555-81B0-0AC9B9D5C8D7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85" creationId="{5268DD89-A2A5-6EED-6EF7-E7D97CD73932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90" creationId="{8F74BFC6-4CA1-6E42-1477-078ACDE32E46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95" creationId="{E4C3C6A3-F896-6672-245E-40D3541C76FB}"/>
          </ac:grpSpMkLst>
        </pc:gr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385" creationId="{46CEABD3-7968-A199-A68A-EC1CB860148D}"/>
          </ac:grpSpMkLst>
        </pc:gr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401" creationId="{5043E8F1-1957-CFC7-725E-A4E2527737DD}"/>
          </ac:grpSpMkLst>
        </pc:grpChg>
        <pc:graphicFrameChg chg="mod">
          <ac:chgData name="이민재" userId="f97f16f7-28a5-49bd-9e05-fb3ef63d7997" providerId="ADAL" clId="{9BD091B5-BB1A-44A0-8AB3-204ECA7231B1}" dt="2023-07-31T14:51:56.138" v="10158" actId="1038"/>
          <ac:graphicFrameMkLst>
            <pc:docMk/>
            <pc:sldMk cId="4052067436" sldId="846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4" creationId="{549D8F1B-3B14-A698-92C2-8EFA837ABE4E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6" creationId="{B48BB94E-3768-51B9-2811-CA5FA4D6CE18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8" creationId="{AD6CEEA2-77AE-17F6-7226-6D90178AA42D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90" creationId="{7DDCCA94-E40C-7D43-D638-BA6E8837B06C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92" creationId="{3B3383B1-F73A-527A-EA94-FBED750240EA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5:14:31.527" v="10352" actId="1037"/>
          <ac:graphicFrameMkLst>
            <pc:docMk/>
            <pc:sldMk cId="4052067436" sldId="846"/>
            <ac:graphicFrameMk id="99" creationId="{69681813-B7D0-DD8E-95F1-733073C8AD9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7:52:02.082" v="10754" actId="21"/>
          <ac:graphicFrameMkLst>
            <pc:docMk/>
            <pc:sldMk cId="4052067436" sldId="846"/>
            <ac:graphicFrameMk id="105" creationId="{FC013620-B9CB-1EE0-262E-CB74EDA1055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51:23.625" v="10744" actId="1035"/>
          <ac:graphicFrameMkLst>
            <pc:docMk/>
            <pc:sldMk cId="4052067436" sldId="846"/>
            <ac:graphicFrameMk id="112" creationId="{AC63604C-2529-B145-C6E4-91E9B4AD344C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3" creationId="{8298BC79-66F7-6278-502F-CFC51DC220C4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4" creationId="{EA095F15-4953-B0DB-0FB8-524599718EC7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5" creationId="{B06FE6B0-FFB3-C791-D03D-E6E45ACD45B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7:52:02.082" v="10754" actId="21"/>
          <ac:graphicFrameMkLst>
            <pc:docMk/>
            <pc:sldMk cId="4052067436" sldId="846"/>
            <ac:graphicFrameMk id="158" creationId="{241A74B0-4C95-AF5D-389F-3CE114E3827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4" creationId="{A99327FB-165D-91B1-C0EF-1C375AC9DB21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5" creationId="{A3677E5F-C8A5-C4FC-7904-F5BC8CF5CDA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6" creationId="{B39D848B-F67D-5994-9EBB-F1AB915912D7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7" creationId="{8C2EA260-1933-1821-A6C1-E00280B589F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8" creationId="{3517E9CD-C4CA-FCE4-7569-A7A51B168FB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9" creationId="{F5B260CB-5CF5-A20C-DC6F-F1079ECA7D0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0" creationId="{CB556BEA-4CEA-B8AD-2374-4B7703C27AC5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1" creationId="{F88562B4-DF8C-F165-C731-1D9938D3E0A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2" creationId="{11D6D197-D412-0145-7A1B-6849D686C0A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3" creationId="{3A5FACCF-12AB-188A-8B8D-8B2B5D5A993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4" creationId="{D475978C-7D6E-A180-E0AB-242A461E093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5" creationId="{DE3824A9-8618-BE9A-84B8-9810228EE4A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6" creationId="{1C19A919-5778-B41B-FD74-926EEBD8032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7" creationId="{962C8280-E5D3-25A2-A5B0-6DE28FE48CB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8" creationId="{15907DE5-06B8-BBF0-DE5F-36D2CEB50ED0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9" creationId="{1A9ECC91-BAEF-7486-25B0-A8A3B602A2C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9.548" v="10710" actId="403"/>
          <ac:graphicFrameMkLst>
            <pc:docMk/>
            <pc:sldMk cId="4052067436" sldId="846"/>
            <ac:graphicFrameMk id="226" creationId="{FA7079B7-9BEE-AA6C-BCFB-8EC81486A740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7.373" v="10709" actId="403"/>
          <ac:graphicFrameMkLst>
            <pc:docMk/>
            <pc:sldMk cId="4052067436" sldId="846"/>
            <ac:graphicFrameMk id="227" creationId="{93DC5FFA-0A52-D3F9-3BB6-288D1B067CA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4.852" v="10708" actId="403"/>
          <ac:graphicFrameMkLst>
            <pc:docMk/>
            <pc:sldMk cId="4052067436" sldId="846"/>
            <ac:graphicFrameMk id="228" creationId="{C12BC369-E542-4871-07B1-71573F42BE2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3:57.329" v="10707" actId="403"/>
          <ac:graphicFrameMkLst>
            <pc:docMk/>
            <pc:sldMk cId="4052067436" sldId="846"/>
            <ac:graphicFrameMk id="229" creationId="{09483F69-5834-594F-320D-350A4AA392B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0" creationId="{4AE3BEDF-8705-F655-1C9F-8C0A6C621600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1" creationId="{10F1F2DB-FAA6-90D9-6EB6-F563FED624F8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2" creationId="{367CC10F-CBC9-A1A8-167A-5949BB42C6E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3" creationId="{2B2E9367-2BFB-6918-8ECC-21E11884EDB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4" creationId="{D48E4101-50EB-BE83-38EB-672B83D9A50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5" creationId="{E8ABA410-2434-C07A-6601-D5E0292C9D8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6" creationId="{3BA87B2E-453E-80EF-A4EE-1E33B17D636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7" creationId="{6E5EDFB5-CB04-D88C-2DBE-C91EC8060CFC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8" creationId="{22AA1C90-93A8-0DB7-69A1-703B2D76ECC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9" creationId="{270D2F32-128A-30AF-ED91-F9E3EC68B09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0" creationId="{D6417F16-A828-F3E9-BDB7-509000B3AB31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1" creationId="{A7037665-8C50-D21B-68CE-D5A246316BA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2" creationId="{DDB923C3-CC01-D4E5-6DD8-870C648A15B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3" creationId="{5D3B4F73-9A3F-9459-59F8-6CB52C4B9C3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4" creationId="{28ABB81A-E4C1-C45C-016C-C43842615F4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5" creationId="{8752060D-0F12-B81E-5240-79801F561D5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6" creationId="{F3B0B4E4-DFF4-9F79-7172-1717DDC045E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7" creationId="{8A23A381-C5C6-B78C-EF5A-2F3C7750413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8" creationId="{3B4786AB-4E58-3973-6C78-8B321BE25C1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9" creationId="{DCE4AF84-5B1A-C454-ABE6-CFEE3B5BC16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2" creationId="{DA2D3BF0-CA4C-77C1-7BA0-6500D108947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3" creationId="{C921E274-DCC2-0D84-C734-3FF8D46C2C4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4" creationId="{79010807-637B-C1FB-BF7D-726658F9863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5" creationId="{1BFF98F4-3740-E997-B94F-BE2FF433EB8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6" creationId="{160FD2BC-C4E5-DDCA-5C9C-B54ED6750314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7" creationId="{2ABA144C-7E42-C0C1-830A-0C3C73E7378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8" creationId="{199B9686-B6DD-DE85-8107-25611C6DFBD1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18" creationId="{129BB8C6-E898-AD28-11D3-0F9DDB039B7D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19" creationId="{7E373E92-662C-F4FF-F37C-527D4AA71A68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20" creationId="{53146CFF-4062-4897-9B66-556C5C5A28B5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21" creationId="{EB704297-C896-5B2F-5E2E-1DFEC2339667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7" creationId="{2B86058F-3139-3595-BF55-89BCCBC57D4E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8" creationId="{18034EDD-FD5F-63F1-27A5-4CA821B2B51E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9" creationId="{CECB2A77-B9F3-1567-F714-995010FA7D9B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50" creationId="{B2E08573-159A-624D-404D-3FF0A8294916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56" creationId="{3231E416-D59D-F4F6-C7E2-C17114402CAB}"/>
          </ac:graphicFrameMkLst>
        </pc:graphicFrameChg>
        <pc:graphicFrameChg chg="mod">
          <ac:chgData name="이민재" userId="f97f16f7-28a5-49bd-9e05-fb3ef63d7997" providerId="ADAL" clId="{9BD091B5-BB1A-44A0-8AB3-204ECA7231B1}" dt="2023-07-31T17:59:27.396" v="10895" actId="1037"/>
          <ac:graphicFrameMkLst>
            <pc:docMk/>
            <pc:sldMk cId="4052067436" sldId="846"/>
            <ac:graphicFrameMk id="428" creationId="{7ECC109A-8060-7505-87A3-8E642A6EBEB6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7:51:23.625" v="10744" actId="1035"/>
          <ac:graphicFrameMkLst>
            <pc:docMk/>
            <pc:sldMk cId="4052067436" sldId="846"/>
            <ac:graphicFrameMk id="457" creationId="{AFAE1175-A900-B36C-17E7-5DED3E3BFEEA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2" creationId="{82771647-4923-1128-AB8E-1CD60D1F8DE0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3" creationId="{48D1392D-618F-AE11-7155-DD4A33B187B0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4" creationId="{512AE1CD-8820-A608-039E-7BEB65511D7B}"/>
          </ac:graphicFrameMkLst>
        </pc:graphicFrameChg>
        <pc:graphicFrameChg chg="add mod">
          <ac:chgData name="이민재" userId="f97f16f7-28a5-49bd-9e05-fb3ef63d7997" providerId="ADAL" clId="{9BD091B5-BB1A-44A0-8AB3-204ECA7231B1}" dt="2023-07-31T17:58:03.954" v="10835" actId="1035"/>
          <ac:graphicFrameMkLst>
            <pc:docMk/>
            <pc:sldMk cId="4052067436" sldId="846"/>
            <ac:graphicFrameMk id="474" creationId="{AE760784-5152-F203-C666-207B288184EF}"/>
          </ac:graphicFrameMkLst>
        </pc:graphicFrameChg>
        <pc:graphicFrameChg chg="add mod">
          <ac:chgData name="이민재" userId="f97f16f7-28a5-49bd-9e05-fb3ef63d7997" providerId="ADAL" clId="{9BD091B5-BB1A-44A0-8AB3-204ECA7231B1}" dt="2023-07-31T17:58:03.954" v="10835" actId="1035"/>
          <ac:graphicFrameMkLst>
            <pc:docMk/>
            <pc:sldMk cId="4052067436" sldId="846"/>
            <ac:graphicFrameMk id="475" creationId="{4F5DCE17-E31E-C1E6-752C-110443B7CB50}"/>
          </ac:graphicFrameMkLst>
        </pc:graphicFrameChg>
        <pc:picChg chg="mod">
          <ac:chgData name="이민재" userId="f97f16f7-28a5-49bd-9e05-fb3ef63d7997" providerId="ADAL" clId="{9BD091B5-BB1A-44A0-8AB3-204ECA7231B1}" dt="2023-07-31T14:48:57.863" v="9976" actId="1035"/>
          <ac:picMkLst>
            <pc:docMk/>
            <pc:sldMk cId="4052067436" sldId="846"/>
            <ac:picMk id="362" creationId="{3343F51E-A635-D381-4964-E1ABD06F3C5F}"/>
          </ac:picMkLst>
        </pc:picChg>
        <pc:picChg chg="mod">
          <ac:chgData name="이민재" userId="f97f16f7-28a5-49bd-9e05-fb3ef63d7997" providerId="ADAL" clId="{9BD091B5-BB1A-44A0-8AB3-204ECA7231B1}" dt="2023-07-31T14:48:57.863" v="9976" actId="1035"/>
          <ac:picMkLst>
            <pc:docMk/>
            <pc:sldMk cId="4052067436" sldId="846"/>
            <ac:picMk id="363" creationId="{0A8A6C9D-8D56-EA20-EE81-AFD22666739A}"/>
          </ac:picMkLst>
        </pc:pic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80" creationId="{BDDEA510-2AF1-EFA9-45A9-51E9B24F0041}"/>
          </ac:cxnSpMkLst>
        </pc:cxn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95" creationId="{4B91C91A-131B-143E-4151-E0BE0BA809E0}"/>
          </ac:cxnSpMkLst>
        </pc:cxn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106" creationId="{BDE62C8C-8AF0-DA08-2413-3ADC8D233F64}"/>
          </ac:cxnSpMkLst>
        </pc:cxnChg>
        <pc:cxnChg chg="del mod">
          <ac:chgData name="이민재" userId="f97f16f7-28a5-49bd-9e05-fb3ef63d7997" providerId="ADAL" clId="{9BD091B5-BB1A-44A0-8AB3-204ECA7231B1}" dt="2023-07-31T17:41:35.571" v="10669" actId="478"/>
          <ac:cxnSpMkLst>
            <pc:docMk/>
            <pc:sldMk cId="4052067436" sldId="846"/>
            <ac:cxnSpMk id="117" creationId="{22C20B24-4516-82D8-A117-619D6AEE852B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2" creationId="{6DEBE3B3-759A-BF56-ED3C-8BA80403D965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3" creationId="{8664DC69-772D-F520-8C22-3DACBB077B24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4" creationId="{2F0D6049-87F0-6540-E212-3E808ACB7042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5" creationId="{01EA7B64-2CE0-A0E5-7275-E113405022FC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2" creationId="{B8779CE9-DAC7-A254-1DCF-A64EFBB767CF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3" creationId="{D85477D5-C992-8A48-DE32-28AFAB0E21EA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4" creationId="{800D75C2-A652-F952-714A-37115136E0C1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5" creationId="{67574ACB-D04E-2649-D584-9CFC15E7C57A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2" creationId="{F9284925-D534-7F29-3ECC-DEFC5A7D87DC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3" creationId="{C06ACD92-E3CE-4DE1-1A32-D9B8A95E8835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4" creationId="{7D91EAAA-4A7C-AB53-D58E-38D93EEDF006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5" creationId="{090536E3-9288-C156-DC87-C7CF7B1BC2A8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7" creationId="{598AC490-BC94-EAFB-1CAC-A83EED39ECD0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8" creationId="{F0B6BAF7-1C9B-B421-EE97-C68FB727DF6E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9" creationId="{4BC75D77-557A-E0EE-92AF-88BA91764CFA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30" creationId="{DEC8E83F-0520-330A-53DA-807159BDC627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79" creationId="{E52DF9C0-D004-6C8F-0F08-7A7FFDBBD246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0" creationId="{9F59555A-8947-4D3D-6A3F-CB03FFC06962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1" creationId="{7424DCE2-D86F-F477-720B-4D125F45AFD3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2" creationId="{9F0EEA89-4B1C-3911-DA58-E43906A66B3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3" creationId="{0F14BA59-790F-C150-32BC-F0A99C4D4FBA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4" creationId="{A9AAC6A6-EE20-776A-E40A-D53F43053BEE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5" creationId="{AE02E7C3-D16B-EBE5-15AE-D9E32B431052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6" creationId="{1E8C57CC-74F7-B43D-81B5-DBC9627BCEBA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7" creationId="{BA8F27CF-9F34-CF37-96CC-78F30E12E28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8" creationId="{6E70F9A5-E73D-DAD1-C079-564335E11051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9" creationId="{9A971B9F-8550-8271-CE8C-B307AD54832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00" creationId="{12C8C8AA-5894-CF84-6265-0982D80CC625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1" creationId="{DBEBE5B0-319B-E7B4-ACAE-118754DDF01B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2" creationId="{B3E731DE-0B5F-ACC1-4CCC-5F82D169D8F8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3" creationId="{7972E56F-4C6A-0B7A-68B3-E09183E9482B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4" creationId="{387912C1-6930-0C0F-5F5E-B2E63B719A79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5" creationId="{5B004BEE-56D1-E994-2C3F-14ED654216CC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6" creationId="{3177305B-6E35-4213-7F0C-EB5C6D98945F}"/>
          </ac:cxnSpMkLst>
        </pc:cxnChg>
        <pc:cxnChg chg="mod">
          <ac:chgData name="이민재" userId="f97f16f7-28a5-49bd-9e05-fb3ef63d7997" providerId="ADAL" clId="{9BD091B5-BB1A-44A0-8AB3-204ECA7231B1}" dt="2023-07-31T15:14:31.527" v="10352" actId="1037"/>
          <ac:cxnSpMkLst>
            <pc:docMk/>
            <pc:sldMk cId="4052067436" sldId="846"/>
            <ac:cxnSpMk id="421" creationId="{297A9A20-669B-66CF-AC46-BAEE5C8D8BE9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6" creationId="{772D849B-FC4C-18BC-5F22-8FE226B25B05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7" creationId="{11D61E0D-7A64-6DA1-0B88-D867D57337E4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8" creationId="{21BED587-59AE-6125-9CC8-9CC637A60CAD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9" creationId="{0F95E41E-F640-2918-505B-998351C80055}"/>
          </ac:cxnSpMkLst>
        </pc:cxnChg>
        <pc:cxnChg chg="add mod">
          <ac:chgData name="이민재" userId="f97f16f7-28a5-49bd-9e05-fb3ef63d7997" providerId="ADAL" clId="{9BD091B5-BB1A-44A0-8AB3-204ECA7231B1}" dt="2023-07-31T17:58:33.582" v="10866" actId="1038"/>
          <ac:cxnSpMkLst>
            <pc:docMk/>
            <pc:sldMk cId="4052067436" sldId="846"/>
            <ac:cxnSpMk id="440" creationId="{B0D64213-7D5A-224D-36BD-7DBE974272F3}"/>
          </ac:cxnSpMkLst>
        </pc:cxnChg>
        <pc:cxnChg chg="add mod">
          <ac:chgData name="이민재" userId="f97f16f7-28a5-49bd-9e05-fb3ef63d7997" providerId="ADAL" clId="{9BD091B5-BB1A-44A0-8AB3-204ECA7231B1}" dt="2023-07-31T17:58:33.582" v="10866" actId="1038"/>
          <ac:cxnSpMkLst>
            <pc:docMk/>
            <pc:sldMk cId="4052067436" sldId="846"/>
            <ac:cxnSpMk id="441" creationId="{A689C33D-B0FF-58FB-0DA9-0C712C03D971}"/>
          </ac:cxnSpMkLst>
        </pc:cxnChg>
        <pc:cxnChg chg="add mod">
          <ac:chgData name="이민재" userId="f97f16f7-28a5-49bd-9e05-fb3ef63d7997" providerId="ADAL" clId="{9BD091B5-BB1A-44A0-8AB3-204ECA7231B1}" dt="2023-07-31T15:14:31.527" v="10352" actId="1037"/>
          <ac:cxnSpMkLst>
            <pc:docMk/>
            <pc:sldMk cId="4052067436" sldId="846"/>
            <ac:cxnSpMk id="450" creationId="{4734F5A4-FAE3-0DBA-7260-2D01A796831E}"/>
          </ac:cxnSpMkLst>
        </pc:cxnChg>
        <pc:cxnChg chg="add del mod">
          <ac:chgData name="이민재" userId="f97f16f7-28a5-49bd-9e05-fb3ef63d7997" providerId="ADAL" clId="{9BD091B5-BB1A-44A0-8AB3-204ECA7231B1}" dt="2023-07-31T17:41:32.314" v="10668" actId="478"/>
          <ac:cxnSpMkLst>
            <pc:docMk/>
            <pc:sldMk cId="4052067436" sldId="846"/>
            <ac:cxnSpMk id="459" creationId="{1CFD594A-E01B-A05A-F53A-249B9E0249A8}"/>
          </ac:cxnSpMkLst>
        </pc:cxnChg>
      </pc:sldChg>
      <pc:sldChg chg="addSp delSp modSp add mod">
        <pc:chgData name="이민재" userId="f97f16f7-28a5-49bd-9e05-fb3ef63d7997" providerId="ADAL" clId="{9BD091B5-BB1A-44A0-8AB3-204ECA7231B1}" dt="2023-08-01T00:33:11.747" v="15736" actId="478"/>
        <pc:sldMkLst>
          <pc:docMk/>
          <pc:sldMk cId="3273136574" sldId="847"/>
        </pc:sldMkLst>
        <pc:spChg chg="add mod">
          <ac:chgData name="이민재" userId="f97f16f7-28a5-49bd-9e05-fb3ef63d7997" providerId="ADAL" clId="{9BD091B5-BB1A-44A0-8AB3-204ECA7231B1}" dt="2023-07-31T18:38:57.825" v="12031" actId="1076"/>
          <ac:spMkLst>
            <pc:docMk/>
            <pc:sldMk cId="3273136574" sldId="847"/>
            <ac:spMk id="6" creationId="{A5B41DA1-0E99-B308-337A-A985310CD2AA}"/>
          </ac:spMkLst>
        </pc:spChg>
        <pc:spChg chg="add mod">
          <ac:chgData name="이민재" userId="f97f16f7-28a5-49bd-9e05-fb3ef63d7997" providerId="ADAL" clId="{9BD091B5-BB1A-44A0-8AB3-204ECA7231B1}" dt="2023-07-31T18:47:32.807" v="12401" actId="1037"/>
          <ac:spMkLst>
            <pc:docMk/>
            <pc:sldMk cId="3273136574" sldId="847"/>
            <ac:spMk id="7" creationId="{135967EA-8730-7B42-429A-0D8B9594CD4A}"/>
          </ac:spMkLst>
        </pc:spChg>
        <pc:spChg chg="add mod">
          <ac:chgData name="이민재" userId="f97f16f7-28a5-49bd-9e05-fb3ef63d7997" providerId="ADAL" clId="{9BD091B5-BB1A-44A0-8AB3-204ECA7231B1}" dt="2023-07-31T18:20:13.612" v="11571" actId="692"/>
          <ac:spMkLst>
            <pc:docMk/>
            <pc:sldMk cId="3273136574" sldId="847"/>
            <ac:spMk id="10" creationId="{DAD52D61-E149-5113-A794-3CFEFFFA1B43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1" creationId="{C2940180-679C-1917-FEE3-2FD56E1B849A}"/>
          </ac:spMkLst>
        </pc:spChg>
        <pc:spChg chg="add del mod">
          <ac:chgData name="이민재" userId="f97f16f7-28a5-49bd-9e05-fb3ef63d7997" providerId="ADAL" clId="{9BD091B5-BB1A-44A0-8AB3-204ECA7231B1}" dt="2023-07-31T18:26:23.104" v="11747" actId="478"/>
          <ac:spMkLst>
            <pc:docMk/>
            <pc:sldMk cId="3273136574" sldId="847"/>
            <ac:spMk id="14" creationId="{6CCC4BB4-6E32-7437-27E6-A12009090854}"/>
          </ac:spMkLst>
        </pc:spChg>
        <pc:spChg chg="add 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15" creationId="{859DCBFA-F9D7-090B-3877-0F5BF007E89B}"/>
          </ac:spMkLst>
        </pc:spChg>
        <pc:spChg chg="add mod">
          <ac:chgData name="이민재" userId="f97f16f7-28a5-49bd-9e05-fb3ef63d7997" providerId="ADAL" clId="{9BD091B5-BB1A-44A0-8AB3-204ECA7231B1}" dt="2023-07-31T18:06:28.464" v="11198" actId="14100"/>
          <ac:spMkLst>
            <pc:docMk/>
            <pc:sldMk cId="3273136574" sldId="847"/>
            <ac:spMk id="16" creationId="{88644D3B-5F36-6949-F555-A557B1EB7D8C}"/>
          </ac:spMkLst>
        </pc:spChg>
        <pc:spChg chg="add del mod">
          <ac:chgData name="이민재" userId="f97f16f7-28a5-49bd-9e05-fb3ef63d7997" providerId="ADAL" clId="{9BD091B5-BB1A-44A0-8AB3-204ECA7231B1}" dt="2023-07-31T18:26:22.241" v="11746" actId="478"/>
          <ac:spMkLst>
            <pc:docMk/>
            <pc:sldMk cId="3273136574" sldId="847"/>
            <ac:spMk id="17" creationId="{B5FA13A6-E64E-775E-DB52-8427A580E666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19" creationId="{3F65EC12-77CA-53E4-CE59-06A2F54A8C0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20" creationId="{1307A54D-CC56-C1BE-41EF-0EED005224F9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79" creationId="{D91B5B54-5AEC-1162-CAC8-5EA5AE08CF3E}"/>
          </ac:spMkLst>
        </pc:spChg>
        <pc:spChg chg="mod">
          <ac:chgData name="이민재" userId="f97f16f7-28a5-49bd-9e05-fb3ef63d7997" providerId="ADAL" clId="{9BD091B5-BB1A-44A0-8AB3-204ECA7231B1}" dt="2023-07-31T18:17:35.426" v="11537" actId="1038"/>
          <ac:spMkLst>
            <pc:docMk/>
            <pc:sldMk cId="3273136574" sldId="847"/>
            <ac:spMk id="81" creationId="{CC535211-E57F-EFB8-517F-1E278322AF5D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82" creationId="{B81C55FB-B24A-1225-E43A-189A788E654D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83" creationId="{2FF17860-68C7-8DFC-7DE7-4F9B40765C3B}"/>
          </ac:spMkLst>
        </pc:spChg>
        <pc:spChg chg="del">
          <ac:chgData name="이민재" userId="f97f16f7-28a5-49bd-9e05-fb3ef63d7997" providerId="ADAL" clId="{9BD091B5-BB1A-44A0-8AB3-204ECA7231B1}" dt="2023-07-31T18:18:15.095" v="11541" actId="478"/>
          <ac:spMkLst>
            <pc:docMk/>
            <pc:sldMk cId="3273136574" sldId="847"/>
            <ac:spMk id="85" creationId="{27A07A0B-5475-E8A3-392A-9B0384830912}"/>
          </ac:spMkLst>
        </pc:spChg>
        <pc:spChg chg="del">
          <ac:chgData name="이민재" userId="f97f16f7-28a5-49bd-9e05-fb3ef63d7997" providerId="ADAL" clId="{9BD091B5-BB1A-44A0-8AB3-204ECA7231B1}" dt="2023-07-31T18:18:20.513" v="11542" actId="478"/>
          <ac:spMkLst>
            <pc:docMk/>
            <pc:sldMk cId="3273136574" sldId="847"/>
            <ac:spMk id="87" creationId="{7010A115-86FF-F630-953B-128AC31A8870}"/>
          </ac:spMkLst>
        </pc:spChg>
        <pc:spChg chg="del">
          <ac:chgData name="이민재" userId="f97f16f7-28a5-49bd-9e05-fb3ef63d7997" providerId="ADAL" clId="{9BD091B5-BB1A-44A0-8AB3-204ECA7231B1}" dt="2023-07-31T18:18:21.600" v="11543" actId="478"/>
          <ac:spMkLst>
            <pc:docMk/>
            <pc:sldMk cId="3273136574" sldId="847"/>
            <ac:spMk id="89" creationId="{0FFD3BC2-58FE-53BF-949E-CD7E99CA115F}"/>
          </ac:spMkLst>
        </pc:spChg>
        <pc:spChg chg="del">
          <ac:chgData name="이민재" userId="f97f16f7-28a5-49bd-9e05-fb3ef63d7997" providerId="ADAL" clId="{9BD091B5-BB1A-44A0-8AB3-204ECA7231B1}" dt="2023-07-31T18:18:22.993" v="11544" actId="478"/>
          <ac:spMkLst>
            <pc:docMk/>
            <pc:sldMk cId="3273136574" sldId="847"/>
            <ac:spMk id="91" creationId="{BC6D8837-CA31-045A-5966-E352AD957EE8}"/>
          </ac:spMkLst>
        </pc:spChg>
        <pc:spChg chg="mod">
          <ac:chgData name="이민재" userId="f97f16f7-28a5-49bd-9e05-fb3ef63d7997" providerId="ADAL" clId="{9BD091B5-BB1A-44A0-8AB3-204ECA7231B1}" dt="2023-07-31T18:17:38.331" v="11539" actId="1076"/>
          <ac:spMkLst>
            <pc:docMk/>
            <pc:sldMk cId="3273136574" sldId="847"/>
            <ac:spMk id="100" creationId="{4094E1B4-4307-DCF5-FD73-AA2A214F3B75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1" creationId="{F7B61806-ECC0-5355-5955-F02DB787032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2" creationId="{DD278648-7095-8699-B984-6A4F4DEA582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3" creationId="{D69690E4-E3A3-BB23-5C1B-083691EEF5E0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4" creationId="{0524238E-77AA-F32C-B1B3-B342E979DD8F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08" creationId="{E0050BC9-2B2E-6F54-7BDD-2D2F9BCFBE53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9" creationId="{3599F78B-FA25-56BA-F33D-00B4420022B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09" creationId="{C0B523EC-29BE-5D91-9087-BD99F4CC0A97}"/>
          </ac:spMkLst>
        </pc:spChg>
        <pc:spChg chg="add del mod">
          <ac:chgData name="이민재" userId="f97f16f7-28a5-49bd-9e05-fb3ef63d7997" providerId="ADAL" clId="{9BD091B5-BB1A-44A0-8AB3-204ECA7231B1}" dt="2023-07-31T19:22:58.416" v="12466" actId="478"/>
          <ac:spMkLst>
            <pc:docMk/>
            <pc:sldMk cId="3273136574" sldId="847"/>
            <ac:spMk id="110" creationId="{98BAA3F8-4ED4-A9A0-8736-05562AE478C1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10" creationId="{A734B97A-34BB-0CBC-17CD-423A50D1EAF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11" creationId="{76A51E17-5087-4E54-DE0A-5082AC1824B0}"/>
          </ac:spMkLst>
        </pc:spChg>
        <pc:spChg chg="add del mod">
          <ac:chgData name="이민재" userId="f97f16f7-28a5-49bd-9e05-fb3ef63d7997" providerId="ADAL" clId="{9BD091B5-BB1A-44A0-8AB3-204ECA7231B1}" dt="2023-07-31T19:22:57.848" v="12465" actId="478"/>
          <ac:spMkLst>
            <pc:docMk/>
            <pc:sldMk cId="3273136574" sldId="847"/>
            <ac:spMk id="111" creationId="{BC8F28F6-F0B8-3956-BFAA-6FDEF3B21ACE}"/>
          </ac:spMkLst>
        </pc:spChg>
        <pc:spChg chg="mod">
          <ac:chgData name="이민재" userId="f97f16f7-28a5-49bd-9e05-fb3ef63d7997" providerId="ADAL" clId="{9BD091B5-BB1A-44A0-8AB3-204ECA7231B1}" dt="2023-07-31T18:33:13.638" v="11873" actId="1076"/>
          <ac:spMkLst>
            <pc:docMk/>
            <pc:sldMk cId="3273136574" sldId="847"/>
            <ac:spMk id="116" creationId="{C08E3A4E-6E58-1300-6D23-A3026069E10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17" creationId="{89CC8A67-2879-95A0-AD6D-915EE808D2DA}"/>
          </ac:spMkLst>
        </pc:spChg>
        <pc:spChg chg="add del mod">
          <ac:chgData name="이민재" userId="f97f16f7-28a5-49bd-9e05-fb3ef63d7997" providerId="ADAL" clId="{9BD091B5-BB1A-44A0-8AB3-204ECA7231B1}" dt="2023-07-31T18:55:30.512" v="12462" actId="478"/>
          <ac:spMkLst>
            <pc:docMk/>
            <pc:sldMk cId="3273136574" sldId="847"/>
            <ac:spMk id="118" creationId="{E04FC539-91DA-84D4-4C8A-F574244736A5}"/>
          </ac:spMkLst>
        </pc:spChg>
        <pc:spChg chg="add del">
          <ac:chgData name="이민재" userId="f97f16f7-28a5-49bd-9e05-fb3ef63d7997" providerId="ADAL" clId="{9BD091B5-BB1A-44A0-8AB3-204ECA7231B1}" dt="2023-07-31T18:34:26.777" v="11905" actId="478"/>
          <ac:spMkLst>
            <pc:docMk/>
            <pc:sldMk cId="3273136574" sldId="847"/>
            <ac:spMk id="119" creationId="{55B9FA01-9E17-39F6-9AB5-0EC02A76A89A}"/>
          </ac:spMkLst>
        </pc:spChg>
        <pc:spChg chg="add del mod">
          <ac:chgData name="이민재" userId="f97f16f7-28a5-49bd-9e05-fb3ef63d7997" providerId="ADAL" clId="{9BD091B5-BB1A-44A0-8AB3-204ECA7231B1}" dt="2023-07-31T18:35:41.102" v="11930" actId="478"/>
          <ac:spMkLst>
            <pc:docMk/>
            <pc:sldMk cId="3273136574" sldId="847"/>
            <ac:spMk id="123" creationId="{447C6EFC-EB10-1754-885E-A69B16C68072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4" creationId="{A3E45346-AA53-EEDE-E077-4B76558D9FF4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5" creationId="{D67714F1-1512-5433-2439-7235F6A567F4}"/>
          </ac:spMkLst>
        </pc:spChg>
        <pc:spChg chg="add mod">
          <ac:chgData name="이민재" userId="f97f16f7-28a5-49bd-9e05-fb3ef63d7997" providerId="ADAL" clId="{9BD091B5-BB1A-44A0-8AB3-204ECA7231B1}" dt="2023-07-31T18:38:08.734" v="12016" actId="1037"/>
          <ac:spMkLst>
            <pc:docMk/>
            <pc:sldMk cId="3273136574" sldId="847"/>
            <ac:spMk id="128" creationId="{65359B30-775F-1815-684B-1A7C12D024AA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9" creationId="{485B3A4B-7A58-20C1-2FC8-21346ECAC78D}"/>
          </ac:spMkLst>
        </pc:spChg>
        <pc:spChg chg="add mod">
          <ac:chgData name="이민재" userId="f97f16f7-28a5-49bd-9e05-fb3ef63d7997" providerId="ADAL" clId="{9BD091B5-BB1A-44A0-8AB3-204ECA7231B1}" dt="2023-07-31T18:44:53.330" v="12295" actId="1076"/>
          <ac:spMkLst>
            <pc:docMk/>
            <pc:sldMk cId="3273136574" sldId="847"/>
            <ac:spMk id="139" creationId="{9B87E1A8-4BEF-1F89-B036-02E0E3C885D1}"/>
          </ac:spMkLst>
        </pc:spChg>
        <pc:spChg chg="mod">
          <ac:chgData name="이민재" userId="f97f16f7-28a5-49bd-9e05-fb3ef63d7997" providerId="ADAL" clId="{9BD091B5-BB1A-44A0-8AB3-204ECA7231B1}" dt="2023-07-31T18:33:13.638" v="11873" actId="1076"/>
          <ac:spMkLst>
            <pc:docMk/>
            <pc:sldMk cId="3273136574" sldId="847"/>
            <ac:spMk id="163" creationId="{077DFC14-5CE0-E8D4-AF70-DF3B7F18E805}"/>
          </ac:spMkLst>
        </pc:spChg>
        <pc:spChg chg="del">
          <ac:chgData name="이민재" userId="f97f16f7-28a5-49bd-9e05-fb3ef63d7997" providerId="ADAL" clId="{9BD091B5-BB1A-44A0-8AB3-204ECA7231B1}" dt="2023-07-31T18:00:42.972" v="10901" actId="478"/>
          <ac:spMkLst>
            <pc:docMk/>
            <pc:sldMk cId="3273136574" sldId="847"/>
            <ac:spMk id="201" creationId="{2C4C5724-5391-B084-9C03-927297CB3E8B}"/>
          </ac:spMkLst>
        </pc:spChg>
        <pc:spChg chg="add mod">
          <ac:chgData name="이민재" userId="f97f16f7-28a5-49bd-9e05-fb3ef63d7997" providerId="ADAL" clId="{9BD091B5-BB1A-44A0-8AB3-204ECA7231B1}" dt="2023-07-31T18:46:16.299" v="12341" actId="1076"/>
          <ac:spMkLst>
            <pc:docMk/>
            <pc:sldMk cId="3273136574" sldId="847"/>
            <ac:spMk id="236" creationId="{B2990081-C5D3-B617-055E-253719C14342}"/>
          </ac:spMkLst>
        </pc:spChg>
        <pc:spChg chg="add mod">
          <ac:chgData name="이민재" userId="f97f16f7-28a5-49bd-9e05-fb3ef63d7997" providerId="ADAL" clId="{9BD091B5-BB1A-44A0-8AB3-204ECA7231B1}" dt="2023-07-31T18:47:20.496" v="12394" actId="571"/>
          <ac:spMkLst>
            <pc:docMk/>
            <pc:sldMk cId="3273136574" sldId="847"/>
            <ac:spMk id="243" creationId="{B60BFFC8-A853-0F89-2B46-2D0937700768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50" creationId="{B25C0D45-582C-9798-AF45-01EDC08324C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51" creationId="{AFC2C03E-8CA0-4D30-3568-598C6994FAF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79" creationId="{995D4FFB-4C53-898B-E1CE-4B7A4D23404C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0" creationId="{00FE713C-92BB-FD93-43E7-00E31C191939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1" creationId="{CB48A1B7-DFA9-32B3-18C2-D40C80967E81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2" creationId="{4BE201E3-F56D-A7D7-9BE1-BCCD4768725A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3" creationId="{3686D20F-FB1F-F624-B46F-98679BCCAED7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4" creationId="{5056463F-0DE9-8942-63B8-AA2F0A97B9A0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5" creationId="{173BCD1B-C87D-222A-FB92-E79DFA3572C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6" creationId="{F78B3F98-33FE-1F7E-0F3A-58961655171B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7" creationId="{BB40E449-07BC-D3D8-5A49-E55702C04B80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8" creationId="{9289BF1E-3011-06AE-F5B8-70BE63BB196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9" creationId="{2D6473E9-072D-8D36-CA30-4987C355D5E4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0" creationId="{77533EA4-A29E-724E-D8FF-CE8F3A51FC12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1" creationId="{7499D681-4604-A263-2435-95DC6FC0E21F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2" creationId="{99D917DD-A0A7-CB3A-9E9B-604F4B938082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3" creationId="{D3CBE955-F4E5-F638-FC90-3106CBC022A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4" creationId="{13F9B1AA-8A00-2E37-7FFA-C4329D20430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5" creationId="{7519770B-9885-17B3-3900-6C01AF07546B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6" creationId="{C5491165-9656-EA13-7395-1A13352DE663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317" creationId="{B5AA6AEC-80D7-3C7D-DC77-38D96DA7A36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26" creationId="{BF87F7F9-5589-29CC-CBF9-324C8EFC0EA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1" creationId="{9B55EAEC-3EDD-C510-496B-ED2984B79309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2" creationId="{C8CD0D75-9B30-CB60-42E3-4270F92EE7C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3" creationId="{817222BC-EAE5-BA9B-A4D4-C959B049767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4" creationId="{BE4B27D6-9BD8-5225-3721-6AD24BBCDB0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5" creationId="{C51FE0EB-C2FF-9952-E2B1-D3C42C6000F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6" creationId="{E96CB3F7-6B52-FF04-7100-52F8FADB1862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7" creationId="{67E1C062-38C4-87BC-459F-969E4793F35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8" creationId="{8359C8F8-62EB-82EA-B3EE-58AABF70AD20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9" creationId="{6FA418CA-3780-A5E6-C773-B70625046D1C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0" creationId="{191A02C0-526B-916F-B970-85CD0B0FA19C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1" creationId="{156850CE-7B83-9A0F-4A17-53A8CF337F47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2" creationId="{876E8889-8A6C-82BC-84F4-D7BA6BC9477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3" creationId="{C48B2EAF-6C20-5769-4190-F597E91C300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4" creationId="{13EA00F5-FC00-B3D3-A158-D05F7C070DF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5" creationId="{117D8F32-E7EF-8FE9-5F06-1D130FA2ADB1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6" creationId="{5CC6B01A-627B-3740-7E64-A29E25DCA32C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1" creationId="{F8183BBE-0062-814E-E4B2-617EFA43098F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2" creationId="{1578E298-BAC8-DCFC-33AE-748C3231BACA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3" creationId="{67B3BED4-2BB0-604B-3FB6-FBC6B167B912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4" creationId="{DC466BE8-AA17-B0F8-0BCC-42BDC1072A37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55" creationId="{D6BC2156-7303-D83F-EAF8-BCA3823D7A7B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59" creationId="{0F82CBBD-27AB-647E-0770-C371A0D1A12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0" creationId="{45C2B577-C036-A961-DE6B-22AD4FB34926}"/>
          </ac:spMkLst>
        </pc:spChg>
        <pc:spChg chg="del mod">
          <ac:chgData name="이민재" userId="f97f16f7-28a5-49bd-9e05-fb3ef63d7997" providerId="ADAL" clId="{9BD091B5-BB1A-44A0-8AB3-204ECA7231B1}" dt="2023-07-31T18:15:06.655" v="11476" actId="478"/>
          <ac:spMkLst>
            <pc:docMk/>
            <pc:sldMk cId="3273136574" sldId="847"/>
            <ac:spMk id="364" creationId="{A5226B6D-168B-F695-38A0-87F702495A93}"/>
          </ac:spMkLst>
        </pc:spChg>
        <pc:spChg chg="del">
          <ac:chgData name="이민재" userId="f97f16f7-28a5-49bd-9e05-fb3ef63d7997" providerId="ADAL" clId="{9BD091B5-BB1A-44A0-8AB3-204ECA7231B1}" dt="2023-07-31T18:00:32.435" v="10899" actId="478"/>
          <ac:spMkLst>
            <pc:docMk/>
            <pc:sldMk cId="3273136574" sldId="847"/>
            <ac:spMk id="365" creationId="{889D770C-33C5-B6F3-0C75-B47DDA10A92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66" creationId="{2F6C01E1-4E10-D0C4-DF2F-221CCFD7FFD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7" creationId="{002FDCA6-BEBB-6283-DAE0-A73836FB679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8" creationId="{04223EC1-D183-6E67-7B14-32638BC88F50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9" creationId="{5C3242C6-0961-7C5F-FA45-DF58CB2C999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17" creationId="{EAC76FE0-C23B-E54E-EA54-3A0C845F5ADE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18" creationId="{5A3C8E45-F575-FFE1-BD7F-153ED774131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19" creationId="{D9A9EDB1-5EE1-5195-8DB7-F3F71113A7F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20" creationId="{B9BD15C2-C6BD-48AB-2C4B-CBC977F9FD88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22" creationId="{BE72B63F-F317-1443-0343-DE164978D7DE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423" creationId="{71A73C9A-31DC-5D01-F97F-AEB54A198275}"/>
          </ac:spMkLst>
        </pc:spChg>
        <pc:spChg chg="del">
          <ac:chgData name="이민재" userId="f97f16f7-28a5-49bd-9e05-fb3ef63d7997" providerId="ADAL" clId="{9BD091B5-BB1A-44A0-8AB3-204ECA7231B1}" dt="2023-07-31T18:16:47.244" v="11497" actId="478"/>
          <ac:spMkLst>
            <pc:docMk/>
            <pc:sldMk cId="3273136574" sldId="847"/>
            <ac:spMk id="424" creationId="{E4C3E669-327B-5280-2512-A53F4DC100D4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29" creationId="{F3A273B2-0766-98FD-3393-7DB1EC4E7F7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1" creationId="{9BABAF5E-E87B-9853-BEA0-D3C592613B48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2" creationId="{BA779B88-1F32-2DEF-B3D3-38310C8B3885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3" creationId="{C05C265A-BBDB-9C53-044B-26628D3F5A0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4" creationId="{D91EDC3D-5F7B-9E5C-A102-7DEA57E1796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5" creationId="{796A3D4E-2D12-9FEF-2E00-2EA7ECA61692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2" creationId="{19FF2261-845B-7A86-0CE5-63D16BB3CF82}"/>
          </ac:spMkLst>
        </pc:spChg>
        <pc:spChg chg="mod">
          <ac:chgData name="이민재" userId="f97f16f7-28a5-49bd-9e05-fb3ef63d7997" providerId="ADAL" clId="{9BD091B5-BB1A-44A0-8AB3-204ECA7231B1}" dt="2023-07-31T18:17:47.984" v="11540" actId="1076"/>
          <ac:spMkLst>
            <pc:docMk/>
            <pc:sldMk cId="3273136574" sldId="847"/>
            <ac:spMk id="443" creationId="{1807C78D-F0DE-92A3-F44A-5E667CA4E69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4" creationId="{6221F600-0C68-1C5F-BCC5-F0D22040CC9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5" creationId="{AD213FB2-7EE3-04D1-0351-616EDEAA6C80}"/>
          </ac:spMkLst>
        </pc:spChg>
        <pc:spChg chg="mod">
          <ac:chgData name="이민재" userId="f97f16f7-28a5-49bd-9e05-fb3ef63d7997" providerId="ADAL" clId="{9BD091B5-BB1A-44A0-8AB3-204ECA7231B1}" dt="2023-07-31T19:23:44.280" v="12493" actId="1038"/>
          <ac:spMkLst>
            <pc:docMk/>
            <pc:sldMk cId="3273136574" sldId="847"/>
            <ac:spMk id="446" creationId="{9810E22B-A5B0-D15F-6979-09007445D1B1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447" creationId="{D1ECC804-AD8E-857B-2BCB-F2C2D25348A4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8" creationId="{6862A841-D515-DDA8-8A53-A322DBA34AD5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9" creationId="{477DF471-5610-156A-6457-4CC8195DB48B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1" creationId="{9201F638-B7D6-7B9D-8CB6-5D9C25322F8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2" creationId="{56BE36A8-C534-7DF5-CFFF-1FE86DE51920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3" creationId="{E9A15C8F-EAE5-A239-1639-B4578471FCB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4" creationId="{D42C29C3-2C1C-56E8-FA48-B51805DEC432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55" creationId="{6E06480F-2AAD-FF5E-A389-07B150335A4C}"/>
          </ac:spMkLst>
        </pc:spChg>
        <pc:spChg chg="mod">
          <ac:chgData name="이민재" userId="f97f16f7-28a5-49bd-9e05-fb3ef63d7997" providerId="ADAL" clId="{9BD091B5-BB1A-44A0-8AB3-204ECA7231B1}" dt="2023-07-31T18:19:00.328" v="11554" actId="1035"/>
          <ac:spMkLst>
            <pc:docMk/>
            <pc:sldMk cId="3273136574" sldId="847"/>
            <ac:spMk id="456" creationId="{E0E316D4-34CA-AFAD-93F4-0037664E3C0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58" creationId="{F947E84D-509E-D7F5-5394-6FE14FD22D0C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59" creationId="{EE67C149-0B9C-7191-2FFC-0515D831CAB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0" creationId="{7ED1C9C7-ED04-EC52-0F81-A392DE8B191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61" creationId="{F4B01BF0-BA5E-5A6B-91DD-32FAE202C18B}"/>
          </ac:spMkLst>
        </pc:spChg>
        <pc:spChg chg="del mod">
          <ac:chgData name="이민재" userId="f97f16f7-28a5-49bd-9e05-fb3ef63d7997" providerId="ADAL" clId="{9BD091B5-BB1A-44A0-8AB3-204ECA7231B1}" dt="2023-07-31T18:15:09.690" v="11477" actId="478"/>
          <ac:spMkLst>
            <pc:docMk/>
            <pc:sldMk cId="3273136574" sldId="847"/>
            <ac:spMk id="465" creationId="{D3DFFB96-755D-7405-7A1E-9B692C31D1C5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6" creationId="{701F1C5F-0BF9-D070-2855-223014B39797}"/>
          </ac:spMkLst>
        </pc:spChg>
        <pc:spChg chg="mod">
          <ac:chgData name="이민재" userId="f97f16f7-28a5-49bd-9e05-fb3ef63d7997" providerId="ADAL" clId="{9BD091B5-BB1A-44A0-8AB3-204ECA7231B1}" dt="2023-07-31T18:40:47.360" v="12121" actId="404"/>
          <ac:spMkLst>
            <pc:docMk/>
            <pc:sldMk cId="3273136574" sldId="847"/>
            <ac:spMk id="467" creationId="{1BCF0AC1-65C2-2E4F-FEDE-8AAF3C3DF876}"/>
          </ac:spMkLst>
        </pc:spChg>
        <pc:spChg chg="mod">
          <ac:chgData name="이민재" userId="f97f16f7-28a5-49bd-9e05-fb3ef63d7997" providerId="ADAL" clId="{9BD091B5-BB1A-44A0-8AB3-204ECA7231B1}" dt="2023-07-31T18:40:54.748" v="12124" actId="404"/>
          <ac:spMkLst>
            <pc:docMk/>
            <pc:sldMk cId="3273136574" sldId="847"/>
            <ac:spMk id="468" creationId="{EC5B9F16-194F-9DE3-5CDC-D3E36E9D896B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9" creationId="{A89066F0-A748-B750-9EB1-5B973F499CDF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0" creationId="{FDA956BF-0DE4-48E4-47E8-A30623E0425E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1" creationId="{DC8DE69F-C9CC-7A1D-F665-A2143FADFAE6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2" creationId="{08286954-DD19-88C5-C8E5-6DB4AF41C5D6}"/>
          </ac:spMkLst>
        </pc:spChg>
        <pc:spChg chg="mod">
          <ac:chgData name="이민재" userId="f97f16f7-28a5-49bd-9e05-fb3ef63d7997" providerId="ADAL" clId="{9BD091B5-BB1A-44A0-8AB3-204ECA7231B1}" dt="2023-07-31T18:47:46.436" v="12428" actId="1038"/>
          <ac:spMkLst>
            <pc:docMk/>
            <pc:sldMk cId="3273136574" sldId="847"/>
            <ac:spMk id="473" creationId="{9A88F01E-6134-91E9-CCA9-A0FAF00B7ED7}"/>
          </ac:spMkLst>
        </pc:spChg>
        <pc:spChg chg="mod">
          <ac:chgData name="이민재" userId="f97f16f7-28a5-49bd-9e05-fb3ef63d7997" providerId="ADAL" clId="{9BD091B5-BB1A-44A0-8AB3-204ECA7231B1}" dt="2023-07-31T18:47:46.436" v="12428" actId="1038"/>
          <ac:spMkLst>
            <pc:docMk/>
            <pc:sldMk cId="3273136574" sldId="847"/>
            <ac:spMk id="476" creationId="{DB48C05C-B0D5-9864-0938-114CC02EA2AF}"/>
          </ac:spMkLst>
        </pc:spChg>
        <pc:spChg chg="mod">
          <ac:chgData name="이민재" userId="f97f16f7-28a5-49bd-9e05-fb3ef63d7997" providerId="ADAL" clId="{9BD091B5-BB1A-44A0-8AB3-204ECA7231B1}" dt="2023-07-31T18:48:17.476" v="12443" actId="1036"/>
          <ac:spMkLst>
            <pc:docMk/>
            <pc:sldMk cId="3273136574" sldId="847"/>
            <ac:spMk id="477" creationId="{32D354F9-FBD8-904E-B69C-108291ACFD8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8" creationId="{99F93E59-3660-FC0B-D258-A9BF97EDB7CF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9" creationId="{753FA376-8AF2-6B6F-ADD7-11DD5203547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0" creationId="{6DAE8B5C-3BF0-044D-8901-3E88398E336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1" creationId="{CC26F417-53E8-26B3-BE0D-B60DADF6828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2" creationId="{F82FC38C-01FB-3EEB-3EC4-D8C458A1A65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3" creationId="{E36247E6-D8A6-1CCD-9CAF-F1A9ACF5BC21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4" creationId="{1B785171-3D82-FBE0-5CFB-EBA2E8E44C74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5" creationId="{1DD59D1C-FAAD-8E9D-0DA9-836A8EC4BE81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6" creationId="{8C529A37-5438-3FAC-5B0F-B0BC9B670654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7" creationId="{2A7A2727-09E2-1DE3-6485-B8A87C6C7C0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8" creationId="{E21F3C9F-7672-8CBA-29B2-06494BEE3947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9" creationId="{171AA26F-8D07-A01C-D2A9-46F65B2FB90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0" creationId="{00249AB1-569B-0B93-A065-0B20DDDA418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1" creationId="{5909A8FD-A1C9-CBD8-CBE2-0B7631DAFB5E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2" creationId="{756D78E2-131B-9FAE-34B5-D735644455E4}"/>
          </ac:spMkLst>
        </pc:spChg>
        <pc:spChg chg="add mod">
          <ac:chgData name="이민재" userId="f97f16f7-28a5-49bd-9e05-fb3ef63d7997" providerId="ADAL" clId="{9BD091B5-BB1A-44A0-8AB3-204ECA7231B1}" dt="2023-07-31T18:48:08.670" v="12439" actId="1037"/>
          <ac:spMkLst>
            <pc:docMk/>
            <pc:sldMk cId="3273136574" sldId="847"/>
            <ac:spMk id="502" creationId="{459A967D-1D2D-456B-3E09-0B572886E04F}"/>
          </ac:spMkLst>
        </pc:spChg>
        <pc:spChg chg="add mod">
          <ac:chgData name="이민재" userId="f97f16f7-28a5-49bd-9e05-fb3ef63d7997" providerId="ADAL" clId="{9BD091B5-BB1A-44A0-8AB3-204ECA7231B1}" dt="2023-07-31T18:49:04.865" v="12458" actId="1036"/>
          <ac:spMkLst>
            <pc:docMk/>
            <pc:sldMk cId="3273136574" sldId="847"/>
            <ac:spMk id="503" creationId="{049AF31B-0A1D-EFD9-EC4A-270A04D7692F}"/>
          </ac:spMkLst>
        </pc:spChg>
        <pc:spChg chg="add del mod">
          <ac:chgData name="이민재" userId="f97f16f7-28a5-49bd-9e05-fb3ef63d7997" providerId="ADAL" clId="{9BD091B5-BB1A-44A0-8AB3-204ECA7231B1}" dt="2023-07-31T18:20:38.538" v="11575" actId="478"/>
          <ac:spMkLst>
            <pc:docMk/>
            <pc:sldMk cId="3273136574" sldId="847"/>
            <ac:spMk id="504" creationId="{8E4C977F-2361-43D9-CBBD-DC35980C9025}"/>
          </ac:spMkLst>
        </pc:spChg>
        <pc:spChg chg="add del mod">
          <ac:chgData name="이민재" userId="f97f16f7-28a5-49bd-9e05-fb3ef63d7997" providerId="ADAL" clId="{9BD091B5-BB1A-44A0-8AB3-204ECA7231B1}" dt="2023-07-31T18:08:24.082" v="11259" actId="478"/>
          <ac:spMkLst>
            <pc:docMk/>
            <pc:sldMk cId="3273136574" sldId="847"/>
            <ac:spMk id="504" creationId="{C54A4C2E-86BC-84CB-4478-600885C04F91}"/>
          </ac:spMkLst>
        </pc:spChg>
        <pc:spChg chg="add mod">
          <ac:chgData name="이민재" userId="f97f16f7-28a5-49bd-9e05-fb3ef63d7997" providerId="ADAL" clId="{9BD091B5-BB1A-44A0-8AB3-204ECA7231B1}" dt="2023-07-31T18:17:32.056" v="11527" actId="1037"/>
          <ac:spMkLst>
            <pc:docMk/>
            <pc:sldMk cId="3273136574" sldId="847"/>
            <ac:spMk id="508" creationId="{6441F762-D556-BC41-87AE-3220CC6F4552}"/>
          </ac:spMkLst>
        </pc:spChg>
        <pc:spChg chg="add del mod">
          <ac:chgData name="이민재" userId="f97f16f7-28a5-49bd-9e05-fb3ef63d7997" providerId="ADAL" clId="{9BD091B5-BB1A-44A0-8AB3-204ECA7231B1}" dt="2023-07-31T19:22:56.335" v="12464" actId="478"/>
          <ac:spMkLst>
            <pc:docMk/>
            <pc:sldMk cId="3273136574" sldId="847"/>
            <ac:spMk id="509" creationId="{6EA04833-EA61-12C8-49A3-37CE08363A9F}"/>
          </ac:spMkLst>
        </pc:spChg>
        <pc:spChg chg="add del mod">
          <ac:chgData name="이민재" userId="f97f16f7-28a5-49bd-9e05-fb3ef63d7997" providerId="ADAL" clId="{9BD091B5-BB1A-44A0-8AB3-204ECA7231B1}" dt="2023-07-31T19:22:54.309" v="12463" actId="478"/>
          <ac:spMkLst>
            <pc:docMk/>
            <pc:sldMk cId="3273136574" sldId="847"/>
            <ac:spMk id="510" creationId="{DBF418C1-5B08-CC7E-68A6-CF249AD016A6}"/>
          </ac:spMkLst>
        </pc:spChg>
        <pc:spChg chg="add del mod">
          <ac:chgData name="이민재" userId="f97f16f7-28a5-49bd-9e05-fb3ef63d7997" providerId="ADAL" clId="{9BD091B5-BB1A-44A0-8AB3-204ECA7231B1}" dt="2023-07-31T18:24:37.874" v="11676" actId="478"/>
          <ac:spMkLst>
            <pc:docMk/>
            <pc:sldMk cId="3273136574" sldId="847"/>
            <ac:spMk id="511" creationId="{FD17F97A-3CEE-1857-89E0-A94D652463A0}"/>
          </ac:spMkLst>
        </pc:s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2" creationId="{9F8CB6F8-7FF5-6C40-687A-873DA473086D}"/>
          </ac:grpSpMkLst>
        </pc:grpChg>
        <pc:grpChg chg="add mod">
          <ac:chgData name="이민재" userId="f97f16f7-28a5-49bd-9e05-fb3ef63d7997" providerId="ADAL" clId="{9BD091B5-BB1A-44A0-8AB3-204ECA7231B1}" dt="2023-07-31T18:48:08.670" v="12439" actId="1037"/>
          <ac:grpSpMkLst>
            <pc:docMk/>
            <pc:sldMk cId="3273136574" sldId="847"/>
            <ac:grpSpMk id="18" creationId="{B76383ED-F4A7-0254-30BE-E988BE516240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101" creationId="{892B049A-6F4D-24B2-511F-AEDA02EFCE96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59" creationId="{17A836C9-4861-D9F2-D230-CB0509D28C0A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64" creationId="{C7C73808-B051-12D5-42B0-10A8C087C0C1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69" creationId="{471540FE-6A9A-69AD-436D-CDD58B8B3FBE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74" creationId="{A34873C7-0991-A18A-F081-87504C2C05C9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80" creationId="{8BF72CC6-B7AD-3555-81B0-0AC9B9D5C8D7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85" creationId="{5268DD89-A2A5-6EED-6EF7-E7D97CD73932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90" creationId="{8F74BFC6-4CA1-6E42-1477-078ACDE32E46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95" creationId="{E4C3C6A3-F896-6672-245E-40D3541C76FB}"/>
          </ac:grpSpMkLst>
        </pc:gr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385" creationId="{46CEABD3-7968-A199-A68A-EC1CB860148D}"/>
          </ac:grpSpMkLst>
        </pc:gr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401" creationId="{5043E8F1-1957-CFC7-725E-A4E2527737DD}"/>
          </ac:grpSpMkLst>
        </pc:grp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5" creationId="{94C9B34E-EFDA-F375-2508-1D3682022F6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8:15:04.992" v="11475" actId="478"/>
          <ac:graphicFrameMkLst>
            <pc:docMk/>
            <pc:sldMk cId="3273136574" sldId="847"/>
            <ac:graphicFrameMk id="8" creationId="{0348D038-8B46-9313-A167-08EDAC52C63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8-01T00:33:11.747" v="15736" actId="478"/>
          <ac:graphicFrameMkLst>
            <pc:docMk/>
            <pc:sldMk cId="3273136574" sldId="847"/>
            <ac:graphicFrameMk id="8" creationId="{28990E60-BFD1-B8DF-E08B-C88C1691615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2" creationId="{621A5FF4-4657-D39F-8A26-5512776D547B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3" creationId="{A286AA69-B7CF-6159-CEA0-693FF3FA1AA2}"/>
          </ac:graphicFrameMkLst>
        </pc:graphicFrameChg>
        <pc:graphicFrameChg chg="mod">
          <ac:chgData name="이민재" userId="f97f16f7-28a5-49bd-9e05-fb3ef63d7997" providerId="ADAL" clId="{9BD091B5-BB1A-44A0-8AB3-204ECA7231B1}" dt="2023-07-31T18:17:27.229" v="11521" actId="1037"/>
          <ac:graphicFrameMkLst>
            <pc:docMk/>
            <pc:sldMk cId="3273136574" sldId="847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9BD091B5-BB1A-44A0-8AB3-204ECA7231B1}" dt="2023-07-31T19:24:01.224" v="12544" actId="1038"/>
          <ac:graphicFrameMkLst>
            <pc:docMk/>
            <pc:sldMk cId="3273136574" sldId="847"/>
            <ac:graphicFrameMk id="99" creationId="{69681813-B7D0-DD8E-95F1-733073C8AD9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05" creationId="{E3BBE2E2-46D2-9D31-2F6C-74E26312680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105" creationId="{FC013620-B9CB-1EE0-262E-CB74EDA10553}"/>
          </ac:graphicFrameMkLst>
        </pc:graphicFrameChg>
        <pc:graphicFrameChg chg="add mod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08" creationId="{5973F466-8DFA-8536-0C58-89785FB9C569}"/>
          </ac:graphicFrameMkLst>
        </pc:graphicFrameChg>
        <pc:graphicFrameChg chg="mod">
          <ac:chgData name="이민재" userId="f97f16f7-28a5-49bd-9e05-fb3ef63d7997" providerId="ADAL" clId="{9BD091B5-BB1A-44A0-8AB3-204ECA7231B1}" dt="2023-07-31T18:33:13.638" v="11873" actId="1076"/>
          <ac:graphicFrameMkLst>
            <pc:docMk/>
            <pc:sldMk cId="3273136574" sldId="847"/>
            <ac:graphicFrameMk id="112" creationId="{AC63604C-2529-B145-C6E4-91E9B4AD344C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26" creationId="{4619556B-51E6-A2FF-715D-65019091D53C}"/>
          </ac:graphicFrameMkLst>
        </pc:graphicFrameChg>
        <pc:graphicFrameChg chg="add mod">
          <ac:chgData name="이민재" userId="f97f16f7-28a5-49bd-9e05-fb3ef63d7997" providerId="ADAL" clId="{9BD091B5-BB1A-44A0-8AB3-204ECA7231B1}" dt="2023-07-31T18:44:01.673" v="12251" actId="1035"/>
          <ac:graphicFrameMkLst>
            <pc:docMk/>
            <pc:sldMk cId="3273136574" sldId="847"/>
            <ac:graphicFrameMk id="136" creationId="{26FDD7EA-7D18-C292-30F4-63DE93111A15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44:17.502" v="12259" actId="14734"/>
          <ac:graphicFrameMkLst>
            <pc:docMk/>
            <pc:sldMk cId="3273136574" sldId="847"/>
            <ac:graphicFrameMk id="137" creationId="{5CBD5845-76EA-0BAA-FFB2-CE94561D32B1}"/>
          </ac:graphicFrameMkLst>
        </pc:graphicFrameChg>
        <pc:graphicFrameChg chg="add mod">
          <ac:chgData name="이민재" userId="f97f16f7-28a5-49bd-9e05-fb3ef63d7997" providerId="ADAL" clId="{9BD091B5-BB1A-44A0-8AB3-204ECA7231B1}" dt="2023-07-31T18:44:26.460" v="12269" actId="1038"/>
          <ac:graphicFrameMkLst>
            <pc:docMk/>
            <pc:sldMk cId="3273136574" sldId="847"/>
            <ac:graphicFrameMk id="138" creationId="{0E9D3380-D01F-FB8B-BF0B-A25706052DAB}"/>
          </ac:graphicFrameMkLst>
        </pc:graphicFrameChg>
        <pc:graphicFrameChg chg="mod">
          <ac:chgData name="이민재" userId="f97f16f7-28a5-49bd-9e05-fb3ef63d7997" providerId="ADAL" clId="{9BD091B5-BB1A-44A0-8AB3-204ECA7231B1}" dt="2023-07-31T18:06:25.458" v="11189" actId="1036"/>
          <ac:graphicFrameMkLst>
            <pc:docMk/>
            <pc:sldMk cId="3273136574" sldId="847"/>
            <ac:graphicFrameMk id="158" creationId="{241A74B0-4C95-AF5D-389F-3CE114E3827A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4" creationId="{D48E4101-50EB-BE83-38EB-672B83D9A50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5" creationId="{E8ABA410-2434-C07A-6601-D5E0292C9D8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6" creationId="{3BA87B2E-453E-80EF-A4EE-1E33B17D636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7" creationId="{6E5EDFB5-CB04-D88C-2DBE-C91EC8060CFC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8" creationId="{22AA1C90-93A8-0DB7-69A1-703B2D76ECC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9" creationId="{270D2F32-128A-30AF-ED91-F9E3EC68B09D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0" creationId="{D6417F16-A828-F3E9-BDB7-509000B3AB31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1" creationId="{A7037665-8C50-D21B-68CE-D5A246316BAD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2" creationId="{DDB923C3-CC01-D4E5-6DD8-870C648A15B9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3" creationId="{5D3B4F73-9A3F-9459-59F8-6CB52C4B9C3F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4" creationId="{28ABB81A-E4C1-C45C-016C-C43842615F42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5" creationId="{8752060D-0F12-B81E-5240-79801F561D56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6" creationId="{F3B0B4E4-DFF4-9F79-7172-1717DDC045E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7" creationId="{8A23A381-C5C6-B78C-EF5A-2F3C7750413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8" creationId="{3B4786AB-4E58-3973-6C78-8B321BE25C16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9" creationId="{DCE4AF84-5B1A-C454-ABE6-CFEE3B5BC16F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2" creationId="{DA2D3BF0-CA4C-77C1-7BA0-6500D1089479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3" creationId="{C921E274-DCC2-0D84-C734-3FF8D46C2C4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4" creationId="{79010807-637B-C1FB-BF7D-726658F98632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5" creationId="{1BFF98F4-3740-E997-B94F-BE2FF433EB8A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6" creationId="{160FD2BC-C4E5-DDCA-5C9C-B54ED6750314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7" creationId="{2ABA144C-7E42-C0C1-830A-0C3C73E7378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8" creationId="{199B9686-B6DD-DE85-8107-25611C6DFBD1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3:46.770" v="12243" actId="1037"/>
          <ac:graphicFrameMkLst>
            <pc:docMk/>
            <pc:sldMk cId="3273136574" sldId="847"/>
            <ac:graphicFrameMk id="318" creationId="{129BB8C6-E898-AD28-11D3-0F9DDB039B7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8:44:03.245" v="12252" actId="478"/>
          <ac:graphicFrameMkLst>
            <pc:docMk/>
            <pc:sldMk cId="3273136574" sldId="847"/>
            <ac:graphicFrameMk id="319" creationId="{7E373E92-662C-F4FF-F37C-527D4AA71A68}"/>
          </ac:graphicFrameMkLst>
        </pc:graphicFrameChg>
        <pc:graphicFrameChg chg="del mod">
          <ac:chgData name="이민재" userId="f97f16f7-28a5-49bd-9e05-fb3ef63d7997" providerId="ADAL" clId="{9BD091B5-BB1A-44A0-8AB3-204ECA7231B1}" dt="2023-07-31T18:44:15.774" v="12257" actId="478"/>
          <ac:graphicFrameMkLst>
            <pc:docMk/>
            <pc:sldMk cId="3273136574" sldId="847"/>
            <ac:graphicFrameMk id="320" creationId="{53146CFF-4062-4897-9B66-556C5C5A28B5}"/>
          </ac:graphicFrameMkLst>
        </pc:graphicFrameChg>
        <pc:graphicFrameChg chg="del mod">
          <ac:chgData name="이민재" userId="f97f16f7-28a5-49bd-9e05-fb3ef63d7997" providerId="ADAL" clId="{9BD091B5-BB1A-44A0-8AB3-204ECA7231B1}" dt="2023-07-31T18:44:28.961" v="12270" actId="478"/>
          <ac:graphicFrameMkLst>
            <pc:docMk/>
            <pc:sldMk cId="3273136574" sldId="847"/>
            <ac:graphicFrameMk id="321" creationId="{EB704297-C896-5B2F-5E2E-1DFEC2339667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7" creationId="{2B86058F-3139-3595-BF55-89BCCBC57D4E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8" creationId="{18034EDD-FD5F-63F1-27A5-4CA821B2B51E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9" creationId="{CECB2A77-B9F3-1567-F714-995010FA7D9B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50" creationId="{B2E08573-159A-624D-404D-3FF0A8294916}"/>
          </ac:graphicFrameMkLst>
        </pc:graphicFrameChg>
        <pc:graphicFrameChg chg="del mod">
          <ac:chgData name="이민재" userId="f97f16f7-28a5-49bd-9e05-fb3ef63d7997" providerId="ADAL" clId="{9BD091B5-BB1A-44A0-8AB3-204ECA7231B1}" dt="2023-07-31T18:36:53.556" v="11948" actId="21"/>
          <ac:graphicFrameMkLst>
            <pc:docMk/>
            <pc:sldMk cId="3273136574" sldId="847"/>
            <ac:graphicFrameMk id="356" creationId="{3231E416-D59D-F4F6-C7E2-C17114402CAB}"/>
          </ac:graphicFrameMkLst>
        </pc:graphicFrameChg>
        <pc:graphicFrameChg chg="mod">
          <ac:chgData name="이민재" userId="f97f16f7-28a5-49bd-9e05-fb3ef63d7997" providerId="ADAL" clId="{9BD091B5-BB1A-44A0-8AB3-204ECA7231B1}" dt="2023-07-31T18:17:32.056" v="11527" actId="1037"/>
          <ac:graphicFrameMkLst>
            <pc:docMk/>
            <pc:sldMk cId="3273136574" sldId="847"/>
            <ac:graphicFrameMk id="428" creationId="{7ECC109A-8060-7505-87A3-8E642A6EBEB6}"/>
          </ac:graphicFrameMkLst>
        </pc:graphicFrameChg>
        <pc:graphicFrameChg chg="mod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457" creationId="{AFAE1175-A900-B36C-17E7-5DED3E3BFEEA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2" creationId="{82771647-4923-1128-AB8E-1CD60D1F8DE0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3" creationId="{48D1392D-618F-AE11-7155-DD4A33B187B0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4" creationId="{512AE1CD-8820-A608-039E-7BEB65511D7B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7:46.436" v="12428" actId="1038"/>
          <ac:graphicFrameMkLst>
            <pc:docMk/>
            <pc:sldMk cId="3273136574" sldId="847"/>
            <ac:graphicFrameMk id="474" creationId="{AE760784-5152-F203-C666-207B288184E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7:46.436" v="12428" actId="1038"/>
          <ac:graphicFrameMkLst>
            <pc:docMk/>
            <pc:sldMk cId="3273136574" sldId="847"/>
            <ac:graphicFrameMk id="475" creationId="{4F5DCE17-E31E-C1E6-752C-110443B7CB5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505" creationId="{7E79838D-19EB-7862-553F-C24AD48F1749}"/>
          </ac:graphicFrameMkLst>
        </pc:graphicFrameChg>
        <pc:picChg chg="add mod">
          <ac:chgData name="이민재" userId="f97f16f7-28a5-49bd-9e05-fb3ef63d7997" providerId="ADAL" clId="{9BD091B5-BB1A-44A0-8AB3-204ECA7231B1}" dt="2023-07-31T18:17:47.984" v="11540" actId="1076"/>
          <ac:picMkLst>
            <pc:docMk/>
            <pc:sldMk cId="3273136574" sldId="847"/>
            <ac:picMk id="9" creationId="{4D5AB37B-1524-938E-F73A-643890187B53}"/>
          </ac:picMkLst>
        </pc:picChg>
        <pc:picChg chg="add del mod">
          <ac:chgData name="이민재" userId="f97f16f7-28a5-49bd-9e05-fb3ef63d7997" providerId="ADAL" clId="{9BD091B5-BB1A-44A0-8AB3-204ECA7231B1}" dt="2023-07-31T18:10:05.517" v="11342" actId="478"/>
          <ac:picMkLst>
            <pc:docMk/>
            <pc:sldMk cId="3273136574" sldId="847"/>
            <ac:picMk id="10" creationId="{C4F46755-F0DB-8428-4577-32DD127B6145}"/>
          </ac:picMkLst>
        </pc:picChg>
        <pc:picChg chg="del">
          <ac:chgData name="이민재" userId="f97f16f7-28a5-49bd-9e05-fb3ef63d7997" providerId="ADAL" clId="{9BD091B5-BB1A-44A0-8AB3-204ECA7231B1}" dt="2023-07-31T18:00:38.458" v="10900" actId="478"/>
          <ac:picMkLst>
            <pc:docMk/>
            <pc:sldMk cId="3273136574" sldId="847"/>
            <ac:picMk id="362" creationId="{3343F51E-A635-D381-4964-E1ABD06F3C5F}"/>
          </ac:picMkLst>
        </pc:picChg>
        <pc:picChg chg="del">
          <ac:chgData name="이민재" userId="f97f16f7-28a5-49bd-9e05-fb3ef63d7997" providerId="ADAL" clId="{9BD091B5-BB1A-44A0-8AB3-204ECA7231B1}" dt="2023-07-31T18:00:47.207" v="10902" actId="478"/>
          <ac:picMkLst>
            <pc:docMk/>
            <pc:sldMk cId="3273136574" sldId="847"/>
            <ac:picMk id="363" creationId="{0A8A6C9D-8D56-EA20-EE81-AFD22666739A}"/>
          </ac:picMkLst>
        </pc:picChg>
        <pc:picChg chg="add mod">
          <ac:chgData name="이민재" userId="f97f16f7-28a5-49bd-9e05-fb3ef63d7997" providerId="ADAL" clId="{9BD091B5-BB1A-44A0-8AB3-204ECA7231B1}" dt="2023-07-31T18:09:58.693" v="11341" actId="1036"/>
          <ac:picMkLst>
            <pc:docMk/>
            <pc:sldMk cId="3273136574" sldId="847"/>
            <ac:picMk id="506" creationId="{CAC54EF0-AFA1-2D0C-22C7-F13D7EAD4B76}"/>
          </ac:picMkLst>
        </pc:picChg>
        <pc:picChg chg="add mod">
          <ac:chgData name="이민재" userId="f97f16f7-28a5-49bd-9e05-fb3ef63d7997" providerId="ADAL" clId="{9BD091B5-BB1A-44A0-8AB3-204ECA7231B1}" dt="2023-07-31T18:19:00.328" v="11554" actId="1035"/>
          <ac:picMkLst>
            <pc:docMk/>
            <pc:sldMk cId="3273136574" sldId="847"/>
            <ac:picMk id="507" creationId="{CD136CBF-F9B3-CE94-D7D8-B2A4A61F6F42}"/>
          </ac:picMkLst>
        </pc:picChg>
        <pc:cxnChg chg="add del mod">
          <ac:chgData name="이민재" userId="f97f16f7-28a5-49bd-9e05-fb3ef63d7997" providerId="ADAL" clId="{9BD091B5-BB1A-44A0-8AB3-204ECA7231B1}" dt="2023-07-31T18:06:03.685" v="11152" actId="478"/>
          <ac:cxnSpMkLst>
            <pc:docMk/>
            <pc:sldMk cId="3273136574" sldId="847"/>
            <ac:cxnSpMk id="15" creationId="{1576BCAD-A113-EF34-DC44-45FA56C0A207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80" creationId="{BDDEA510-2AF1-EFA9-45A9-51E9B24F0041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95" creationId="{4B91C91A-131B-143E-4151-E0BE0BA809E0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106" creationId="{BDE62C8C-8AF0-DA08-2413-3ADC8D233F64}"/>
          </ac:cxnSpMkLst>
        </pc:cxnChg>
        <pc:cxnChg chg="add mod">
          <ac:chgData name="이민재" userId="f97f16f7-28a5-49bd-9e05-fb3ef63d7997" providerId="ADAL" clId="{9BD091B5-BB1A-44A0-8AB3-204ECA7231B1}" dt="2023-07-31T18:54:54.739" v="12461" actId="1036"/>
          <ac:cxnSpMkLst>
            <pc:docMk/>
            <pc:sldMk cId="3273136574" sldId="847"/>
            <ac:cxnSpMk id="114" creationId="{E769ADB8-754A-1A0F-F54E-6636700A62D4}"/>
          </ac:cxnSpMkLst>
        </pc:cxnChg>
        <pc:cxnChg chg="add mod">
          <ac:chgData name="이민재" userId="f97f16f7-28a5-49bd-9e05-fb3ef63d7997" providerId="ADAL" clId="{9BD091B5-BB1A-44A0-8AB3-204ECA7231B1}" dt="2023-07-31T18:38:04.297" v="12014" actId="1037"/>
          <ac:cxnSpMkLst>
            <pc:docMk/>
            <pc:sldMk cId="3273136574" sldId="847"/>
            <ac:cxnSpMk id="121" creationId="{D00D92B2-200C-77ED-D61A-87E623AC2179}"/>
          </ac:cxnSpMkLst>
        </pc:cxnChg>
        <pc:cxnChg chg="add del mod">
          <ac:chgData name="이민재" userId="f97f16f7-28a5-49bd-9e05-fb3ef63d7997" providerId="ADAL" clId="{9BD091B5-BB1A-44A0-8AB3-204ECA7231B1}" dt="2023-07-31T18:34:45.890" v="11914" actId="478"/>
          <ac:cxnSpMkLst>
            <pc:docMk/>
            <pc:sldMk cId="3273136574" sldId="847"/>
            <ac:cxnSpMk id="122" creationId="{2F52D663-F775-40EE-4FFC-0A66557C186C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0" creationId="{1C8217C2-38E9-BDAF-96AD-7D53A57DCB7D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1" creationId="{D8D5D43C-89EF-21E8-BA63-5AD6E88127DD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2" creationId="{6A847E20-A544-939A-3C9A-77D96C83525D}"/>
          </ac:cxnSpMkLst>
        </pc:cxnChg>
        <pc:cxnChg chg="add mod">
          <ac:chgData name="이민재" userId="f97f16f7-28a5-49bd-9e05-fb3ef63d7997" providerId="ADAL" clId="{9BD091B5-BB1A-44A0-8AB3-204ECA7231B1}" dt="2023-07-31T18:42:44.529" v="12211" actId="1035"/>
          <ac:cxnSpMkLst>
            <pc:docMk/>
            <pc:sldMk cId="3273136574" sldId="847"/>
            <ac:cxnSpMk id="133" creationId="{8801F728-8B05-FF0C-1834-E1A7817F85AC}"/>
          </ac:cxnSpMkLst>
        </pc:cxnChg>
        <pc:cxnChg chg="add mod">
          <ac:chgData name="이민재" userId="f97f16f7-28a5-49bd-9e05-fb3ef63d7997" providerId="ADAL" clId="{9BD091B5-BB1A-44A0-8AB3-204ECA7231B1}" dt="2023-07-31T18:42:41.244" v="12206" actId="1037"/>
          <ac:cxnSpMkLst>
            <pc:docMk/>
            <pc:sldMk cId="3273136574" sldId="847"/>
            <ac:cxnSpMk id="134" creationId="{6EE4752E-1724-FCA3-1E94-CA14F149BABA}"/>
          </ac:cxnSpMkLst>
        </pc:cxnChg>
        <pc:cxnChg chg="add mod">
          <ac:chgData name="이민재" userId="f97f16f7-28a5-49bd-9e05-fb3ef63d7997" providerId="ADAL" clId="{9BD091B5-BB1A-44A0-8AB3-204ECA7231B1}" dt="2023-07-31T18:47:32.807" v="12401" actId="1037"/>
          <ac:cxnSpMkLst>
            <pc:docMk/>
            <pc:sldMk cId="3273136574" sldId="847"/>
            <ac:cxnSpMk id="135" creationId="{6BDB20DE-43F9-F1DA-5D8A-69BB35CAE95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0" creationId="{A2D8B01E-0A5A-AE7A-636D-02592DE21EE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1" creationId="{E55485EC-7CCF-0E2A-EE5B-A9479C6B4CE3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2" creationId="{2E385911-333D-ECA4-9949-B8F235D439E3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6" creationId="{4AE53B80-4F05-5431-9693-CE971E1A2B0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7" creationId="{374297B6-E951-6597-AA60-F2BC18099728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8" creationId="{56382012-31D8-529D-42D2-5BD7A7113616}"/>
          </ac:cxnSpMkLst>
        </pc:cxnChg>
        <pc:cxnChg chg="add mod">
          <ac:chgData name="이민재" userId="f97f16f7-28a5-49bd-9e05-fb3ef63d7997" providerId="ADAL" clId="{9BD091B5-BB1A-44A0-8AB3-204ECA7231B1}" dt="2023-07-31T18:45:48.457" v="12329" actId="14100"/>
          <ac:cxnSpMkLst>
            <pc:docMk/>
            <pc:sldMk cId="3273136574" sldId="847"/>
            <ac:cxnSpMk id="149" creationId="{A718FECC-4A6A-9F82-A892-060CDDF9458C}"/>
          </ac:cxnSpMkLst>
        </pc:cxnChg>
        <pc:cxnChg chg="add mod">
          <ac:chgData name="이민재" userId="f97f16f7-28a5-49bd-9e05-fb3ef63d7997" providerId="ADAL" clId="{9BD091B5-BB1A-44A0-8AB3-204ECA7231B1}" dt="2023-07-31T18:45:55.074" v="12333" actId="14100"/>
          <ac:cxnSpMkLst>
            <pc:docMk/>
            <pc:sldMk cId="3273136574" sldId="847"/>
            <ac:cxnSpMk id="151" creationId="{4CE9163F-B76E-AE86-E37D-4CC90C987D2A}"/>
          </ac:cxnSpMkLst>
        </pc:cxnChg>
        <pc:cxnChg chg="add mod">
          <ac:chgData name="이민재" userId="f97f16f7-28a5-49bd-9e05-fb3ef63d7997" providerId="ADAL" clId="{9BD091B5-BB1A-44A0-8AB3-204ECA7231B1}" dt="2023-07-31T18:46:01.779" v="12336" actId="14100"/>
          <ac:cxnSpMkLst>
            <pc:docMk/>
            <pc:sldMk cId="3273136574" sldId="847"/>
            <ac:cxnSpMk id="153" creationId="{6FDACB36-A0AB-8C44-4237-3E6629F208E7}"/>
          </ac:cxnSpMkLst>
        </pc:cxnChg>
        <pc:cxnChg chg="add mod">
          <ac:chgData name="이민재" userId="f97f16f7-28a5-49bd-9e05-fb3ef63d7997" providerId="ADAL" clId="{9BD091B5-BB1A-44A0-8AB3-204ECA7231B1}" dt="2023-07-31T18:46:07.103" v="12339" actId="14100"/>
          <ac:cxnSpMkLst>
            <pc:docMk/>
            <pc:sldMk cId="3273136574" sldId="847"/>
            <ac:cxnSpMk id="234" creationId="{098CA994-C955-1E6F-DF14-99CF45DB6ED1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7" creationId="{EE4B37CB-53D0-4194-1B14-FC2617EBE275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8" creationId="{BAC779F7-A626-E2BB-D749-ABF3DF035B4A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9" creationId="{8A311A68-7797-0B44-C028-5FBDC67FE02D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0" creationId="{4F54057B-2853-CFCF-8B40-0F53FE117366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1" creationId="{6BDD5438-65CA-FE26-0418-B7BAE30CA2BA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2" creationId="{26B4EA94-B543-99BF-E88B-8DE78B5A0369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2" creationId="{F9284925-D534-7F29-3ECC-DEFC5A7D87DC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3" creationId="{C06ACD92-E3CE-4DE1-1A32-D9B8A95E8835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4" creationId="{7D91EAAA-4A7C-AB53-D58E-38D93EEDF006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5" creationId="{090536E3-9288-C156-DC87-C7CF7B1BC2A8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7" creationId="{598AC490-BC94-EAFB-1CAC-A83EED39ECD0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8" creationId="{F0B6BAF7-1C9B-B421-EE97-C68FB727DF6E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9" creationId="{4BC75D77-557A-E0EE-92AF-88BA91764CFA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30" creationId="{DEC8E83F-0520-330A-53DA-807159BDC627}"/>
          </ac:cxnSpMkLst>
        </pc:cxnChg>
        <pc:cxnChg chg="del mod">
          <ac:chgData name="이민재" userId="f97f16f7-28a5-49bd-9e05-fb3ef63d7997" providerId="ADAL" clId="{9BD091B5-BB1A-44A0-8AB3-204ECA7231B1}" dt="2023-07-31T18:37:16.526" v="11964" actId="478"/>
          <ac:cxnSpMkLst>
            <pc:docMk/>
            <pc:sldMk cId="3273136574" sldId="847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9:24:01.224" v="12544" actId="1038"/>
          <ac:cxnSpMkLst>
            <pc:docMk/>
            <pc:sldMk cId="3273136574" sldId="847"/>
            <ac:cxnSpMk id="421" creationId="{297A9A20-669B-66CF-AC46-BAEE5C8D8BE9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6" creationId="{772D849B-FC4C-18BC-5F22-8FE226B25B05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7" creationId="{11D61E0D-7A64-6DA1-0B88-D867D57337E4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8" creationId="{21BED587-59AE-6125-9CC8-9CC637A60CAD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9" creationId="{0F95E41E-F640-2918-505B-998351C80055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40" creationId="{B0D64213-7D5A-224D-36BD-7DBE974272F3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41" creationId="{A689C33D-B0FF-58FB-0DA9-0C712C03D971}"/>
          </ac:cxnSpMkLst>
        </pc:cxnChg>
        <pc:cxnChg chg="mod">
          <ac:chgData name="이민재" userId="f97f16f7-28a5-49bd-9e05-fb3ef63d7997" providerId="ADAL" clId="{9BD091B5-BB1A-44A0-8AB3-204ECA7231B1}" dt="2023-07-31T19:24:01.224" v="12544" actId="1038"/>
          <ac:cxnSpMkLst>
            <pc:docMk/>
            <pc:sldMk cId="3273136574" sldId="847"/>
            <ac:cxnSpMk id="450" creationId="{4734F5A4-FAE3-0DBA-7260-2D01A796831E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3" creationId="{1A789868-DF17-CA15-F920-5C8AC4DA4B94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4" creationId="{BF36E124-CD48-B92D-929F-106BB51F83BA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5" creationId="{C8D3A6C6-C156-56D7-07F7-6E5575983201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6" creationId="{86CA470E-E7BA-4C83-0258-4E7C515077FE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7" creationId="{75E2CEE0-532E-AEEC-FD26-3CB93C5E8EE6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8" creationId="{4AA99507-8ACA-D8C4-190F-54DB12EF183D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9" creationId="{E746798E-3A8E-3C61-E527-2E421614FBF7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500" creationId="{BD2298D5-DEED-8924-BA7D-2390EFFB5C98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501" creationId="{17A86B35-6D3A-375F-39B3-E8A2EDE26379}"/>
          </ac:cxnSpMkLst>
        </pc:cxnChg>
      </pc:sldChg>
      <pc:sldChg chg="addSp delSp modSp new mod">
        <pc:chgData name="이민재" userId="f97f16f7-28a5-49bd-9e05-fb3ef63d7997" providerId="ADAL" clId="{9BD091B5-BB1A-44A0-8AB3-204ECA7231B1}" dt="2023-07-31T23:55:20.352" v="14815"/>
        <pc:sldMkLst>
          <pc:docMk/>
          <pc:sldMk cId="1390667477" sldId="848"/>
        </pc:sldMkLst>
        <pc:spChg chg="mod">
          <ac:chgData name="이민재" userId="f97f16f7-28a5-49bd-9e05-fb3ef63d7997" providerId="ADAL" clId="{9BD091B5-BB1A-44A0-8AB3-204ECA7231B1}" dt="2023-07-31T23:47:18.911" v="13753" actId="20577"/>
          <ac:spMkLst>
            <pc:docMk/>
            <pc:sldMk cId="1390667477" sldId="848"/>
            <ac:spMk id="2" creationId="{6F616681-1F49-82B8-7A57-8F4D0E4E70CC}"/>
          </ac:spMkLst>
        </pc:spChg>
        <pc:spChg chg="del mod">
          <ac:chgData name="이민재" userId="f97f16f7-28a5-49bd-9e05-fb3ef63d7997" providerId="ADAL" clId="{9BD091B5-BB1A-44A0-8AB3-204ECA7231B1}" dt="2023-07-31T23:19:40.994" v="13333" actId="478"/>
          <ac:spMkLst>
            <pc:docMk/>
            <pc:sldMk cId="1390667477" sldId="848"/>
            <ac:spMk id="3" creationId="{3EF78030-CC41-F100-50ED-838A6BABA898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1" creationId="{EB51867B-97B4-6020-F880-5C3D0B7AB605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2" creationId="{842F544D-74C0-8C12-C1B8-2A4C85A227C8}"/>
          </ac:spMkLst>
        </pc:spChg>
        <pc:spChg chg="add del mod">
          <ac:chgData name="이민재" userId="f97f16f7-28a5-49bd-9e05-fb3ef63d7997" providerId="ADAL" clId="{9BD091B5-BB1A-44A0-8AB3-204ECA7231B1}" dt="2023-07-31T23:19:35.369" v="13331" actId="478"/>
          <ac:spMkLst>
            <pc:docMk/>
            <pc:sldMk cId="1390667477" sldId="848"/>
            <ac:spMk id="13" creationId="{EE870D78-2AD3-D63A-1BF6-CC3BE2CED106}"/>
          </ac:spMkLst>
        </pc:spChg>
        <pc:spChg chg="add del mod">
          <ac:chgData name="이민재" userId="f97f16f7-28a5-49bd-9e05-fb3ef63d7997" providerId="ADAL" clId="{9BD091B5-BB1A-44A0-8AB3-204ECA7231B1}" dt="2023-07-31T23:21:33.369" v="13557" actId="21"/>
          <ac:spMkLst>
            <pc:docMk/>
            <pc:sldMk cId="1390667477" sldId="848"/>
            <ac:spMk id="14" creationId="{EB30F224-9454-AC14-8107-330E9E9638C0}"/>
          </ac:spMkLst>
        </pc:spChg>
        <pc:spChg chg="add del mod">
          <ac:chgData name="이민재" userId="f97f16f7-28a5-49bd-9e05-fb3ef63d7997" providerId="ADAL" clId="{9BD091B5-BB1A-44A0-8AB3-204ECA7231B1}" dt="2023-07-31T23:21:33.369" v="13557" actId="21"/>
          <ac:spMkLst>
            <pc:docMk/>
            <pc:sldMk cId="1390667477" sldId="848"/>
            <ac:spMk id="15" creationId="{B3594AA0-C595-E8D5-EB5D-19AD7E81BBF4}"/>
          </ac:spMkLst>
        </pc:spChg>
        <pc:spChg chg="add mod">
          <ac:chgData name="이민재" userId="f97f16f7-28a5-49bd-9e05-fb3ef63d7997" providerId="ADAL" clId="{9BD091B5-BB1A-44A0-8AB3-204ECA7231B1}" dt="2023-07-31T23:55:20.352" v="14815"/>
          <ac:spMkLst>
            <pc:docMk/>
            <pc:sldMk cId="1390667477" sldId="848"/>
            <ac:spMk id="16" creationId="{580EB2D5-150B-10B6-22D3-18F9704CC7B3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7" creationId="{7D213E38-7298-53E9-C3CB-A2473E190AC5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8" creationId="{56B204B7-8F18-894F-A22A-45747391AB2D}"/>
          </ac:spMkLst>
        </pc:spChg>
        <pc:graphicFrameChg chg="add del mod">
          <ac:chgData name="이민재" userId="f97f16f7-28a5-49bd-9e05-fb3ef63d7997" providerId="ADAL" clId="{9BD091B5-BB1A-44A0-8AB3-204ECA7231B1}" dt="2023-07-31T22:56:20.451" v="12575" actId="478"/>
          <ac:graphicFrameMkLst>
            <pc:docMk/>
            <pc:sldMk cId="1390667477" sldId="848"/>
            <ac:graphicFrameMk id="5" creationId="{90EE88EA-7536-29F6-8E1F-453C907DDEF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2:56:18.814" v="12574" actId="478"/>
          <ac:graphicFrameMkLst>
            <pc:docMk/>
            <pc:sldMk cId="1390667477" sldId="848"/>
            <ac:graphicFrameMk id="6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2:59:16.504" v="12577" actId="478"/>
          <ac:graphicFrameMkLst>
            <pc:docMk/>
            <pc:sldMk cId="1390667477" sldId="848"/>
            <ac:graphicFrameMk id="7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12:48.019" v="12890" actId="478"/>
          <ac:graphicFrameMkLst>
            <pc:docMk/>
            <pc:sldMk cId="1390667477" sldId="848"/>
            <ac:graphicFrameMk id="8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4:26.165" v="13607" actId="21"/>
          <ac:graphicFrameMkLst>
            <pc:docMk/>
            <pc:sldMk cId="1390667477" sldId="848"/>
            <ac:graphicFrameMk id="9" creationId="{6B1BC6E4-F793-6720-A4DE-4FE1B6A23F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6:51.019" v="13611" actId="478"/>
          <ac:graphicFrameMkLst>
            <pc:docMk/>
            <pc:sldMk cId="1390667477" sldId="848"/>
            <ac:graphicFrameMk id="10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6:47.875" v="13610" actId="478"/>
          <ac:graphicFrameMkLst>
            <pc:docMk/>
            <pc:sldMk cId="1390667477" sldId="848"/>
            <ac:graphicFrameMk id="19" creationId="{A0D0B2F3-4149-3366-D370-212C3B3EFB59}"/>
          </ac:graphicFrameMkLst>
        </pc:graphicFrameChg>
        <pc:graphicFrameChg chg="add mod">
          <ac:chgData name="이민재" userId="f97f16f7-28a5-49bd-9e05-fb3ef63d7997" providerId="ADAL" clId="{9BD091B5-BB1A-44A0-8AB3-204ECA7231B1}" dt="2023-07-31T23:52:30.644" v="14653" actId="1035"/>
          <ac:graphicFrameMkLst>
            <pc:docMk/>
            <pc:sldMk cId="1390667477" sldId="848"/>
            <ac:graphicFrameMk id="20" creationId="{6B1BC6E4-F793-6720-A4DE-4FE1B6A23F6F}"/>
          </ac:graphicFrameMkLst>
        </pc:graphicFrameChg>
        <pc:graphicFrameChg chg="add mod">
          <ac:chgData name="이민재" userId="f97f16f7-28a5-49bd-9e05-fb3ef63d7997" providerId="ADAL" clId="{9BD091B5-BB1A-44A0-8AB3-204ECA7231B1}" dt="2023-07-31T23:52:30.644" v="14653" actId="1035"/>
          <ac:graphicFrameMkLst>
            <pc:docMk/>
            <pc:sldMk cId="1390667477" sldId="848"/>
            <ac:graphicFrameMk id="21" creationId="{C24AF22E-D05F-413D-B5F4-657EE666A08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46:49.487" v="13704" actId="478"/>
          <ac:graphicFrameMkLst>
            <pc:docMk/>
            <pc:sldMk cId="1390667477" sldId="848"/>
            <ac:graphicFrameMk id="22" creationId="{71989C63-2EDB-2586-3117-81D207F06BEC}"/>
          </ac:graphicFrameMkLst>
        </pc:graphicFrameChg>
      </pc:sldChg>
      <pc:sldChg chg="addSp modSp new mod">
        <pc:chgData name="이민재" userId="f97f16f7-28a5-49bd-9e05-fb3ef63d7997" providerId="ADAL" clId="{9BD091B5-BB1A-44A0-8AB3-204ECA7231B1}" dt="2023-08-01T00:32:43.206" v="15734" actId="113"/>
        <pc:sldMkLst>
          <pc:docMk/>
          <pc:sldMk cId="1197973685" sldId="849"/>
        </pc:sldMkLst>
        <pc:spChg chg="mod">
          <ac:chgData name="이민재" userId="f97f16f7-28a5-49bd-9e05-fb3ef63d7997" providerId="ADAL" clId="{9BD091B5-BB1A-44A0-8AB3-204ECA7231B1}" dt="2023-07-31T23:48:01.225" v="13866" actId="404"/>
          <ac:spMkLst>
            <pc:docMk/>
            <pc:sldMk cId="1197973685" sldId="849"/>
            <ac:spMk id="2" creationId="{D32F8C02-EA32-D2FD-6A2E-F5FE31EA5BF2}"/>
          </ac:spMkLst>
        </pc:spChg>
        <pc:spChg chg="mod">
          <ac:chgData name="이민재" userId="f97f16f7-28a5-49bd-9e05-fb3ef63d7997" providerId="ADAL" clId="{9BD091B5-BB1A-44A0-8AB3-204ECA7231B1}" dt="2023-07-31T23:57:37.065" v="15083"/>
          <ac:spMkLst>
            <pc:docMk/>
            <pc:sldMk cId="1197973685" sldId="849"/>
            <ac:spMk id="3" creationId="{2FD950F9-54C7-77AE-7907-6ED21477C418}"/>
          </ac:spMkLst>
        </pc:spChg>
        <pc:spChg chg="add mod">
          <ac:chgData name="이민재" userId="f97f16f7-28a5-49bd-9e05-fb3ef63d7997" providerId="ADAL" clId="{9BD091B5-BB1A-44A0-8AB3-204ECA7231B1}" dt="2023-08-01T00:32:41.247" v="15733" actId="113"/>
          <ac:spMkLst>
            <pc:docMk/>
            <pc:sldMk cId="1197973685" sldId="849"/>
            <ac:spMk id="7" creationId="{C4DB21F4-E860-F3F3-4B0A-064459E53DF4}"/>
          </ac:spMkLst>
        </pc:spChg>
        <pc:spChg chg="add mod">
          <ac:chgData name="이민재" userId="f97f16f7-28a5-49bd-9e05-fb3ef63d7997" providerId="ADAL" clId="{9BD091B5-BB1A-44A0-8AB3-204ECA7231B1}" dt="2023-08-01T00:32:43.206" v="15734" actId="113"/>
          <ac:spMkLst>
            <pc:docMk/>
            <pc:sldMk cId="1197973685" sldId="849"/>
            <ac:spMk id="8" creationId="{F8B8CCD0-3B36-291D-DB4B-DD127910AAD5}"/>
          </ac:spMkLst>
        </pc:spChg>
        <pc:graphicFrameChg chg="add mod">
          <ac:chgData name="이민재" userId="f97f16f7-28a5-49bd-9e05-fb3ef63d7997" providerId="ADAL" clId="{9BD091B5-BB1A-44A0-8AB3-204ECA7231B1}" dt="2023-07-31T23:56:29.845" v="14930" actId="1036"/>
          <ac:graphicFrameMkLst>
            <pc:docMk/>
            <pc:sldMk cId="1197973685" sldId="849"/>
            <ac:graphicFrameMk id="5" creationId="{71989C63-2EDB-2586-3117-81D207F06BEC}"/>
          </ac:graphicFrameMkLst>
        </pc:graphicFrameChg>
        <pc:graphicFrameChg chg="add mod">
          <ac:chgData name="이민재" userId="f97f16f7-28a5-49bd-9e05-fb3ef63d7997" providerId="ADAL" clId="{9BD091B5-BB1A-44A0-8AB3-204ECA7231B1}" dt="2023-08-01T00:13:51.406" v="15117" actId="1038"/>
          <ac:graphicFrameMkLst>
            <pc:docMk/>
            <pc:sldMk cId="1197973685" sldId="849"/>
            <ac:graphicFrameMk id="6" creationId="{8E6FA2D5-4E0B-9E72-F7D2-53041B199968}"/>
          </ac:graphicFrameMkLst>
        </pc:graphicFrameChg>
      </pc:sldChg>
      <pc:sldChg chg="delSp modSp add del mod">
        <pc:chgData name="이민재" userId="f97f16f7-28a5-49bd-9e05-fb3ef63d7997" providerId="ADAL" clId="{9BD091B5-BB1A-44A0-8AB3-204ECA7231B1}" dt="2023-08-01T00:32:32.874" v="15732" actId="47"/>
        <pc:sldMkLst>
          <pc:docMk/>
          <pc:sldMk cId="3434870956" sldId="850"/>
        </pc:sldMkLst>
        <pc:spChg chg="mod">
          <ac:chgData name="이민재" userId="f97f16f7-28a5-49bd-9e05-fb3ef63d7997" providerId="ADAL" clId="{9BD091B5-BB1A-44A0-8AB3-204ECA7231B1}" dt="2023-08-01T00:25:21.878" v="15641" actId="20577"/>
          <ac:spMkLst>
            <pc:docMk/>
            <pc:sldMk cId="3434870956" sldId="850"/>
            <ac:spMk id="3" creationId="{2FD950F9-54C7-77AE-7907-6ED21477C418}"/>
          </ac:spMkLst>
        </pc:spChg>
        <pc:spChg chg="del">
          <ac:chgData name="이민재" userId="f97f16f7-28a5-49bd-9e05-fb3ef63d7997" providerId="ADAL" clId="{9BD091B5-BB1A-44A0-8AB3-204ECA7231B1}" dt="2023-08-01T00:25:09.662" v="15628" actId="478"/>
          <ac:spMkLst>
            <pc:docMk/>
            <pc:sldMk cId="3434870956" sldId="850"/>
            <ac:spMk id="7" creationId="{C4DB21F4-E860-F3F3-4B0A-064459E53DF4}"/>
          </ac:spMkLst>
        </pc:spChg>
        <pc:spChg chg="del">
          <ac:chgData name="이민재" userId="f97f16f7-28a5-49bd-9e05-fb3ef63d7997" providerId="ADAL" clId="{9BD091B5-BB1A-44A0-8AB3-204ECA7231B1}" dt="2023-08-01T00:25:11.695" v="15629" actId="478"/>
          <ac:spMkLst>
            <pc:docMk/>
            <pc:sldMk cId="3434870956" sldId="850"/>
            <ac:spMk id="8" creationId="{F8B8CCD0-3B36-291D-DB4B-DD127910AAD5}"/>
          </ac:spMkLst>
        </pc:spChg>
        <pc:graphicFrameChg chg="del">
          <ac:chgData name="이민재" userId="f97f16f7-28a5-49bd-9e05-fb3ef63d7997" providerId="ADAL" clId="{9BD091B5-BB1A-44A0-8AB3-204ECA7231B1}" dt="2023-08-01T00:25:08.283" v="15627" actId="478"/>
          <ac:graphicFrameMkLst>
            <pc:docMk/>
            <pc:sldMk cId="3434870956" sldId="850"/>
            <ac:graphicFrameMk id="5" creationId="{71989C63-2EDB-2586-3117-81D207F06BEC}"/>
          </ac:graphicFrameMkLst>
        </pc:graphicFrameChg>
        <pc:graphicFrameChg chg="mod">
          <ac:chgData name="이민재" userId="f97f16f7-28a5-49bd-9e05-fb3ef63d7997" providerId="ADAL" clId="{9BD091B5-BB1A-44A0-8AB3-204ECA7231B1}" dt="2023-08-01T00:31:19.341" v="15643" actId="1076"/>
          <ac:graphicFrameMkLst>
            <pc:docMk/>
            <pc:sldMk cId="3434870956" sldId="850"/>
            <ac:graphicFrameMk id="6" creationId="{8E6FA2D5-4E0B-9E72-F7D2-53041B199968}"/>
          </ac:graphicFrameMkLst>
        </pc:graphicFrameChg>
      </pc:sldChg>
    </pc:docChg>
  </pc:docChgLst>
  <pc:docChgLst>
    <pc:chgData name="손동범" userId="0f89198e-5fc9-4501-bc9d-662a7644151c" providerId="ADAL" clId="{A159D8F0-DA35-4648-8774-437E9128803B}"/>
    <pc:docChg chg="undo redo custSel addSld delSld modSld sldOrd modSection">
      <pc:chgData name="손동범" userId="0f89198e-5fc9-4501-bc9d-662a7644151c" providerId="ADAL" clId="{A159D8F0-DA35-4648-8774-437E9128803B}" dt="2023-09-25T18:47:38.155" v="12172" actId="2696"/>
      <pc:docMkLst>
        <pc:docMk/>
      </pc:docMkLst>
      <pc:sldChg chg="modSp mod">
        <pc:chgData name="손동범" userId="0f89198e-5fc9-4501-bc9d-662a7644151c" providerId="ADAL" clId="{A159D8F0-DA35-4648-8774-437E9128803B}" dt="2023-09-22T16:35:49.935" v="5425"/>
        <pc:sldMkLst>
          <pc:docMk/>
          <pc:sldMk cId="1482395489" sldId="311"/>
        </pc:sldMkLst>
        <pc:spChg chg="mod">
          <ac:chgData name="손동범" userId="0f89198e-5fc9-4501-bc9d-662a7644151c" providerId="ADAL" clId="{A159D8F0-DA35-4648-8774-437E9128803B}" dt="2023-09-22T16:35:49.935" v="5425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손동범" userId="0f89198e-5fc9-4501-bc9d-662a7644151c" providerId="ADAL" clId="{A159D8F0-DA35-4648-8774-437E9128803B}" dt="2023-09-22T16:35:24.072" v="540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add del">
        <pc:chgData name="손동범" userId="0f89198e-5fc9-4501-bc9d-662a7644151c" providerId="ADAL" clId="{A159D8F0-DA35-4648-8774-437E9128803B}" dt="2023-09-22T14:49:41.323" v="4174" actId="2696"/>
        <pc:sldMkLst>
          <pc:docMk/>
          <pc:sldMk cId="117930349" sldId="850"/>
        </pc:sldMkLst>
      </pc:sldChg>
      <pc:sldChg chg="add del">
        <pc:chgData name="손동범" userId="0f89198e-5fc9-4501-bc9d-662a7644151c" providerId="ADAL" clId="{A159D8F0-DA35-4648-8774-437E9128803B}" dt="2023-09-22T14:49:41.323" v="4174" actId="2696"/>
        <pc:sldMkLst>
          <pc:docMk/>
          <pc:sldMk cId="3374804484" sldId="851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477076035" sldId="852"/>
        </pc:sldMkLst>
      </pc:sldChg>
      <pc:sldChg chg="add del">
        <pc:chgData name="손동범" userId="0f89198e-5fc9-4501-bc9d-662a7644151c" providerId="ADAL" clId="{A159D8F0-DA35-4648-8774-437E9128803B}" dt="2023-09-22T14:49:41.323" v="4174" actId="2696"/>
        <pc:sldMkLst>
          <pc:docMk/>
          <pc:sldMk cId="385689471" sldId="855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680590740" sldId="856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1626888896" sldId="857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626991737" sldId="859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4030173027" sldId="860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545209525" sldId="861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3478541626" sldId="862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055045190" sldId="863"/>
        </pc:sldMkLst>
      </pc:sldChg>
      <pc:sldChg chg="modSp mod">
        <pc:chgData name="손동범" userId="0f89198e-5fc9-4501-bc9d-662a7644151c" providerId="ADAL" clId="{A159D8F0-DA35-4648-8774-437E9128803B}" dt="2023-09-25T18:06:49.694" v="11515" actId="20577"/>
        <pc:sldMkLst>
          <pc:docMk/>
          <pc:sldMk cId="107939267" sldId="864"/>
        </pc:sldMkLst>
        <pc:spChg chg="mod">
          <ac:chgData name="손동범" userId="0f89198e-5fc9-4501-bc9d-662a7644151c" providerId="ADAL" clId="{A159D8F0-DA35-4648-8774-437E9128803B}" dt="2023-09-22T11:17:53" v="1272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06:49.694" v="11515" actId="20577"/>
          <ac:spMkLst>
            <pc:docMk/>
            <pc:sldMk cId="107939267" sldId="864"/>
            <ac:spMk id="3" creationId="{A14B2C46-4690-725E-4591-97ACDF5478E8}"/>
          </ac:spMkLst>
        </pc:spChg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3060466368" sldId="865"/>
        </pc:sldMkLst>
      </pc:sldChg>
      <pc:sldChg chg="modSp add mod">
        <pc:chgData name="손동범" userId="0f89198e-5fc9-4501-bc9d-662a7644151c" providerId="ADAL" clId="{A159D8F0-DA35-4648-8774-437E9128803B}" dt="2023-09-25T18:07:38.777" v="11518"/>
        <pc:sldMkLst>
          <pc:docMk/>
          <pc:sldMk cId="3074895629" sldId="865"/>
        </pc:sldMkLst>
        <pc:spChg chg="mod">
          <ac:chgData name="손동범" userId="0f89198e-5fc9-4501-bc9d-662a7644151c" providerId="ADAL" clId="{A159D8F0-DA35-4648-8774-437E9128803B}" dt="2023-09-22T11:17:59.795" v="1273"/>
          <ac:spMkLst>
            <pc:docMk/>
            <pc:sldMk cId="3074895629" sldId="865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07:38.777" v="11518"/>
          <ac:spMkLst>
            <pc:docMk/>
            <pc:sldMk cId="3074895629" sldId="865"/>
            <ac:spMk id="3" creationId="{A14B2C46-4690-725E-4591-97ACDF5478E8}"/>
          </ac:spMkLst>
        </pc:spChg>
      </pc:sldChg>
      <pc:sldChg chg="modSp add mod">
        <pc:chgData name="손동범" userId="0f89198e-5fc9-4501-bc9d-662a7644151c" providerId="ADAL" clId="{A159D8F0-DA35-4648-8774-437E9128803B}" dt="2023-09-25T18:26:45.440" v="11666" actId="20577"/>
        <pc:sldMkLst>
          <pc:docMk/>
          <pc:sldMk cId="1284197515" sldId="866"/>
        </pc:sldMkLst>
        <pc:spChg chg="mod">
          <ac:chgData name="손동범" userId="0f89198e-5fc9-4501-bc9d-662a7644151c" providerId="ADAL" clId="{A159D8F0-DA35-4648-8774-437E9128803B}" dt="2023-09-22T11:56:10.973" v="1627" actId="20577"/>
          <ac:spMkLst>
            <pc:docMk/>
            <pc:sldMk cId="1284197515" sldId="866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26:45.440" v="11666" actId="20577"/>
          <ac:spMkLst>
            <pc:docMk/>
            <pc:sldMk cId="1284197515" sldId="866"/>
            <ac:spMk id="3" creationId="{A14B2C46-4690-725E-4591-97ACDF5478E8}"/>
          </ac:spMkLst>
        </pc:spChg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1611042528" sldId="866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597961750" sldId="867"/>
        </pc:sldMkLst>
      </pc:sldChg>
      <pc:sldChg chg="addSp delSp modSp add mod">
        <pc:chgData name="손동범" userId="0f89198e-5fc9-4501-bc9d-662a7644151c" providerId="ADAL" clId="{A159D8F0-DA35-4648-8774-437E9128803B}" dt="2023-09-25T13:08:46.955" v="10827" actId="20577"/>
        <pc:sldMkLst>
          <pc:docMk/>
          <pc:sldMk cId="3301043583" sldId="867"/>
        </pc:sldMkLst>
        <pc:spChg chg="mod">
          <ac:chgData name="손동범" userId="0f89198e-5fc9-4501-bc9d-662a7644151c" providerId="ADAL" clId="{A159D8F0-DA35-4648-8774-437E9128803B}" dt="2023-09-22T12:06:36.946" v="1996"/>
          <ac:spMkLst>
            <pc:docMk/>
            <pc:sldMk cId="3301043583" sldId="867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3:08:46.955" v="10827" actId="20577"/>
          <ac:spMkLst>
            <pc:docMk/>
            <pc:sldMk cId="3301043583" sldId="867"/>
            <ac:spMk id="3" creationId="{A14B2C46-4690-725E-4591-97ACDF5478E8}"/>
          </ac:spMkLst>
        </pc:spChg>
        <pc:picChg chg="add del mod">
          <ac:chgData name="손동범" userId="0f89198e-5fc9-4501-bc9d-662a7644151c" providerId="ADAL" clId="{A159D8F0-DA35-4648-8774-437E9128803B}" dt="2023-09-22T12:14:29.850" v="2581" actId="478"/>
          <ac:picMkLst>
            <pc:docMk/>
            <pc:sldMk cId="3301043583" sldId="867"/>
            <ac:picMk id="5" creationId="{FE8E5FAE-01FA-54AC-1C1D-2003F82BE316}"/>
          </ac:picMkLst>
        </pc:picChg>
        <pc:picChg chg="add del mod">
          <ac:chgData name="손동범" userId="0f89198e-5fc9-4501-bc9d-662a7644151c" providerId="ADAL" clId="{A159D8F0-DA35-4648-8774-437E9128803B}" dt="2023-09-22T14:14:44.357" v="3680" actId="478"/>
          <ac:picMkLst>
            <pc:docMk/>
            <pc:sldMk cId="3301043583" sldId="867"/>
            <ac:picMk id="7" creationId="{C34B5927-19E0-5853-C182-786494A2A014}"/>
          </ac:picMkLst>
        </pc:picChg>
        <pc:picChg chg="add del mod">
          <ac:chgData name="손동범" userId="0f89198e-5fc9-4501-bc9d-662a7644151c" providerId="ADAL" clId="{A159D8F0-DA35-4648-8774-437E9128803B}" dt="2023-09-22T14:15:43.632" v="3686" actId="478"/>
          <ac:picMkLst>
            <pc:docMk/>
            <pc:sldMk cId="3301043583" sldId="867"/>
            <ac:picMk id="9" creationId="{053BC1F0-FA6F-C315-C349-9E7C268ABF27}"/>
          </ac:picMkLst>
        </pc:picChg>
        <pc:picChg chg="add del mod">
          <ac:chgData name="손동범" userId="0f89198e-5fc9-4501-bc9d-662a7644151c" providerId="ADAL" clId="{A159D8F0-DA35-4648-8774-437E9128803B}" dt="2023-09-22T14:47:44.733" v="3990" actId="478"/>
          <ac:picMkLst>
            <pc:docMk/>
            <pc:sldMk cId="3301043583" sldId="867"/>
            <ac:picMk id="11" creationId="{12BF76E1-B137-1290-53CC-43895A6304DB}"/>
          </ac:picMkLst>
        </pc:picChg>
        <pc:picChg chg="add del mod">
          <ac:chgData name="손동범" userId="0f89198e-5fc9-4501-bc9d-662a7644151c" providerId="ADAL" clId="{A159D8F0-DA35-4648-8774-437E9128803B}" dt="2023-09-22T12:08:17.829" v="2002" actId="478"/>
          <ac:picMkLst>
            <pc:docMk/>
            <pc:sldMk cId="3301043583" sldId="867"/>
            <ac:picMk id="1026" creationId="{9245FCC1-8A09-423C-5F90-889AB53C6E7C}"/>
          </ac:picMkLst>
        </pc:picChg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3147387450" sldId="868"/>
        </pc:sldMkLst>
      </pc:sldChg>
      <pc:sldChg chg="add">
        <pc:chgData name="손동범" userId="0f89198e-5fc9-4501-bc9d-662a7644151c" providerId="ADAL" clId="{A159D8F0-DA35-4648-8774-437E9128803B}" dt="2023-09-22T12:14:25.252" v="2580"/>
        <pc:sldMkLst>
          <pc:docMk/>
          <pc:sldMk cId="4257967243" sldId="874"/>
        </pc:sldMkLst>
      </pc:sldChg>
      <pc:sldChg chg="addSp delSp modSp add mod">
        <pc:chgData name="손동범" userId="0f89198e-5fc9-4501-bc9d-662a7644151c" providerId="ADAL" clId="{A159D8F0-DA35-4648-8774-437E9128803B}" dt="2023-09-25T18:20:30.815" v="11571" actId="20577"/>
        <pc:sldMkLst>
          <pc:docMk/>
          <pc:sldMk cId="2207182834" sldId="875"/>
        </pc:sldMkLst>
        <pc:spChg chg="mod">
          <ac:chgData name="손동범" userId="0f89198e-5fc9-4501-bc9d-662a7644151c" providerId="ADAL" clId="{A159D8F0-DA35-4648-8774-437E9128803B}" dt="2023-09-22T14:51:31.482" v="4245" actId="20577"/>
          <ac:spMkLst>
            <pc:docMk/>
            <pc:sldMk cId="2207182834" sldId="875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20:30.815" v="11571" actId="20577"/>
          <ac:spMkLst>
            <pc:docMk/>
            <pc:sldMk cId="2207182834" sldId="875"/>
            <ac:spMk id="3" creationId="{A14B2C46-4690-725E-4591-97ACDF5478E8}"/>
          </ac:spMkLst>
        </pc:spChg>
        <pc:picChg chg="add del mod">
          <ac:chgData name="손동범" userId="0f89198e-5fc9-4501-bc9d-662a7644151c" providerId="ADAL" clId="{A159D8F0-DA35-4648-8774-437E9128803B}" dt="2023-09-25T18:18:36.871" v="11560" actId="478"/>
          <ac:picMkLst>
            <pc:docMk/>
            <pc:sldMk cId="2207182834" sldId="875"/>
            <ac:picMk id="6" creationId="{2733DD00-095F-246F-AA63-ED14F8A4011B}"/>
          </ac:picMkLst>
        </pc:picChg>
        <pc:picChg chg="add mod">
          <ac:chgData name="손동범" userId="0f89198e-5fc9-4501-bc9d-662a7644151c" providerId="ADAL" clId="{A159D8F0-DA35-4648-8774-437E9128803B}" dt="2023-09-25T18:18:40.135" v="11564" actId="1076"/>
          <ac:picMkLst>
            <pc:docMk/>
            <pc:sldMk cId="2207182834" sldId="875"/>
            <ac:picMk id="7" creationId="{89EBE84F-E745-3135-7683-194726CADC15}"/>
          </ac:picMkLst>
        </pc:picChg>
        <pc:picChg chg="del">
          <ac:chgData name="손동범" userId="0f89198e-5fc9-4501-bc9d-662a7644151c" providerId="ADAL" clId="{A159D8F0-DA35-4648-8774-437E9128803B}" dt="2023-09-22T14:45:44.349" v="3890" actId="478"/>
          <ac:picMkLst>
            <pc:docMk/>
            <pc:sldMk cId="2207182834" sldId="875"/>
            <ac:picMk id="11" creationId="{12BF76E1-B137-1290-53CC-43895A6304DB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26:34.918" v="11661" actId="20577"/>
        <pc:sldMkLst>
          <pc:docMk/>
          <pc:sldMk cId="1888318540" sldId="876"/>
        </pc:sldMkLst>
        <pc:spChg chg="mod">
          <ac:chgData name="손동범" userId="0f89198e-5fc9-4501-bc9d-662a7644151c" providerId="ADAL" clId="{A159D8F0-DA35-4648-8774-437E9128803B}" dt="2023-09-22T14:53:59.163" v="4326" actId="20577"/>
          <ac:spMkLst>
            <pc:docMk/>
            <pc:sldMk cId="1888318540" sldId="876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26:34.918" v="11661" actId="20577"/>
          <ac:spMkLst>
            <pc:docMk/>
            <pc:sldMk cId="1888318540" sldId="876"/>
            <ac:spMk id="3" creationId="{A14B2C46-4690-725E-4591-97ACDF5478E8}"/>
          </ac:spMkLst>
        </pc:spChg>
        <pc:picChg chg="del">
          <ac:chgData name="손동범" userId="0f89198e-5fc9-4501-bc9d-662a7644151c" providerId="ADAL" clId="{A159D8F0-DA35-4648-8774-437E9128803B}" dt="2023-09-22T15:46:52.788" v="4769" actId="478"/>
          <ac:picMkLst>
            <pc:docMk/>
            <pc:sldMk cId="1888318540" sldId="876"/>
            <ac:picMk id="6" creationId="{2733DD00-095F-246F-AA63-ED14F8A4011B}"/>
          </ac:picMkLst>
        </pc:picChg>
        <pc:picChg chg="add del mod">
          <ac:chgData name="손동범" userId="0f89198e-5fc9-4501-bc9d-662a7644151c" providerId="ADAL" clId="{A159D8F0-DA35-4648-8774-437E9128803B}" dt="2023-09-25T18:25:27.074" v="11646" actId="478"/>
          <ac:picMkLst>
            <pc:docMk/>
            <pc:sldMk cId="1888318540" sldId="876"/>
            <ac:picMk id="7" creationId="{BDD71C4B-5595-BCD9-83EE-F01BC5A0C971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36:48.315" v="11867"/>
        <pc:sldMkLst>
          <pc:docMk/>
          <pc:sldMk cId="2820094457" sldId="877"/>
        </pc:sldMkLst>
        <pc:spChg chg="mod">
          <ac:chgData name="손동범" userId="0f89198e-5fc9-4501-bc9d-662a7644151c" providerId="ADAL" clId="{A159D8F0-DA35-4648-8774-437E9128803B}" dt="2023-09-23T15:34:55.954" v="6356" actId="20577"/>
          <ac:spMkLst>
            <pc:docMk/>
            <pc:sldMk cId="2820094457" sldId="877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36:48.315" v="11867"/>
          <ac:spMkLst>
            <pc:docMk/>
            <pc:sldMk cId="2820094457" sldId="877"/>
            <ac:spMk id="3" creationId="{A14B2C46-4690-725E-4591-97ACDF5478E8}"/>
          </ac:spMkLst>
        </pc:spChg>
        <pc:picChg chg="del">
          <ac:chgData name="손동범" userId="0f89198e-5fc9-4501-bc9d-662a7644151c" providerId="ADAL" clId="{A159D8F0-DA35-4648-8774-437E9128803B}" dt="2023-09-23T15:35:08.804" v="6357" actId="478"/>
          <ac:picMkLst>
            <pc:docMk/>
            <pc:sldMk cId="2820094457" sldId="877"/>
            <ac:picMk id="7" creationId="{BDD71C4B-5595-BCD9-83EE-F01BC5A0C971}"/>
          </ac:picMkLst>
        </pc:picChg>
        <pc:picChg chg="add mod">
          <ac:chgData name="손동범" userId="0f89198e-5fc9-4501-bc9d-662a7644151c" providerId="ADAL" clId="{A159D8F0-DA35-4648-8774-437E9128803B}" dt="2023-09-23T15:40:49.336" v="6763" actId="1076"/>
          <ac:picMkLst>
            <pc:docMk/>
            <pc:sldMk cId="2820094457" sldId="877"/>
            <ac:picMk id="1026" creationId="{99AA5EE6-CA4A-72DB-4BD4-427026A2AF0D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34:49.615" v="11861" actId="20577"/>
        <pc:sldMkLst>
          <pc:docMk/>
          <pc:sldMk cId="2010771152" sldId="878"/>
        </pc:sldMkLst>
        <pc:spChg chg="mod">
          <ac:chgData name="손동범" userId="0f89198e-5fc9-4501-bc9d-662a7644151c" providerId="ADAL" clId="{A159D8F0-DA35-4648-8774-437E9128803B}" dt="2023-09-23T15:04:32.987" v="6210" actId="20577"/>
          <ac:spMkLst>
            <pc:docMk/>
            <pc:sldMk cId="2010771152" sldId="878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34:49.615" v="11861" actId="20577"/>
          <ac:spMkLst>
            <pc:docMk/>
            <pc:sldMk cId="2010771152" sldId="878"/>
            <ac:spMk id="3" creationId="{A14B2C46-4690-725E-4591-97ACDF5478E8}"/>
          </ac:spMkLst>
        </pc:spChg>
        <pc:spChg chg="add mod">
          <ac:chgData name="손동범" userId="0f89198e-5fc9-4501-bc9d-662a7644151c" providerId="ADAL" clId="{A159D8F0-DA35-4648-8774-437E9128803B}" dt="2023-09-23T15:51:36.494" v="7042" actId="1076"/>
          <ac:spMkLst>
            <pc:docMk/>
            <pc:sldMk cId="2010771152" sldId="878"/>
            <ac:spMk id="14" creationId="{7893086E-344F-FC89-409B-4EF0A8164592}"/>
          </ac:spMkLst>
        </pc:spChg>
        <pc:spChg chg="add mod">
          <ac:chgData name="손동범" userId="0f89198e-5fc9-4501-bc9d-662a7644151c" providerId="ADAL" clId="{A159D8F0-DA35-4648-8774-437E9128803B}" dt="2023-09-23T15:51:39.380" v="7043" actId="1076"/>
          <ac:spMkLst>
            <pc:docMk/>
            <pc:sldMk cId="2010771152" sldId="878"/>
            <ac:spMk id="15" creationId="{21E2D581-8EF8-7DBF-A6A0-AE9E2D58B504}"/>
          </ac:spMkLst>
        </pc:spChg>
        <pc:picChg chg="add del mod">
          <ac:chgData name="손동범" userId="0f89198e-5fc9-4501-bc9d-662a7644151c" providerId="ADAL" clId="{A159D8F0-DA35-4648-8774-437E9128803B}" dt="2023-09-25T18:28:39.413" v="11669" actId="478"/>
          <ac:picMkLst>
            <pc:docMk/>
            <pc:sldMk cId="2010771152" sldId="878"/>
            <ac:picMk id="6" creationId="{5B1D1247-0BA0-EDA5-A2FD-2EBF10B129B4}"/>
          </ac:picMkLst>
        </pc:picChg>
        <pc:picChg chg="del">
          <ac:chgData name="손동범" userId="0f89198e-5fc9-4501-bc9d-662a7644151c" providerId="ADAL" clId="{A159D8F0-DA35-4648-8774-437E9128803B}" dt="2023-09-23T14:10:42.598" v="5681" actId="478"/>
          <ac:picMkLst>
            <pc:docMk/>
            <pc:sldMk cId="2010771152" sldId="878"/>
            <ac:picMk id="7" creationId="{BDD71C4B-5595-BCD9-83EE-F01BC5A0C971}"/>
          </ac:picMkLst>
        </pc:picChg>
        <pc:picChg chg="add mod">
          <ac:chgData name="손동범" userId="0f89198e-5fc9-4501-bc9d-662a7644151c" providerId="ADAL" clId="{A159D8F0-DA35-4648-8774-437E9128803B}" dt="2023-09-25T18:28:43.977" v="11674" actId="1076"/>
          <ac:picMkLst>
            <pc:docMk/>
            <pc:sldMk cId="2010771152" sldId="878"/>
            <ac:picMk id="7" creationId="{FECE9CD7-13C5-9225-2481-738089F5241D}"/>
          </ac:picMkLst>
        </pc:picChg>
        <pc:picChg chg="add del mod">
          <ac:chgData name="손동범" userId="0f89198e-5fc9-4501-bc9d-662a7644151c" providerId="ADAL" clId="{A159D8F0-DA35-4648-8774-437E9128803B}" dt="2023-09-25T18:28:51.738" v="11675" actId="478"/>
          <ac:picMkLst>
            <pc:docMk/>
            <pc:sldMk cId="2010771152" sldId="878"/>
            <ac:picMk id="9" creationId="{A66C139E-3E19-1AF0-5C9E-63F6CBF69B1B}"/>
          </ac:picMkLst>
        </pc:picChg>
        <pc:picChg chg="add mod">
          <ac:chgData name="손동범" userId="0f89198e-5fc9-4501-bc9d-662a7644151c" providerId="ADAL" clId="{A159D8F0-DA35-4648-8774-437E9128803B}" dt="2023-09-25T18:28:59.400" v="11680" actId="1076"/>
          <ac:picMkLst>
            <pc:docMk/>
            <pc:sldMk cId="2010771152" sldId="878"/>
            <ac:picMk id="10" creationId="{50FB5D76-22A8-16E1-A4EA-817A520A8093}"/>
          </ac:picMkLst>
        </pc:picChg>
        <pc:picChg chg="add del mod">
          <ac:chgData name="손동범" userId="0f89198e-5fc9-4501-bc9d-662a7644151c" providerId="ADAL" clId="{A159D8F0-DA35-4648-8774-437E9128803B}" dt="2023-09-25T18:29:37.012" v="11689" actId="478"/>
          <ac:picMkLst>
            <pc:docMk/>
            <pc:sldMk cId="2010771152" sldId="878"/>
            <ac:picMk id="11" creationId="{9046D90D-1DF8-4170-5A92-24AC302ED13F}"/>
          </ac:picMkLst>
        </pc:picChg>
        <pc:picChg chg="add del mod">
          <ac:chgData name="손동범" userId="0f89198e-5fc9-4501-bc9d-662a7644151c" providerId="ADAL" clId="{A159D8F0-DA35-4648-8774-437E9128803B}" dt="2023-09-25T18:29:08.655" v="11682" actId="478"/>
          <ac:picMkLst>
            <pc:docMk/>
            <pc:sldMk cId="2010771152" sldId="878"/>
            <ac:picMk id="13" creationId="{F8942299-3F86-10BF-5360-AE0A69155F8B}"/>
          </ac:picMkLst>
        </pc:picChg>
        <pc:picChg chg="add mod">
          <ac:chgData name="손동범" userId="0f89198e-5fc9-4501-bc9d-662a7644151c" providerId="ADAL" clId="{A159D8F0-DA35-4648-8774-437E9128803B}" dt="2023-09-25T18:29:20.028" v="11688" actId="1076"/>
          <ac:picMkLst>
            <pc:docMk/>
            <pc:sldMk cId="2010771152" sldId="878"/>
            <ac:picMk id="16" creationId="{69B0EB77-A0DC-6427-D761-6D093FE110E2}"/>
          </ac:picMkLst>
        </pc:picChg>
        <pc:picChg chg="add mod">
          <ac:chgData name="손동범" userId="0f89198e-5fc9-4501-bc9d-662a7644151c" providerId="ADAL" clId="{A159D8F0-DA35-4648-8774-437E9128803B}" dt="2023-09-25T18:29:44.031" v="11695" actId="1076"/>
          <ac:picMkLst>
            <pc:docMk/>
            <pc:sldMk cId="2010771152" sldId="878"/>
            <ac:picMk id="18" creationId="{20105A7F-10D1-86C3-CF0F-258360ACE66C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41:24.404" v="12005" actId="20577"/>
        <pc:sldMkLst>
          <pc:docMk/>
          <pc:sldMk cId="4002015197" sldId="879"/>
        </pc:sldMkLst>
        <pc:spChg chg="mod">
          <ac:chgData name="손동범" userId="0f89198e-5fc9-4501-bc9d-662a7644151c" providerId="ADAL" clId="{A159D8F0-DA35-4648-8774-437E9128803B}" dt="2023-09-25T18:41:24.404" v="12005" actId="20577"/>
          <ac:spMkLst>
            <pc:docMk/>
            <pc:sldMk cId="4002015197" sldId="879"/>
            <ac:spMk id="3" creationId="{A14B2C46-4690-725E-4591-97ACDF5478E8}"/>
          </ac:spMkLst>
        </pc:spChg>
        <pc:spChg chg="add mod">
          <ac:chgData name="손동범" userId="0f89198e-5fc9-4501-bc9d-662a7644151c" providerId="ADAL" clId="{A159D8F0-DA35-4648-8774-437E9128803B}" dt="2023-09-25T18:41:22.638" v="12004" actId="1076"/>
          <ac:spMkLst>
            <pc:docMk/>
            <pc:sldMk cId="4002015197" sldId="879"/>
            <ac:spMk id="13" creationId="{FAEF9FFE-B29A-4A0C-8F3B-9A34AF00A6B8}"/>
          </ac:spMkLst>
        </pc:spChg>
        <pc:spChg chg="add mod">
          <ac:chgData name="손동범" userId="0f89198e-5fc9-4501-bc9d-662a7644151c" providerId="ADAL" clId="{A159D8F0-DA35-4648-8774-437E9128803B}" dt="2023-09-23T15:51:50.617" v="7050" actId="20577"/>
          <ac:spMkLst>
            <pc:docMk/>
            <pc:sldMk cId="4002015197" sldId="879"/>
            <ac:spMk id="14" creationId="{DD8673FC-F666-F21F-B826-70605B04A3E6}"/>
          </ac:spMkLst>
        </pc:spChg>
        <pc:picChg chg="add del mod">
          <ac:chgData name="손동범" userId="0f89198e-5fc9-4501-bc9d-662a7644151c" providerId="ADAL" clId="{A159D8F0-DA35-4648-8774-437E9128803B}" dt="2023-09-25T18:38:09.715" v="11923" actId="478"/>
          <ac:picMkLst>
            <pc:docMk/>
            <pc:sldMk cId="4002015197" sldId="879"/>
            <ac:picMk id="6" creationId="{76B879A0-DD28-DDC4-66FD-D089DB6F02DF}"/>
          </ac:picMkLst>
        </pc:picChg>
        <pc:picChg chg="add mod">
          <ac:chgData name="손동범" userId="0f89198e-5fc9-4501-bc9d-662a7644151c" providerId="ADAL" clId="{A159D8F0-DA35-4648-8774-437E9128803B}" dt="2023-09-25T18:38:18.625" v="11930" actId="1076"/>
          <ac:picMkLst>
            <pc:docMk/>
            <pc:sldMk cId="4002015197" sldId="879"/>
            <ac:picMk id="7" creationId="{D531D2EC-FBB4-1F53-9C6A-17ED25BAC2D3}"/>
          </ac:picMkLst>
        </pc:picChg>
        <pc:picChg chg="add del mod">
          <ac:chgData name="손동범" userId="0f89198e-5fc9-4501-bc9d-662a7644151c" providerId="ADAL" clId="{A159D8F0-DA35-4648-8774-437E9128803B}" dt="2023-09-25T18:39:23.303" v="11979" actId="478"/>
          <ac:picMkLst>
            <pc:docMk/>
            <pc:sldMk cId="4002015197" sldId="879"/>
            <ac:picMk id="8" creationId="{F97BC8B7-1EB5-29D0-9482-03C497781910}"/>
          </ac:picMkLst>
        </pc:picChg>
        <pc:picChg chg="add del mod">
          <ac:chgData name="손동범" userId="0f89198e-5fc9-4501-bc9d-662a7644151c" providerId="ADAL" clId="{A159D8F0-DA35-4648-8774-437E9128803B}" dt="2023-09-25T18:40:07.030" v="11985" actId="478"/>
          <ac:picMkLst>
            <pc:docMk/>
            <pc:sldMk cId="4002015197" sldId="879"/>
            <ac:picMk id="10" creationId="{D0AFA7A5-B995-4CF4-AF7B-FAF0C14ABD4C}"/>
          </ac:picMkLst>
        </pc:picChg>
        <pc:picChg chg="add mod">
          <ac:chgData name="손동범" userId="0f89198e-5fc9-4501-bc9d-662a7644151c" providerId="ADAL" clId="{A159D8F0-DA35-4648-8774-437E9128803B}" dt="2023-09-25T18:39:33.124" v="11984" actId="1076"/>
          <ac:picMkLst>
            <pc:docMk/>
            <pc:sldMk cId="4002015197" sldId="879"/>
            <ac:picMk id="11" creationId="{E1047A60-61C5-CC28-DCF9-D9D56D47179B}"/>
          </ac:picMkLst>
        </pc:picChg>
        <pc:picChg chg="add del mod">
          <ac:chgData name="손동범" userId="0f89198e-5fc9-4501-bc9d-662a7644151c" providerId="ADAL" clId="{A159D8F0-DA35-4648-8774-437E9128803B}" dt="2023-09-25T18:40:23.844" v="11994" actId="478"/>
          <ac:picMkLst>
            <pc:docMk/>
            <pc:sldMk cId="4002015197" sldId="879"/>
            <ac:picMk id="12" creationId="{2342B99E-D2C6-6F03-4EB5-7171E9B2D637}"/>
          </ac:picMkLst>
        </pc:picChg>
        <pc:picChg chg="add mod">
          <ac:chgData name="손동범" userId="0f89198e-5fc9-4501-bc9d-662a7644151c" providerId="ADAL" clId="{A159D8F0-DA35-4648-8774-437E9128803B}" dt="2023-09-25T18:40:16.196" v="11993" actId="1076"/>
          <ac:picMkLst>
            <pc:docMk/>
            <pc:sldMk cId="4002015197" sldId="879"/>
            <ac:picMk id="16" creationId="{E624990D-4FDB-2D57-F788-00B2D6BAA1DB}"/>
          </ac:picMkLst>
        </pc:picChg>
        <pc:picChg chg="add del mod">
          <ac:chgData name="손동범" userId="0f89198e-5fc9-4501-bc9d-662a7644151c" providerId="ADAL" clId="{A159D8F0-DA35-4648-8774-437E9128803B}" dt="2023-09-25T18:40:28.665" v="11997" actId="478"/>
          <ac:picMkLst>
            <pc:docMk/>
            <pc:sldMk cId="4002015197" sldId="879"/>
            <ac:picMk id="18" creationId="{75777EC9-6DB6-80C0-23ED-9E6F642703A2}"/>
          </ac:picMkLst>
        </pc:picChg>
        <pc:picChg chg="add mod">
          <ac:chgData name="손동범" userId="0f89198e-5fc9-4501-bc9d-662a7644151c" providerId="ADAL" clId="{A159D8F0-DA35-4648-8774-437E9128803B}" dt="2023-09-25T18:41:18.627" v="12003" actId="1076"/>
          <ac:picMkLst>
            <pc:docMk/>
            <pc:sldMk cId="4002015197" sldId="879"/>
            <ac:picMk id="20" creationId="{3D25A96C-A683-6302-0531-030B8C871667}"/>
          </ac:picMkLst>
        </pc:picChg>
        <pc:picChg chg="del">
          <ac:chgData name="손동범" userId="0f89198e-5fc9-4501-bc9d-662a7644151c" providerId="ADAL" clId="{A159D8F0-DA35-4648-8774-437E9128803B}" dt="2023-09-23T15:41:22.949" v="6765" actId="478"/>
          <ac:picMkLst>
            <pc:docMk/>
            <pc:sldMk cId="4002015197" sldId="879"/>
            <ac:picMk id="1026" creationId="{99AA5EE6-CA4A-72DB-4BD4-427026A2AF0D}"/>
          </ac:picMkLst>
        </pc:picChg>
      </pc:sldChg>
      <pc:sldChg chg="delSp modSp add mod">
        <pc:chgData name="손동범" userId="0f89198e-5fc9-4501-bc9d-662a7644151c" providerId="ADAL" clId="{A159D8F0-DA35-4648-8774-437E9128803B}" dt="2023-09-25T18:43:42.401" v="12036" actId="20577"/>
        <pc:sldMkLst>
          <pc:docMk/>
          <pc:sldMk cId="361462883" sldId="880"/>
        </pc:sldMkLst>
        <pc:spChg chg="mod">
          <ac:chgData name="손동범" userId="0f89198e-5fc9-4501-bc9d-662a7644151c" providerId="ADAL" clId="{A159D8F0-DA35-4648-8774-437E9128803B}" dt="2023-09-23T15:53:09.221" v="7074" actId="20577"/>
          <ac:spMkLst>
            <pc:docMk/>
            <pc:sldMk cId="361462883" sldId="880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43:42.401" v="12036" actId="20577"/>
          <ac:spMkLst>
            <pc:docMk/>
            <pc:sldMk cId="361462883" sldId="880"/>
            <ac:spMk id="3" creationId="{A14B2C46-4690-725E-4591-97ACDF5478E8}"/>
          </ac:spMkLst>
        </pc:spChg>
        <pc:spChg chg="del">
          <ac:chgData name="손동범" userId="0f89198e-5fc9-4501-bc9d-662a7644151c" providerId="ADAL" clId="{A159D8F0-DA35-4648-8774-437E9128803B}" dt="2023-09-23T15:53:30.268" v="7141" actId="478"/>
          <ac:spMkLst>
            <pc:docMk/>
            <pc:sldMk cId="361462883" sldId="880"/>
            <ac:spMk id="4" creationId="{E0002A17-D739-A662-3C1B-681488B1E9C9}"/>
          </ac:spMkLst>
        </pc:spChg>
        <pc:spChg chg="del">
          <ac:chgData name="손동범" userId="0f89198e-5fc9-4501-bc9d-662a7644151c" providerId="ADAL" clId="{A159D8F0-DA35-4648-8774-437E9128803B}" dt="2023-09-23T15:53:30.268" v="7141" actId="478"/>
          <ac:spMkLst>
            <pc:docMk/>
            <pc:sldMk cId="361462883" sldId="880"/>
            <ac:spMk id="13" creationId="{FAEF9FFE-B29A-4A0C-8F3B-9A34AF00A6B8}"/>
          </ac:spMkLst>
        </pc:spChg>
        <pc:spChg chg="del">
          <ac:chgData name="손동범" userId="0f89198e-5fc9-4501-bc9d-662a7644151c" providerId="ADAL" clId="{A159D8F0-DA35-4648-8774-437E9128803B}" dt="2023-09-23T15:53:30.268" v="7141" actId="478"/>
          <ac:spMkLst>
            <pc:docMk/>
            <pc:sldMk cId="361462883" sldId="880"/>
            <ac:spMk id="14" creationId="{DD8673FC-F666-F21F-B826-70605B04A3E6}"/>
          </ac:spMkLst>
        </pc:spChg>
        <pc:picChg chg="del">
          <ac:chgData name="손동범" userId="0f89198e-5fc9-4501-bc9d-662a7644151c" providerId="ADAL" clId="{A159D8F0-DA35-4648-8774-437E9128803B}" dt="2023-09-23T15:53:26.542" v="7137" actId="478"/>
          <ac:picMkLst>
            <pc:docMk/>
            <pc:sldMk cId="361462883" sldId="880"/>
            <ac:picMk id="6" creationId="{76B879A0-DD28-DDC4-66FD-D089DB6F02DF}"/>
          </ac:picMkLst>
        </pc:picChg>
        <pc:picChg chg="del">
          <ac:chgData name="손동범" userId="0f89198e-5fc9-4501-bc9d-662a7644151c" providerId="ADAL" clId="{A159D8F0-DA35-4648-8774-437E9128803B}" dt="2023-09-23T15:53:27.349" v="7139" actId="478"/>
          <ac:picMkLst>
            <pc:docMk/>
            <pc:sldMk cId="361462883" sldId="880"/>
            <ac:picMk id="8" creationId="{F97BC8B7-1EB5-29D0-9482-03C497781910}"/>
          </ac:picMkLst>
        </pc:picChg>
        <pc:picChg chg="del">
          <ac:chgData name="손동범" userId="0f89198e-5fc9-4501-bc9d-662a7644151c" providerId="ADAL" clId="{A159D8F0-DA35-4648-8774-437E9128803B}" dt="2023-09-23T15:53:26.975" v="7138" actId="478"/>
          <ac:picMkLst>
            <pc:docMk/>
            <pc:sldMk cId="361462883" sldId="880"/>
            <ac:picMk id="10" creationId="{D0AFA7A5-B995-4CF4-AF7B-FAF0C14ABD4C}"/>
          </ac:picMkLst>
        </pc:picChg>
        <pc:picChg chg="del">
          <ac:chgData name="손동범" userId="0f89198e-5fc9-4501-bc9d-662a7644151c" providerId="ADAL" clId="{A159D8F0-DA35-4648-8774-437E9128803B}" dt="2023-09-23T15:53:27.675" v="7140" actId="478"/>
          <ac:picMkLst>
            <pc:docMk/>
            <pc:sldMk cId="361462883" sldId="880"/>
            <ac:picMk id="12" creationId="{2342B99E-D2C6-6F03-4EB5-7171E9B2D637}"/>
          </ac:picMkLst>
        </pc:picChg>
      </pc:sldChg>
      <pc:sldChg chg="delSp modSp add mod">
        <pc:chgData name="손동범" userId="0f89198e-5fc9-4501-bc9d-662a7644151c" providerId="ADAL" clId="{A159D8F0-DA35-4648-8774-437E9128803B}" dt="2023-09-25T18:47:23.755" v="12171" actId="27636"/>
        <pc:sldMkLst>
          <pc:docMk/>
          <pc:sldMk cId="618397035" sldId="881"/>
        </pc:sldMkLst>
        <pc:spChg chg="mod">
          <ac:chgData name="손동범" userId="0f89198e-5fc9-4501-bc9d-662a7644151c" providerId="ADAL" clId="{A159D8F0-DA35-4648-8774-437E9128803B}" dt="2023-09-23T20:26:44.151" v="7276" actId="20577"/>
          <ac:spMkLst>
            <pc:docMk/>
            <pc:sldMk cId="618397035" sldId="881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47:23.755" v="12171" actId="27636"/>
          <ac:spMkLst>
            <pc:docMk/>
            <pc:sldMk cId="618397035" sldId="881"/>
            <ac:spMk id="3" creationId="{A14B2C46-4690-725E-4591-97ACDF5478E8}"/>
          </ac:spMkLst>
        </pc:spChg>
        <pc:spChg chg="del">
          <ac:chgData name="손동범" userId="0f89198e-5fc9-4501-bc9d-662a7644151c" providerId="ADAL" clId="{A159D8F0-DA35-4648-8774-437E9128803B}" dt="2023-09-23T20:26:27.539" v="7233" actId="478"/>
          <ac:spMkLst>
            <pc:docMk/>
            <pc:sldMk cId="618397035" sldId="881"/>
            <ac:spMk id="14" creationId="{7893086E-344F-FC89-409B-4EF0A8164592}"/>
          </ac:spMkLst>
        </pc:spChg>
        <pc:spChg chg="del">
          <ac:chgData name="손동범" userId="0f89198e-5fc9-4501-bc9d-662a7644151c" providerId="ADAL" clId="{A159D8F0-DA35-4648-8774-437E9128803B}" dt="2023-09-23T20:26:28.730" v="7234" actId="478"/>
          <ac:spMkLst>
            <pc:docMk/>
            <pc:sldMk cId="618397035" sldId="881"/>
            <ac:spMk id="15" creationId="{21E2D581-8EF8-7DBF-A6A0-AE9E2D58B504}"/>
          </ac:spMkLst>
        </pc:spChg>
        <pc:picChg chg="del">
          <ac:chgData name="손동범" userId="0f89198e-5fc9-4501-bc9d-662a7644151c" providerId="ADAL" clId="{A159D8F0-DA35-4648-8774-437E9128803B}" dt="2023-09-23T20:26:23.548" v="7229" actId="478"/>
          <ac:picMkLst>
            <pc:docMk/>
            <pc:sldMk cId="618397035" sldId="881"/>
            <ac:picMk id="6" creationId="{5B1D1247-0BA0-EDA5-A2FD-2EBF10B129B4}"/>
          </ac:picMkLst>
        </pc:picChg>
        <pc:picChg chg="del">
          <ac:chgData name="손동범" userId="0f89198e-5fc9-4501-bc9d-662a7644151c" providerId="ADAL" clId="{A159D8F0-DA35-4648-8774-437E9128803B}" dt="2023-09-23T20:26:24.817" v="7231" actId="478"/>
          <ac:picMkLst>
            <pc:docMk/>
            <pc:sldMk cId="618397035" sldId="881"/>
            <ac:picMk id="9" creationId="{A66C139E-3E19-1AF0-5C9E-63F6CBF69B1B}"/>
          </ac:picMkLst>
        </pc:picChg>
        <pc:picChg chg="del">
          <ac:chgData name="손동범" userId="0f89198e-5fc9-4501-bc9d-662a7644151c" providerId="ADAL" clId="{A159D8F0-DA35-4648-8774-437E9128803B}" dt="2023-09-23T20:26:25.180" v="7232" actId="478"/>
          <ac:picMkLst>
            <pc:docMk/>
            <pc:sldMk cId="618397035" sldId="881"/>
            <ac:picMk id="11" creationId="{9046D90D-1DF8-4170-5A92-24AC302ED13F}"/>
          </ac:picMkLst>
        </pc:picChg>
        <pc:picChg chg="del">
          <ac:chgData name="손동범" userId="0f89198e-5fc9-4501-bc9d-662a7644151c" providerId="ADAL" clId="{A159D8F0-DA35-4648-8774-437E9128803B}" dt="2023-09-23T20:26:24.381" v="7230" actId="478"/>
          <ac:picMkLst>
            <pc:docMk/>
            <pc:sldMk cId="618397035" sldId="881"/>
            <ac:picMk id="13" creationId="{F8942299-3F86-10BF-5360-AE0A69155F8B}"/>
          </ac:picMkLst>
        </pc:picChg>
      </pc:sldChg>
      <pc:sldChg chg="add del">
        <pc:chgData name="손동범" userId="0f89198e-5fc9-4501-bc9d-662a7644151c" providerId="ADAL" clId="{A159D8F0-DA35-4648-8774-437E9128803B}" dt="2023-09-23T20:57:30.597" v="7689" actId="47"/>
        <pc:sldMkLst>
          <pc:docMk/>
          <pc:sldMk cId="617944293" sldId="882"/>
        </pc:sldMkLst>
      </pc:sldChg>
      <pc:sldChg chg="add del">
        <pc:chgData name="손동범" userId="0f89198e-5fc9-4501-bc9d-662a7644151c" providerId="ADAL" clId="{A159D8F0-DA35-4648-8774-437E9128803B}" dt="2023-09-23T20:57:36.988" v="7691"/>
        <pc:sldMkLst>
          <pc:docMk/>
          <pc:sldMk cId="727616742" sldId="882"/>
        </pc:sldMkLst>
      </pc:sldChg>
      <pc:sldChg chg="addSp delSp modSp add del mod">
        <pc:chgData name="손동범" userId="0f89198e-5fc9-4501-bc9d-662a7644151c" providerId="ADAL" clId="{A159D8F0-DA35-4648-8774-437E9128803B}" dt="2023-09-25T18:47:38.155" v="12172" actId="2696"/>
        <pc:sldMkLst>
          <pc:docMk/>
          <pc:sldMk cId="4003009980" sldId="882"/>
        </pc:sldMkLst>
        <pc:spChg chg="mod">
          <ac:chgData name="손동범" userId="0f89198e-5fc9-4501-bc9d-662a7644151c" providerId="ADAL" clId="{A159D8F0-DA35-4648-8774-437E9128803B}" dt="2023-09-23T20:57:46.626" v="7701" actId="20577"/>
          <ac:spMkLst>
            <pc:docMk/>
            <pc:sldMk cId="4003009980" sldId="882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7:53:56.782" v="11305" actId="20577"/>
          <ac:spMkLst>
            <pc:docMk/>
            <pc:sldMk cId="4003009980" sldId="882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5T11:58:16.438" v="10776" actId="478"/>
          <ac:spMkLst>
            <pc:docMk/>
            <pc:sldMk cId="4003009980" sldId="882"/>
            <ac:spMk id="4" creationId="{85B6F9AF-E670-521D-27B8-7766519A42A8}"/>
          </ac:spMkLst>
        </pc:spChg>
        <pc:spChg chg="del">
          <ac:chgData name="손동범" userId="0f89198e-5fc9-4501-bc9d-662a7644151c" providerId="ADAL" clId="{A159D8F0-DA35-4648-8774-437E9128803B}" dt="2023-09-23T21:00:21.037" v="7811" actId="478"/>
          <ac:spMkLst>
            <pc:docMk/>
            <pc:sldMk cId="4003009980" sldId="882"/>
            <ac:spMk id="4" creationId="{E0002A17-D739-A662-3C1B-681488B1E9C9}"/>
          </ac:spMkLst>
        </pc:spChg>
        <pc:spChg chg="del">
          <ac:chgData name="손동범" userId="0f89198e-5fc9-4501-bc9d-662a7644151c" providerId="ADAL" clId="{A159D8F0-DA35-4648-8774-437E9128803B}" dt="2023-09-23T21:00:21.037" v="7811" actId="478"/>
          <ac:spMkLst>
            <pc:docMk/>
            <pc:sldMk cId="4003009980" sldId="882"/>
            <ac:spMk id="13" creationId="{FAEF9FFE-B29A-4A0C-8F3B-9A34AF00A6B8}"/>
          </ac:spMkLst>
        </pc:spChg>
        <pc:spChg chg="del">
          <ac:chgData name="손동범" userId="0f89198e-5fc9-4501-bc9d-662a7644151c" providerId="ADAL" clId="{A159D8F0-DA35-4648-8774-437E9128803B}" dt="2023-09-23T21:00:21.037" v="7811" actId="478"/>
          <ac:spMkLst>
            <pc:docMk/>
            <pc:sldMk cId="4003009980" sldId="882"/>
            <ac:spMk id="14" creationId="{DD8673FC-F666-F21F-B826-70605B04A3E6}"/>
          </ac:spMkLst>
        </pc:spChg>
        <pc:graphicFrameChg chg="add del mod modGraphic">
          <ac:chgData name="손동범" userId="0f89198e-5fc9-4501-bc9d-662a7644151c" providerId="ADAL" clId="{A159D8F0-DA35-4648-8774-437E9128803B}" dt="2023-09-25T17:54:00.748" v="11306" actId="21"/>
          <ac:graphicFrameMkLst>
            <pc:docMk/>
            <pc:sldMk cId="4003009980" sldId="882"/>
            <ac:graphicFrameMk id="5" creationId="{1DF7D318-56A4-9271-DDFE-E95A4054F48B}"/>
          </ac:graphicFrameMkLst>
        </pc:graphicFrameChg>
        <pc:picChg chg="del">
          <ac:chgData name="손동범" userId="0f89198e-5fc9-4501-bc9d-662a7644151c" providerId="ADAL" clId="{A159D8F0-DA35-4648-8774-437E9128803B}" dt="2023-09-23T21:00:14.311" v="7807" actId="478"/>
          <ac:picMkLst>
            <pc:docMk/>
            <pc:sldMk cId="4003009980" sldId="882"/>
            <ac:picMk id="6" creationId="{76B879A0-DD28-DDC4-66FD-D089DB6F02DF}"/>
          </ac:picMkLst>
        </pc:picChg>
        <pc:picChg chg="del mod">
          <ac:chgData name="손동범" userId="0f89198e-5fc9-4501-bc9d-662a7644151c" providerId="ADAL" clId="{A159D8F0-DA35-4648-8774-437E9128803B}" dt="2023-09-23T21:00:15.398" v="7809" actId="478"/>
          <ac:picMkLst>
            <pc:docMk/>
            <pc:sldMk cId="4003009980" sldId="882"/>
            <ac:picMk id="8" creationId="{F97BC8B7-1EB5-29D0-9482-03C497781910}"/>
          </ac:picMkLst>
        </pc:picChg>
        <pc:picChg chg="del">
          <ac:chgData name="손동범" userId="0f89198e-5fc9-4501-bc9d-662a7644151c" providerId="ADAL" clId="{A159D8F0-DA35-4648-8774-437E9128803B}" dt="2023-09-23T21:00:16.502" v="7810" actId="478"/>
          <ac:picMkLst>
            <pc:docMk/>
            <pc:sldMk cId="4003009980" sldId="882"/>
            <ac:picMk id="10" creationId="{D0AFA7A5-B995-4CF4-AF7B-FAF0C14ABD4C}"/>
          </ac:picMkLst>
        </pc:picChg>
        <pc:picChg chg="del">
          <ac:chgData name="손동범" userId="0f89198e-5fc9-4501-bc9d-662a7644151c" providerId="ADAL" clId="{A159D8F0-DA35-4648-8774-437E9128803B}" dt="2023-09-23T21:00:21.037" v="7811" actId="478"/>
          <ac:picMkLst>
            <pc:docMk/>
            <pc:sldMk cId="4003009980" sldId="882"/>
            <ac:picMk id="12" creationId="{2342B99E-D2C6-6F03-4EB5-7171E9B2D637}"/>
          </ac:picMkLst>
        </pc:picChg>
      </pc:sldChg>
      <pc:sldChg chg="addSp delSp modSp add del mod">
        <pc:chgData name="손동범" userId="0f89198e-5fc9-4501-bc9d-662a7644151c" providerId="ADAL" clId="{A159D8F0-DA35-4648-8774-437E9128803B}" dt="2023-09-25T18:47:38.155" v="12172" actId="2696"/>
        <pc:sldMkLst>
          <pc:docMk/>
          <pc:sldMk cId="430483496" sldId="883"/>
        </pc:sldMkLst>
        <pc:spChg chg="mod">
          <ac:chgData name="손동범" userId="0f89198e-5fc9-4501-bc9d-662a7644151c" providerId="ADAL" clId="{A159D8F0-DA35-4648-8774-437E9128803B}" dt="2023-09-23T20:58:04.742" v="7711" actId="20577"/>
          <ac:spMkLst>
            <pc:docMk/>
            <pc:sldMk cId="430483496" sldId="883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7:55:09.821" v="11386" actId="20577"/>
          <ac:spMkLst>
            <pc:docMk/>
            <pc:sldMk cId="430483496" sldId="883"/>
            <ac:spMk id="3" creationId="{A14B2C46-4690-725E-4591-97ACDF5478E8}"/>
          </ac:spMkLst>
        </pc:spChg>
        <pc:graphicFrameChg chg="add del mod">
          <ac:chgData name="손동범" userId="0f89198e-5fc9-4501-bc9d-662a7644151c" providerId="ADAL" clId="{A159D8F0-DA35-4648-8774-437E9128803B}" dt="2023-09-25T17:55:19.677" v="11387" actId="21"/>
          <ac:graphicFrameMkLst>
            <pc:docMk/>
            <pc:sldMk cId="430483496" sldId="883"/>
            <ac:graphicFrameMk id="5" creationId="{DDA2F35F-9E94-3FD1-05FB-C7D7AE61D5C4}"/>
          </ac:graphicFrameMkLst>
        </pc:graphicFrameChg>
      </pc:sldChg>
      <pc:sldChg chg="addSp delSp modSp add del mod">
        <pc:chgData name="손동범" userId="0f89198e-5fc9-4501-bc9d-662a7644151c" providerId="ADAL" clId="{A159D8F0-DA35-4648-8774-437E9128803B}" dt="2023-09-25T11:58:40.937" v="10803" actId="47"/>
        <pc:sldMkLst>
          <pc:docMk/>
          <pc:sldMk cId="2833337330" sldId="884"/>
        </pc:sldMkLst>
        <pc:spChg chg="mod">
          <ac:chgData name="손동범" userId="0f89198e-5fc9-4501-bc9d-662a7644151c" providerId="ADAL" clId="{A159D8F0-DA35-4648-8774-437E9128803B}" dt="2023-09-25T11:54:00.287" v="10684" actId="20577"/>
          <ac:spMkLst>
            <pc:docMk/>
            <pc:sldMk cId="2833337330" sldId="884"/>
            <ac:spMk id="2" creationId="{460CBC46-6076-50AE-44DB-ECA4C88A6A45}"/>
          </ac:spMkLst>
        </pc:spChg>
        <pc:spChg chg="del mod">
          <ac:chgData name="손동범" userId="0f89198e-5fc9-4501-bc9d-662a7644151c" providerId="ADAL" clId="{A159D8F0-DA35-4648-8774-437E9128803B}" dt="2023-09-25T11:57:53.010" v="10764" actId="21"/>
          <ac:spMkLst>
            <pc:docMk/>
            <pc:sldMk cId="2833337330" sldId="884"/>
            <ac:spMk id="3" creationId="{A14B2C46-4690-725E-4591-97ACDF5478E8}"/>
          </ac:spMkLst>
        </pc:spChg>
        <pc:spChg chg="add mod">
          <ac:chgData name="손동범" userId="0f89198e-5fc9-4501-bc9d-662a7644151c" providerId="ADAL" clId="{A159D8F0-DA35-4648-8774-437E9128803B}" dt="2023-09-25T11:57:53.010" v="10764" actId="21"/>
          <ac:spMkLst>
            <pc:docMk/>
            <pc:sldMk cId="2833337330" sldId="884"/>
            <ac:spMk id="5" creationId="{D5BDAB73-090C-F36B-B6C6-3C5F1EF0949D}"/>
          </ac:spMkLst>
        </pc:spChg>
      </pc:sldChg>
      <pc:sldChg chg="addSp delSp modSp add del mod">
        <pc:chgData name="손동범" userId="0f89198e-5fc9-4501-bc9d-662a7644151c" providerId="ADAL" clId="{A159D8F0-DA35-4648-8774-437E9128803B}" dt="2023-09-25T11:23:23.415" v="10431" actId="47"/>
        <pc:sldMkLst>
          <pc:docMk/>
          <pc:sldMk cId="150098136" sldId="885"/>
        </pc:sldMkLst>
        <pc:spChg chg="mod">
          <ac:chgData name="손동범" userId="0f89198e-5fc9-4501-bc9d-662a7644151c" providerId="ADAL" clId="{A159D8F0-DA35-4648-8774-437E9128803B}" dt="2023-09-24T09:23:54.030" v="8278" actId="20577"/>
          <ac:spMkLst>
            <pc:docMk/>
            <pc:sldMk cId="150098136" sldId="885"/>
            <ac:spMk id="2" creationId="{460CBC46-6076-50AE-44DB-ECA4C88A6A45}"/>
          </ac:spMkLst>
        </pc:spChg>
        <pc:spChg chg="del">
          <ac:chgData name="손동범" userId="0f89198e-5fc9-4501-bc9d-662a7644151c" providerId="ADAL" clId="{A159D8F0-DA35-4648-8774-437E9128803B}" dt="2023-09-24T09:23:05.091" v="8251" actId="478"/>
          <ac:spMkLst>
            <pc:docMk/>
            <pc:sldMk cId="150098136" sldId="885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4T09:23:46.992" v="8258" actId="478"/>
          <ac:spMkLst>
            <pc:docMk/>
            <pc:sldMk cId="150098136" sldId="885"/>
            <ac:spMk id="6" creationId="{45155EEB-4FB0-FDBF-CC63-42F5BFEB300E}"/>
          </ac:spMkLst>
        </pc:spChg>
        <pc:graphicFrameChg chg="add mod modGraphic">
          <ac:chgData name="손동범" userId="0f89198e-5fc9-4501-bc9d-662a7644151c" providerId="ADAL" clId="{A159D8F0-DA35-4648-8774-437E9128803B}" dt="2023-09-24T14:43:30.856" v="9359" actId="20577"/>
          <ac:graphicFrameMkLst>
            <pc:docMk/>
            <pc:sldMk cId="150098136" sldId="885"/>
            <ac:graphicFrameMk id="4" creationId="{7BD26AAB-0CAA-BF90-F346-B4FF77A22D5C}"/>
          </ac:graphicFrameMkLst>
        </pc:graphicFrameChg>
        <pc:graphicFrameChg chg="add del mod">
          <ac:chgData name="손동범" userId="0f89198e-5fc9-4501-bc9d-662a7644151c" providerId="ADAL" clId="{A159D8F0-DA35-4648-8774-437E9128803B}" dt="2023-09-24T09:23:21.490" v="8255" actId="478"/>
          <ac:graphicFrameMkLst>
            <pc:docMk/>
            <pc:sldMk cId="150098136" sldId="885"/>
            <ac:graphicFrameMk id="7" creationId="{DDE10533-E3D4-EA57-06F9-3D34BB269AD7}"/>
          </ac:graphicFrameMkLst>
        </pc:graphicFrameChg>
        <pc:graphicFrameChg chg="add del mod">
          <ac:chgData name="손동범" userId="0f89198e-5fc9-4501-bc9d-662a7644151c" providerId="ADAL" clId="{A159D8F0-DA35-4648-8774-437E9128803B}" dt="2023-09-24T09:31:02.283" v="8552" actId="478"/>
          <ac:graphicFrameMkLst>
            <pc:docMk/>
            <pc:sldMk cId="150098136" sldId="885"/>
            <ac:graphicFrameMk id="8" creationId="{AA31F688-6996-342A-A375-5C03B895E7CE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4T14:39:08.697" v="9304"/>
          <ac:graphicFrameMkLst>
            <pc:docMk/>
            <pc:sldMk cId="150098136" sldId="885"/>
            <ac:graphicFrameMk id="9" creationId="{A4B984D7-9C4A-3200-80F7-A0004665BC84}"/>
          </ac:graphicFrameMkLst>
        </pc:graphicFrameChg>
      </pc:sldChg>
      <pc:sldChg chg="addSp delSp modSp add mod">
        <pc:chgData name="손동범" userId="0f89198e-5fc9-4501-bc9d-662a7644151c" providerId="ADAL" clId="{A159D8F0-DA35-4648-8774-437E9128803B}" dt="2023-09-25T17:45:17.566" v="11127"/>
        <pc:sldMkLst>
          <pc:docMk/>
          <pc:sldMk cId="699751796" sldId="886"/>
        </pc:sldMkLst>
        <pc:spChg chg="add mod">
          <ac:chgData name="손동범" userId="0f89198e-5fc9-4501-bc9d-662a7644151c" providerId="ADAL" clId="{A159D8F0-DA35-4648-8774-437E9128803B}" dt="2023-09-25T17:45:17.566" v="11127"/>
          <ac:spMkLst>
            <pc:docMk/>
            <pc:sldMk cId="699751796" sldId="886"/>
            <ac:spMk id="3" creationId="{205EDFDD-AE32-BA41-89B1-74A70A89A3E2}"/>
          </ac:spMkLst>
        </pc:spChg>
        <pc:graphicFrameChg chg="del mod modGraphic">
          <ac:chgData name="손동범" userId="0f89198e-5fc9-4501-bc9d-662a7644151c" providerId="ADAL" clId="{A159D8F0-DA35-4648-8774-437E9128803B}" dt="2023-09-25T17:25:23.952" v="10843" actId="478"/>
          <ac:graphicFrameMkLst>
            <pc:docMk/>
            <pc:sldMk cId="699751796" sldId="886"/>
            <ac:graphicFrameMk id="4" creationId="{7BD26AAB-0CAA-BF90-F346-B4FF77A22D5C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37:17.672" v="10938"/>
          <ac:graphicFrameMkLst>
            <pc:docMk/>
            <pc:sldMk cId="699751796" sldId="886"/>
            <ac:graphicFrameMk id="5" creationId="{F60D331C-0FF8-A8A4-E863-0B297DF21B48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37:02.751" v="10935"/>
          <ac:graphicFrameMkLst>
            <pc:docMk/>
            <pc:sldMk cId="699751796" sldId="886"/>
            <ac:graphicFrameMk id="6" creationId="{81DCFDF1-7953-0F8F-A1DF-51B5A5C3733C}"/>
          </ac:graphicFrameMkLst>
        </pc:graphicFrameChg>
        <pc:graphicFrameChg chg="del mod modGraphic">
          <ac:chgData name="손동범" userId="0f89198e-5fc9-4501-bc9d-662a7644151c" providerId="ADAL" clId="{A159D8F0-DA35-4648-8774-437E9128803B}" dt="2023-09-25T17:25:23.952" v="10843" actId="478"/>
          <ac:graphicFrameMkLst>
            <pc:docMk/>
            <pc:sldMk cId="699751796" sldId="886"/>
            <ac:graphicFrameMk id="9" creationId="{A4B984D7-9C4A-3200-80F7-A0004665BC84}"/>
          </ac:graphicFrameMkLst>
        </pc:graphicFrameChg>
      </pc:sldChg>
      <pc:sldChg chg="add del">
        <pc:chgData name="손동범" userId="0f89198e-5fc9-4501-bc9d-662a7644151c" providerId="ADAL" clId="{A159D8F0-DA35-4648-8774-437E9128803B}" dt="2023-09-24T09:09:13.569" v="7940"/>
        <pc:sldMkLst>
          <pc:docMk/>
          <pc:sldMk cId="3201139844" sldId="886"/>
        </pc:sldMkLst>
      </pc:sldChg>
      <pc:sldChg chg="addSp delSp modSp add mod">
        <pc:chgData name="손동범" userId="0f89198e-5fc9-4501-bc9d-662a7644151c" providerId="ADAL" clId="{A159D8F0-DA35-4648-8774-437E9128803B}" dt="2023-09-25T17:26:05.668" v="10867" actId="20577"/>
        <pc:sldMkLst>
          <pc:docMk/>
          <pc:sldMk cId="3404531475" sldId="887"/>
        </pc:sldMkLst>
        <pc:spChg chg="mod">
          <ac:chgData name="손동범" userId="0f89198e-5fc9-4501-bc9d-662a7644151c" providerId="ADAL" clId="{A159D8F0-DA35-4648-8774-437E9128803B}" dt="2023-09-24T18:34:20.304" v="9891" actId="20577"/>
          <ac:spMkLst>
            <pc:docMk/>
            <pc:sldMk cId="3404531475" sldId="887"/>
            <ac:spMk id="2" creationId="{460CBC46-6076-50AE-44DB-ECA4C88A6A45}"/>
          </ac:spMkLst>
        </pc:spChg>
        <pc:spChg chg="add mod">
          <ac:chgData name="손동범" userId="0f89198e-5fc9-4501-bc9d-662a7644151c" providerId="ADAL" clId="{A159D8F0-DA35-4648-8774-437E9128803B}" dt="2023-09-25T11:46:27.327" v="10572"/>
          <ac:spMkLst>
            <pc:docMk/>
            <pc:sldMk cId="3404531475" sldId="887"/>
            <ac:spMk id="3" creationId="{85EB2D95-A7A4-6A21-E166-53A08B364362}"/>
          </ac:spMkLst>
        </pc:spChg>
        <pc:spChg chg="del mod">
          <ac:chgData name="손동범" userId="0f89198e-5fc9-4501-bc9d-662a7644151c" providerId="ADAL" clId="{A159D8F0-DA35-4648-8774-437E9128803B}" dt="2023-09-24T18:33:46.190" v="9844" actId="21"/>
          <ac:spMkLst>
            <pc:docMk/>
            <pc:sldMk cId="3404531475" sldId="887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4T18:36:39.675" v="9894" actId="478"/>
          <ac:spMkLst>
            <pc:docMk/>
            <pc:sldMk cId="3404531475" sldId="887"/>
            <ac:spMk id="9" creationId="{8CE3BCEE-4241-00BB-92B1-5B88DF2AF402}"/>
          </ac:spMkLst>
        </pc:spChg>
        <pc:graphicFrameChg chg="add mod modGraphic">
          <ac:chgData name="손동범" userId="0f89198e-5fc9-4501-bc9d-662a7644151c" providerId="ADAL" clId="{A159D8F0-DA35-4648-8774-437E9128803B}" dt="2023-09-25T12:19:43.862" v="10806" actId="14734"/>
          <ac:graphicFrameMkLst>
            <pc:docMk/>
            <pc:sldMk cId="3404531475" sldId="887"/>
            <ac:graphicFrameMk id="5" creationId="{8DC989DA-4FD4-429D-DE38-822FDE20F261}"/>
          </ac:graphicFrameMkLst>
        </pc:graphicFrameChg>
        <pc:graphicFrameChg chg="add del mod">
          <ac:chgData name="손동범" userId="0f89198e-5fc9-4501-bc9d-662a7644151c" providerId="ADAL" clId="{A159D8F0-DA35-4648-8774-437E9128803B}" dt="2023-09-25T11:47:41.448" v="10584"/>
          <ac:graphicFrameMkLst>
            <pc:docMk/>
            <pc:sldMk cId="3404531475" sldId="887"/>
            <ac:graphicFrameMk id="6" creationId="{1295428B-86BB-5269-DFB8-377F2BE53F6A}"/>
          </ac:graphicFrameMkLst>
        </pc:graphicFrameChg>
        <pc:graphicFrameChg chg="add del mod modGraphic">
          <ac:chgData name="손동범" userId="0f89198e-5fc9-4501-bc9d-662a7644151c" providerId="ADAL" clId="{A159D8F0-DA35-4648-8774-437E9128803B}" dt="2023-09-24T18:00:58.396" v="9662" actId="21"/>
          <ac:graphicFrameMkLst>
            <pc:docMk/>
            <pc:sldMk cId="3404531475" sldId="887"/>
            <ac:graphicFrameMk id="6" creationId="{98B09492-2C5A-A7C3-56C3-225DC1AC4A5B}"/>
          </ac:graphicFrameMkLst>
        </pc:graphicFrameChg>
        <pc:graphicFrameChg chg="add del mod modGraphic">
          <ac:chgData name="손동범" userId="0f89198e-5fc9-4501-bc9d-662a7644151c" providerId="ADAL" clId="{A159D8F0-DA35-4648-8774-437E9128803B}" dt="2023-09-25T11:48:10.471" v="10594" actId="478"/>
          <ac:graphicFrameMkLst>
            <pc:docMk/>
            <pc:sldMk cId="3404531475" sldId="887"/>
            <ac:graphicFrameMk id="7" creationId="{7CB95368-7ADA-87D3-1F77-F58770E3BA53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26:05.668" v="10867" actId="20577"/>
          <ac:graphicFrameMkLst>
            <pc:docMk/>
            <pc:sldMk cId="3404531475" sldId="887"/>
            <ac:graphicFrameMk id="8" creationId="{8C6E3E19-FE98-2E9C-E13A-EAD4C8094477}"/>
          </ac:graphicFrameMkLst>
        </pc:graphicFrameChg>
      </pc:sldChg>
      <pc:sldChg chg="add del">
        <pc:chgData name="손동범" userId="0f89198e-5fc9-4501-bc9d-662a7644151c" providerId="ADAL" clId="{A159D8F0-DA35-4648-8774-437E9128803B}" dt="2023-09-24T18:19:54.021" v="9777" actId="47"/>
        <pc:sldMkLst>
          <pc:docMk/>
          <pc:sldMk cId="710107120" sldId="888"/>
        </pc:sldMkLst>
      </pc:sldChg>
      <pc:sldChg chg="addSp delSp modSp add mod ord">
        <pc:chgData name="손동범" userId="0f89198e-5fc9-4501-bc9d-662a7644151c" providerId="ADAL" clId="{A159D8F0-DA35-4648-8774-437E9128803B}" dt="2023-09-25T17:26:09.374" v="10871" actId="20577"/>
        <pc:sldMkLst>
          <pc:docMk/>
          <pc:sldMk cId="2371018854" sldId="888"/>
        </pc:sldMkLst>
        <pc:spChg chg="mod">
          <ac:chgData name="손동범" userId="0f89198e-5fc9-4501-bc9d-662a7644151c" providerId="ADAL" clId="{A159D8F0-DA35-4648-8774-437E9128803B}" dt="2023-09-24T18:34:23.251" v="9893" actId="20577"/>
          <ac:spMkLst>
            <pc:docMk/>
            <pc:sldMk cId="2371018854" sldId="888"/>
            <ac:spMk id="2" creationId="{460CBC46-6076-50AE-44DB-ECA4C88A6A45}"/>
          </ac:spMkLst>
        </pc:spChg>
        <pc:spChg chg="add del mod">
          <ac:chgData name="손동범" userId="0f89198e-5fc9-4501-bc9d-662a7644151c" providerId="ADAL" clId="{A159D8F0-DA35-4648-8774-437E9128803B}" dt="2023-09-25T11:37:58.672" v="10549"/>
          <ac:spMkLst>
            <pc:docMk/>
            <pc:sldMk cId="2371018854" sldId="888"/>
            <ac:spMk id="3" creationId="{1FCE4A0C-E4FB-7AE1-6B73-0065F02EF9F1}"/>
          </ac:spMkLst>
        </pc:spChg>
        <pc:spChg chg="del">
          <ac:chgData name="손동범" userId="0f89198e-5fc9-4501-bc9d-662a7644151c" providerId="ADAL" clId="{A159D8F0-DA35-4648-8774-437E9128803B}" dt="2023-09-24T18:20:04.437" v="9779" actId="478"/>
          <ac:spMkLst>
            <pc:docMk/>
            <pc:sldMk cId="2371018854" sldId="888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4T18:20:13.005" v="9781" actId="478"/>
          <ac:spMkLst>
            <pc:docMk/>
            <pc:sldMk cId="2371018854" sldId="888"/>
            <ac:spMk id="8" creationId="{00143CC7-A7F2-DA4B-1684-655BE1768E90}"/>
          </ac:spMkLst>
        </pc:spChg>
        <pc:spChg chg="add mod">
          <ac:chgData name="손동범" userId="0f89198e-5fc9-4501-bc9d-662a7644151c" providerId="ADAL" clId="{A159D8F0-DA35-4648-8774-437E9128803B}" dt="2023-09-25T11:38:29.308" v="10569" actId="20577"/>
          <ac:spMkLst>
            <pc:docMk/>
            <pc:sldMk cId="2371018854" sldId="888"/>
            <ac:spMk id="9" creationId="{6931DA8D-DBB8-8465-8BEC-0C7532187AA7}"/>
          </ac:spMkLst>
        </pc:spChg>
        <pc:graphicFrameChg chg="mod modGraphic">
          <ac:chgData name="손동범" userId="0f89198e-5fc9-4501-bc9d-662a7644151c" providerId="ADAL" clId="{A159D8F0-DA35-4648-8774-437E9128803B}" dt="2023-09-24T18:33:54.573" v="9846" actId="1076"/>
          <ac:graphicFrameMkLst>
            <pc:docMk/>
            <pc:sldMk cId="2371018854" sldId="888"/>
            <ac:graphicFrameMk id="5" creationId="{8DC989DA-4FD4-429D-DE38-822FDE20F261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7:26:09.374" v="10871" actId="20577"/>
          <ac:graphicFrameMkLst>
            <pc:docMk/>
            <pc:sldMk cId="2371018854" sldId="888"/>
            <ac:graphicFrameMk id="7" creationId="{7CB95368-7ADA-87D3-1F77-F58770E3BA53}"/>
          </ac:graphicFrameMkLst>
        </pc:graphicFrameChg>
      </pc:sldChg>
      <pc:sldChg chg="modSp add mod">
        <pc:chgData name="손동범" userId="0f89198e-5fc9-4501-bc9d-662a7644151c" providerId="ADAL" clId="{A159D8F0-DA35-4648-8774-437E9128803B}" dt="2023-09-25T17:26:02.305" v="10865" actId="20577"/>
        <pc:sldMkLst>
          <pc:docMk/>
          <pc:sldMk cId="1560060095" sldId="889"/>
        </pc:sldMkLst>
        <pc:spChg chg="mod">
          <ac:chgData name="손동범" userId="0f89198e-5fc9-4501-bc9d-662a7644151c" providerId="ADAL" clId="{A159D8F0-DA35-4648-8774-437E9128803B}" dt="2023-09-25T11:37:17.763" v="10542" actId="20577"/>
          <ac:spMkLst>
            <pc:docMk/>
            <pc:sldMk cId="1560060095" sldId="889"/>
            <ac:spMk id="9" creationId="{6931DA8D-DBB8-8465-8BEC-0C7532187AA7}"/>
          </ac:spMkLst>
        </pc:spChg>
        <pc:graphicFrameChg chg="mod modGraphic">
          <ac:chgData name="손동범" userId="0f89198e-5fc9-4501-bc9d-662a7644151c" providerId="ADAL" clId="{A159D8F0-DA35-4648-8774-437E9128803B}" dt="2023-09-25T16:32:23.860" v="10839" actId="115"/>
          <ac:graphicFrameMkLst>
            <pc:docMk/>
            <pc:sldMk cId="1560060095" sldId="889"/>
            <ac:graphicFrameMk id="5" creationId="{8DC989DA-4FD4-429D-DE38-822FDE20F261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7:26:02.305" v="10865" actId="20577"/>
          <ac:graphicFrameMkLst>
            <pc:docMk/>
            <pc:sldMk cId="1560060095" sldId="889"/>
            <ac:graphicFrameMk id="7" creationId="{7CB95368-7ADA-87D3-1F77-F58770E3BA53}"/>
          </ac:graphicFrameMkLst>
        </pc:graphicFrameChg>
      </pc:sldChg>
      <pc:sldChg chg="addSp delSp modSp add mod">
        <pc:chgData name="손동범" userId="0f89198e-5fc9-4501-bc9d-662a7644151c" providerId="ADAL" clId="{A159D8F0-DA35-4648-8774-437E9128803B}" dt="2023-09-25T17:25:58.570" v="10863" actId="20577"/>
        <pc:sldMkLst>
          <pc:docMk/>
          <pc:sldMk cId="3586114804" sldId="890"/>
        </pc:sldMkLst>
        <pc:spChg chg="del">
          <ac:chgData name="손동범" userId="0f89198e-5fc9-4501-bc9d-662a7644151c" providerId="ADAL" clId="{A159D8F0-DA35-4648-8774-437E9128803B}" dt="2023-09-25T11:37:29.514" v="10543" actId="478"/>
          <ac:spMkLst>
            <pc:docMk/>
            <pc:sldMk cId="3586114804" sldId="890"/>
            <ac:spMk id="9" creationId="{6931DA8D-DBB8-8465-8BEC-0C7532187AA7}"/>
          </ac:spMkLst>
        </pc:spChg>
        <pc:spChg chg="add del mod">
          <ac:chgData name="손동범" userId="0f89198e-5fc9-4501-bc9d-662a7644151c" providerId="ADAL" clId="{A159D8F0-DA35-4648-8774-437E9128803B}" dt="2023-09-25T11:37:34.377" v="10545" actId="478"/>
          <ac:spMkLst>
            <pc:docMk/>
            <pc:sldMk cId="3586114804" sldId="890"/>
            <ac:spMk id="11" creationId="{18CE9C48-92BC-5BC2-1DCB-3B4273813890}"/>
          </ac:spMkLst>
        </pc:spChg>
        <pc:spChg chg="add mod">
          <ac:chgData name="손동범" userId="0f89198e-5fc9-4501-bc9d-662a7644151c" providerId="ADAL" clId="{A159D8F0-DA35-4648-8774-437E9128803B}" dt="2023-09-25T11:37:29.740" v="10544"/>
          <ac:spMkLst>
            <pc:docMk/>
            <pc:sldMk cId="3586114804" sldId="890"/>
            <ac:spMk id="12" creationId="{DD9A01FF-3705-5FDA-38F6-9EF6BBC57619}"/>
          </ac:spMkLst>
        </pc:spChg>
        <pc:graphicFrameChg chg="add del mod">
          <ac:chgData name="손동범" userId="0f89198e-5fc9-4501-bc9d-662a7644151c" providerId="ADAL" clId="{A159D8F0-DA35-4648-8774-437E9128803B}" dt="2023-09-25T11:32:08.802" v="10485"/>
          <ac:graphicFrameMkLst>
            <pc:docMk/>
            <pc:sldMk cId="3586114804" sldId="890"/>
            <ac:graphicFrameMk id="3" creationId="{CD981605-624F-2F44-79DB-99702A31D759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6:31:47.177" v="10837" actId="113"/>
          <ac:graphicFrameMkLst>
            <pc:docMk/>
            <pc:sldMk cId="3586114804" sldId="890"/>
            <ac:graphicFrameMk id="5" creationId="{8DC989DA-4FD4-429D-DE38-822FDE20F261}"/>
          </ac:graphicFrameMkLst>
        </pc:graphicFrameChg>
        <pc:graphicFrameChg chg="add del mod">
          <ac:chgData name="손동범" userId="0f89198e-5fc9-4501-bc9d-662a7644151c" providerId="ADAL" clId="{A159D8F0-DA35-4648-8774-437E9128803B}" dt="2023-09-25T11:32:15.732" v="10488"/>
          <ac:graphicFrameMkLst>
            <pc:docMk/>
            <pc:sldMk cId="3586114804" sldId="890"/>
            <ac:graphicFrameMk id="6" creationId="{C5A71E57-ED33-DEB2-2D18-72BC53133638}"/>
          </ac:graphicFrameMkLst>
        </pc:graphicFrameChg>
        <pc:graphicFrameChg chg="del mod modGraphic">
          <ac:chgData name="손동범" userId="0f89198e-5fc9-4501-bc9d-662a7644151c" providerId="ADAL" clId="{A159D8F0-DA35-4648-8774-437E9128803B}" dt="2023-09-25T11:34:04.721" v="10529" actId="478"/>
          <ac:graphicFrameMkLst>
            <pc:docMk/>
            <pc:sldMk cId="3586114804" sldId="890"/>
            <ac:graphicFrameMk id="7" creationId="{7CB95368-7ADA-87D3-1F77-F58770E3BA53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25:58.570" v="10863" actId="20577"/>
          <ac:graphicFrameMkLst>
            <pc:docMk/>
            <pc:sldMk cId="3586114804" sldId="890"/>
            <ac:graphicFrameMk id="8" creationId="{76577F28-2E24-4F88-2D38-E3C0621D57CE}"/>
          </ac:graphicFrameMkLst>
        </pc:graphicFrameChg>
        <pc:inkChg chg="add del">
          <ac:chgData name="손동범" userId="0f89198e-5fc9-4501-bc9d-662a7644151c" providerId="ADAL" clId="{A159D8F0-DA35-4648-8774-437E9128803B}" dt="2023-09-25T16:31:36.435" v="10835" actId="9405"/>
          <ac:inkMkLst>
            <pc:docMk/>
            <pc:sldMk cId="3586114804" sldId="890"/>
            <ac:inkMk id="13" creationId="{C0094C84-C399-11CB-90EC-B603BB8EAEAA}"/>
          </ac:inkMkLst>
        </pc:inkChg>
      </pc:sldChg>
      <pc:sldChg chg="addSp delSp modSp add mod">
        <pc:chgData name="손동범" userId="0f89198e-5fc9-4501-bc9d-662a7644151c" providerId="ADAL" clId="{A159D8F0-DA35-4648-8774-437E9128803B}" dt="2023-09-25T17:48:26.825" v="11148"/>
        <pc:sldMkLst>
          <pc:docMk/>
          <pc:sldMk cId="1099325439" sldId="891"/>
        </pc:sldMkLst>
        <pc:spChg chg="del">
          <ac:chgData name="손동범" userId="0f89198e-5fc9-4501-bc9d-662a7644151c" providerId="ADAL" clId="{A159D8F0-DA35-4648-8774-437E9128803B}" dt="2023-09-25T17:45:20.815" v="11128" actId="478"/>
          <ac:spMkLst>
            <pc:docMk/>
            <pc:sldMk cId="1099325439" sldId="891"/>
            <ac:spMk id="3" creationId="{205EDFDD-AE32-BA41-89B1-74A70A89A3E2}"/>
          </ac:spMkLst>
        </pc:spChg>
        <pc:spChg chg="add del mod">
          <ac:chgData name="손동범" userId="0f89198e-5fc9-4501-bc9d-662a7644151c" providerId="ADAL" clId="{A159D8F0-DA35-4648-8774-437E9128803B}" dt="2023-09-25T17:45:22.900" v="11131" actId="478"/>
          <ac:spMkLst>
            <pc:docMk/>
            <pc:sldMk cId="1099325439" sldId="891"/>
            <ac:spMk id="7" creationId="{85A28C5D-48DE-D7E0-D56C-CBB56B31F817}"/>
          </ac:spMkLst>
        </pc:spChg>
        <pc:spChg chg="add del mod">
          <ac:chgData name="손동범" userId="0f89198e-5fc9-4501-bc9d-662a7644151c" providerId="ADAL" clId="{A159D8F0-DA35-4648-8774-437E9128803B}" dt="2023-09-25T17:45:21.907" v="11130"/>
          <ac:spMkLst>
            <pc:docMk/>
            <pc:sldMk cId="1099325439" sldId="891"/>
            <ac:spMk id="8" creationId="{EE4987F5-1960-DB88-211B-2916EBE2AE61}"/>
          </ac:spMkLst>
        </pc:spChg>
        <pc:spChg chg="add mod">
          <ac:chgData name="손동범" userId="0f89198e-5fc9-4501-bc9d-662a7644151c" providerId="ADAL" clId="{A159D8F0-DA35-4648-8774-437E9128803B}" dt="2023-09-25T17:45:23.161" v="11132"/>
          <ac:spMkLst>
            <pc:docMk/>
            <pc:sldMk cId="1099325439" sldId="891"/>
            <ac:spMk id="9" creationId="{6862706F-036B-9D6A-1EF4-C22E067E612B}"/>
          </ac:spMkLst>
        </pc:spChg>
        <pc:graphicFrameChg chg="mod modGraphic">
          <ac:chgData name="손동범" userId="0f89198e-5fc9-4501-bc9d-662a7644151c" providerId="ADAL" clId="{A159D8F0-DA35-4648-8774-437E9128803B}" dt="2023-09-25T17:48:19.245" v="11147"/>
          <ac:graphicFrameMkLst>
            <pc:docMk/>
            <pc:sldMk cId="1099325439" sldId="891"/>
            <ac:graphicFrameMk id="5" creationId="{F60D331C-0FF8-A8A4-E863-0B297DF21B48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7:48:26.825" v="11148"/>
          <ac:graphicFrameMkLst>
            <pc:docMk/>
            <pc:sldMk cId="1099325439" sldId="891"/>
            <ac:graphicFrameMk id="6" creationId="{81DCFDF1-7953-0F8F-A1DF-51B5A5C3733C}"/>
          </ac:graphicFrameMkLst>
        </pc:graphicFrameChg>
      </pc:sldChg>
    </pc:docChg>
  </pc:docChgLst>
  <pc:docChgLst>
    <pc:chgData name="이민재" userId="f97f16f7-28a5-49bd-9e05-fb3ef63d7997" providerId="ADAL" clId="{F54266FE-3CE0-4D70-AB38-FA00E3881D11}"/>
    <pc:docChg chg="undo redo custSel addSld delSld modSld sldOrd">
      <pc:chgData name="이민재" userId="f97f16f7-28a5-49bd-9e05-fb3ef63d7997" providerId="ADAL" clId="{F54266FE-3CE0-4D70-AB38-FA00E3881D11}" dt="2023-02-09T05:15:51.316" v="12035" actId="1038"/>
      <pc:docMkLst>
        <pc:docMk/>
      </pc:docMkLst>
      <pc:sldChg chg="modSp mod">
        <pc:chgData name="이민재" userId="f97f16f7-28a5-49bd-9e05-fb3ef63d7997" providerId="ADAL" clId="{F54266FE-3CE0-4D70-AB38-FA00E3881D11}" dt="2023-02-07T10:31:23.167" v="11" actId="20577"/>
        <pc:sldMkLst>
          <pc:docMk/>
          <pc:sldMk cId="1482395489" sldId="311"/>
        </pc:sldMkLst>
        <pc:spChg chg="mod">
          <ac:chgData name="이민재" userId="f97f16f7-28a5-49bd-9e05-fb3ef63d7997" providerId="ADAL" clId="{F54266FE-3CE0-4D70-AB38-FA00E3881D11}" dt="2023-02-07T10:31:11.902" v="1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F54266FE-3CE0-4D70-AB38-FA00E3881D11}" dt="2023-02-07T10:31:23.167" v="1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addSp delSp modSp del mod modNotesTx">
        <pc:chgData name="이민재" userId="f97f16f7-28a5-49bd-9e05-fb3ef63d7997" providerId="ADAL" clId="{F54266FE-3CE0-4D70-AB38-FA00E3881D11}" dt="2023-02-08T05:43:13.985" v="1289" actId="47"/>
        <pc:sldMkLst>
          <pc:docMk/>
          <pc:sldMk cId="415217203" sldId="750"/>
        </pc:sldMkLst>
        <pc:spChg chg="mod">
          <ac:chgData name="이민재" userId="f97f16f7-28a5-49bd-9e05-fb3ef63d7997" providerId="ADAL" clId="{F54266FE-3CE0-4D70-AB38-FA00E3881D11}" dt="2023-02-07T10:33:44.960" v="223" actId="20577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7T10:41:32.798" v="355" actId="6549"/>
          <ac:spMkLst>
            <pc:docMk/>
            <pc:sldMk cId="415217203" sldId="750"/>
            <ac:spMk id="3" creationId="{835A6E05-8D7F-49D0-B580-39C0CD091E83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5" creationId="{8713857A-F503-B01D-28EC-91B43E472197}"/>
          </ac:spMkLst>
        </pc:spChg>
        <pc:spChg chg="mod">
          <ac:chgData name="이민재" userId="f97f16f7-28a5-49bd-9e05-fb3ef63d7997" providerId="ADAL" clId="{F54266FE-3CE0-4D70-AB38-FA00E3881D11}" dt="2023-02-07T10:55:12.613" v="725" actId="1076"/>
          <ac:spMkLst>
            <pc:docMk/>
            <pc:sldMk cId="415217203" sldId="750"/>
            <ac:spMk id="9" creationId="{4FB711A6-8772-186D-584F-3E2B46A2066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3" creationId="{7C4243CD-51AF-B7B3-9F23-98BBB779EC26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6" creationId="{64194F4D-D325-B0DC-3AD2-B71FE500F57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9" creationId="{F17E44DC-F518-58C3-D8F1-786A8844EF1A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2" creationId="{C8A7AF44-14B5-4787-DCC8-A442E02D696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3" creationId="{F32D83E0-9EAF-CDE0-1573-8F4B1C0AFCC5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4" creationId="{6E5DB998-BBAD-BB2D-D302-11EC923F76C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5" creationId="{EA4DA2F7-6D1C-BB22-CB34-E056CCFFB577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29" creationId="{3D82B947-8E81-FC46-FD38-7FFA46FAA344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1" creationId="{0045930B-6D2D-BBA6-2BA7-976486CE7BB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2" creationId="{4840985D-5D43-EF20-8E5F-A57E38F7B572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3" creationId="{35D93FAD-4936-A458-B286-67598BA2DA28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4" creationId="{77268771-A03C-55BA-6357-5BB55F0F20A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5" creationId="{5979309A-524C-AC3D-9C70-DAB8ED826436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6" creationId="{6FC71AA4-2748-1BCC-DA2F-2E1EDD9F2655}"/>
          </ac:spMkLst>
        </pc:spChg>
        <pc:spChg chg="del">
          <ac:chgData name="이민재" userId="f97f16f7-28a5-49bd-9e05-fb3ef63d7997" providerId="ADAL" clId="{F54266FE-3CE0-4D70-AB38-FA00E3881D11}" dt="2023-02-07T10:33:55.740" v="226" actId="478"/>
          <ac:spMkLst>
            <pc:docMk/>
            <pc:sldMk cId="415217203" sldId="750"/>
            <ac:spMk id="37" creationId="{51EFAA1E-4087-FA6D-AD47-EB9721A55EE6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8" creationId="{6C659EAD-71AF-A57C-DB8E-03F6B95D3B08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9" creationId="{6A8244CD-04E9-8AFC-41AB-0810A72A465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0" creationId="{C10EC445-255A-F084-A7EB-4D73E3A91CDE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1" creationId="{8743C851-63F4-BB96-C28A-9B62AAD277D2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2" creationId="{87783266-0342-624E-5C97-CCE006D346D7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4" creationId="{B104E94B-FC32-F2B8-ACFE-B404A490FF42}"/>
          </ac:spMkLst>
        </pc:spChg>
        <pc:spChg chg="add mod">
          <ac:chgData name="이민재" userId="f97f16f7-28a5-49bd-9e05-fb3ef63d7997" providerId="ADAL" clId="{F54266FE-3CE0-4D70-AB38-FA00E3881D11}" dt="2023-02-07T10:43:37.080" v="402" actId="1076"/>
          <ac:spMkLst>
            <pc:docMk/>
            <pc:sldMk cId="415217203" sldId="750"/>
            <ac:spMk id="45" creationId="{9AD88DE1-9A1E-89F0-8C40-F75617226DF0}"/>
          </ac:spMkLst>
        </pc:spChg>
        <pc:spChg chg="add mod">
          <ac:chgData name="이민재" userId="f97f16f7-28a5-49bd-9e05-fb3ef63d7997" providerId="ADAL" clId="{F54266FE-3CE0-4D70-AB38-FA00E3881D11}" dt="2023-02-07T10:43:37.080" v="402" actId="1076"/>
          <ac:spMkLst>
            <pc:docMk/>
            <pc:sldMk cId="415217203" sldId="750"/>
            <ac:spMk id="48" creationId="{D97A1B47-B4C1-AECC-C351-7A8185E75109}"/>
          </ac:spMkLst>
        </pc:spChg>
        <pc:spChg chg="add mod">
          <ac:chgData name="이민재" userId="f97f16f7-28a5-49bd-9e05-fb3ef63d7997" providerId="ADAL" clId="{F54266FE-3CE0-4D70-AB38-FA00E3881D11}" dt="2023-02-07T10:44:32.087" v="453" actId="1036"/>
          <ac:spMkLst>
            <pc:docMk/>
            <pc:sldMk cId="415217203" sldId="750"/>
            <ac:spMk id="65" creationId="{FF7C1FA3-9BA8-A9B8-DCC0-FF79A1802DB3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68" creationId="{AA84FE66-C98A-AB73-08D9-7F9192F31E8C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69" creationId="{AE7B9147-A7D3-D015-2E2B-FD82FDED77AF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70" creationId="{B5A043AA-D4F5-1B59-E58E-65D6C2D56056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71" creationId="{CED49AE5-AC55-25FE-F773-D3266DC6F494}"/>
          </ac:spMkLst>
        </pc:spChg>
        <pc:spChg chg="add del mod">
          <ac:chgData name="이민재" userId="f97f16f7-28a5-49bd-9e05-fb3ef63d7997" providerId="ADAL" clId="{F54266FE-3CE0-4D70-AB38-FA00E3881D11}" dt="2023-02-07T10:54:26.690" v="717" actId="478"/>
          <ac:spMkLst>
            <pc:docMk/>
            <pc:sldMk cId="415217203" sldId="750"/>
            <ac:spMk id="72" creationId="{1046BD5E-67C8-6A69-B478-DEAEBC410DAF}"/>
          </ac:spMkLst>
        </pc:spChg>
        <pc:spChg chg="add del mod">
          <ac:chgData name="이민재" userId="f97f16f7-28a5-49bd-9e05-fb3ef63d7997" providerId="ADAL" clId="{F54266FE-3CE0-4D70-AB38-FA00E3881D11}" dt="2023-02-07T12:18:31.716" v="949" actId="1076"/>
          <ac:spMkLst>
            <pc:docMk/>
            <pc:sldMk cId="415217203" sldId="750"/>
            <ac:spMk id="73" creationId="{9222E12C-001A-2192-C434-59D3182ED87D}"/>
          </ac:spMkLst>
        </pc:sp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6" creationId="{83E56EBF-9F0D-0DF3-F1F3-A11337D47FE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7" creationId="{5F38B6F7-9444-9442-80A3-3CBCB7EA8934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4" creationId="{7216310D-741C-081F-F52C-7FC1665D186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5" creationId="{6C3F4504-B47B-59B0-16DB-6C72B0149039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7" creationId="{2D1BCA12-8EF9-A2B3-C624-C3EA51479F2C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8" creationId="{3C0BF2A3-6471-8A84-E7B1-8A47D7E3329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20" creationId="{89816BDB-018F-A80D-3DD9-E90750DC65E2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21" creationId="{3D6E8A78-2012-9D5C-10E2-6069D4F77A5D}"/>
          </ac:graphicFrameMkLst>
        </pc:graphicFrameChg>
        <pc:graphicFrameChg chg="del">
          <ac:chgData name="이민재" userId="f97f16f7-28a5-49bd-9e05-fb3ef63d7997" providerId="ADAL" clId="{F54266FE-3CE0-4D70-AB38-FA00E3881D11}" dt="2023-02-07T10:33:52.515" v="225" actId="478"/>
          <ac:graphicFrameMkLst>
            <pc:docMk/>
            <pc:sldMk cId="415217203" sldId="750"/>
            <ac:graphicFrameMk id="26" creationId="{E2AA1107-3CD6-9B81-1880-5913E8480DB6}"/>
          </ac:graphicFrameMkLst>
        </pc:graphicFrameChg>
        <pc:graphicFrameChg chg="del">
          <ac:chgData name="이민재" userId="f97f16f7-28a5-49bd-9e05-fb3ef63d7997" providerId="ADAL" clId="{F54266FE-3CE0-4D70-AB38-FA00E3881D11}" dt="2023-02-07T10:33:52.515" v="225" actId="478"/>
          <ac:graphicFrameMkLst>
            <pc:docMk/>
            <pc:sldMk cId="415217203" sldId="750"/>
            <ac:graphicFrameMk id="28" creationId="{C762A8EA-8F28-59B3-2090-6CB9CC4D1CF9}"/>
          </ac:graphicFrameMkLst>
        </pc:graphicFrameChg>
        <pc:picChg chg="add mod">
          <ac:chgData name="이민재" userId="f97f16f7-28a5-49bd-9e05-fb3ef63d7997" providerId="ADAL" clId="{F54266FE-3CE0-4D70-AB38-FA00E3881D11}" dt="2023-02-07T10:44:06.191" v="424" actId="1076"/>
          <ac:picMkLst>
            <pc:docMk/>
            <pc:sldMk cId="415217203" sldId="750"/>
            <ac:picMk id="10" creationId="{6048C978-D731-D9EB-0D13-26C956078251}"/>
          </ac:picMkLst>
        </pc:picChg>
        <pc:picChg chg="add mod modCrop">
          <ac:chgData name="이민재" userId="f97f16f7-28a5-49bd-9e05-fb3ef63d7997" providerId="ADAL" clId="{F54266FE-3CE0-4D70-AB38-FA00E3881D11}" dt="2023-02-07T10:43:37.080" v="402" actId="1076"/>
          <ac:picMkLst>
            <pc:docMk/>
            <pc:sldMk cId="415217203" sldId="750"/>
            <ac:picMk id="12" creationId="{A5C353FC-A168-30F2-6F6E-277184CA4922}"/>
          </ac:picMkLst>
        </pc:picChg>
        <pc:picChg chg="add mod">
          <ac:chgData name="이민재" userId="f97f16f7-28a5-49bd-9e05-fb3ef63d7997" providerId="ADAL" clId="{F54266FE-3CE0-4D70-AB38-FA00E3881D11}" dt="2023-02-07T10:43:49.749" v="408" actId="1076"/>
          <ac:picMkLst>
            <pc:docMk/>
            <pc:sldMk cId="415217203" sldId="750"/>
            <ac:picMk id="30" creationId="{9790FFE2-52A8-ADB1-C0FD-1FB5650D5068}"/>
          </ac:picMkLst>
        </pc:picChg>
        <pc:picChg chg="add mod modCrop">
          <ac:chgData name="이민재" userId="f97f16f7-28a5-49bd-9e05-fb3ef63d7997" providerId="ADAL" clId="{F54266FE-3CE0-4D70-AB38-FA00E3881D11}" dt="2023-02-07T12:18:36.436" v="951" actId="1076"/>
          <ac:picMkLst>
            <pc:docMk/>
            <pc:sldMk cId="415217203" sldId="750"/>
            <ac:picMk id="43" creationId="{7CA9CEF9-1D7E-60FD-9726-66C386DFC1A6}"/>
          </ac:picMkLst>
        </pc:picChg>
        <pc:picChg chg="add mod">
          <ac:chgData name="이민재" userId="f97f16f7-28a5-49bd-9e05-fb3ef63d7997" providerId="ADAL" clId="{F54266FE-3CE0-4D70-AB38-FA00E3881D11}" dt="2023-02-07T10:44:03.756" v="421" actId="1076"/>
          <ac:picMkLst>
            <pc:docMk/>
            <pc:sldMk cId="415217203" sldId="750"/>
            <ac:picMk id="60" creationId="{D29DD433-D3D1-3F93-0EF2-4F45DE5854E1}"/>
          </ac:picMkLst>
        </pc:picChg>
        <pc:cxnChg chg="del mod">
          <ac:chgData name="이민재" userId="f97f16f7-28a5-49bd-9e05-fb3ef63d7997" providerId="ADAL" clId="{F54266FE-3CE0-4D70-AB38-FA00E3881D11}" dt="2023-02-07T10:33:52.515" v="225" actId="478"/>
          <ac:cxnSpMkLst>
            <pc:docMk/>
            <pc:sldMk cId="415217203" sldId="750"/>
            <ac:cxnSpMk id="46" creationId="{6CAE93D7-7819-8B00-BE99-14466929A4EC}"/>
          </ac:cxnSpMkLst>
        </pc:cxnChg>
        <pc:cxnChg chg="del mod">
          <ac:chgData name="이민재" userId="f97f16f7-28a5-49bd-9e05-fb3ef63d7997" providerId="ADAL" clId="{F54266FE-3CE0-4D70-AB38-FA00E3881D11}" dt="2023-02-07T10:33:52.515" v="225" actId="478"/>
          <ac:cxnSpMkLst>
            <pc:docMk/>
            <pc:sldMk cId="415217203" sldId="750"/>
            <ac:cxnSpMk id="47" creationId="{0AAE8024-7619-E590-22F7-5C518B6E5D7E}"/>
          </ac:cxnSpMkLst>
        </pc:cxnChg>
        <pc:cxnChg chg="add mod">
          <ac:chgData name="이민재" userId="f97f16f7-28a5-49bd-9e05-fb3ef63d7997" providerId="ADAL" clId="{F54266FE-3CE0-4D70-AB38-FA00E3881D11}" dt="2023-02-07T10:44:06.191" v="424" actId="1076"/>
          <ac:cxnSpMkLst>
            <pc:docMk/>
            <pc:sldMk cId="415217203" sldId="750"/>
            <ac:cxnSpMk id="50" creationId="{024EE83B-C648-6EDC-4E22-78C31E1FB22A}"/>
          </ac:cxnSpMkLst>
        </pc:cxnChg>
        <pc:cxnChg chg="add mod">
          <ac:chgData name="이민재" userId="f97f16f7-28a5-49bd-9e05-fb3ef63d7997" providerId="ADAL" clId="{F54266FE-3CE0-4D70-AB38-FA00E3881D11}" dt="2023-02-07T10:43:49.749" v="408" actId="1076"/>
          <ac:cxnSpMkLst>
            <pc:docMk/>
            <pc:sldMk cId="415217203" sldId="750"/>
            <ac:cxnSpMk id="51" creationId="{2964E8C4-3CF6-C40A-1FBB-53221C008A51}"/>
          </ac:cxnSpMkLst>
        </pc:cxnChg>
        <pc:cxnChg chg="add mod">
          <ac:chgData name="이민재" userId="f97f16f7-28a5-49bd-9e05-fb3ef63d7997" providerId="ADAL" clId="{F54266FE-3CE0-4D70-AB38-FA00E3881D11}" dt="2023-02-07T10:44:36.083" v="454" actId="14100"/>
          <ac:cxnSpMkLst>
            <pc:docMk/>
            <pc:sldMk cId="415217203" sldId="750"/>
            <ac:cxnSpMk id="66" creationId="{5F01EE79-3C06-2658-73FF-7B79B65F1047}"/>
          </ac:cxnSpMkLst>
        </pc:cxnChg>
      </pc:sldChg>
      <pc:sldChg chg="modSp mod">
        <pc:chgData name="이민재" userId="f97f16f7-28a5-49bd-9e05-fb3ef63d7997" providerId="ADAL" clId="{F54266FE-3CE0-4D70-AB38-FA00E3881D11}" dt="2023-02-09T05:12:52.111" v="11865" actId="20577"/>
        <pc:sldMkLst>
          <pc:docMk/>
          <pc:sldMk cId="1657473158" sldId="751"/>
        </pc:sldMkLst>
        <pc:spChg chg="mod">
          <ac:chgData name="이민재" userId="f97f16f7-28a5-49bd-9e05-fb3ef63d7997" providerId="ADAL" clId="{F54266FE-3CE0-4D70-AB38-FA00E3881D11}" dt="2023-02-09T05:12:52.111" v="11865" actId="20577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mod modNotesTx">
        <pc:chgData name="이민재" userId="f97f16f7-28a5-49bd-9e05-fb3ef63d7997" providerId="ADAL" clId="{F54266FE-3CE0-4D70-AB38-FA00E3881D11}" dt="2023-02-09T05:15:51.316" v="12035" actId="1038"/>
        <pc:sldMkLst>
          <pc:docMk/>
          <pc:sldMk cId="3918070944" sldId="752"/>
        </pc:sldMkLst>
        <pc:spChg chg="mod">
          <ac:chgData name="이민재" userId="f97f16f7-28a5-49bd-9e05-fb3ef63d7997" providerId="ADAL" clId="{F54266FE-3CE0-4D70-AB38-FA00E3881D11}" dt="2023-02-09T03:15:49.552" v="9506" actId="20577"/>
          <ac:spMkLst>
            <pc:docMk/>
            <pc:sldMk cId="3918070944" sldId="752"/>
            <ac:spMk id="2" creationId="{503E44F9-1B37-51D2-7B53-8A266EE4A404}"/>
          </ac:spMkLst>
        </pc:spChg>
        <pc:spChg chg="del mod">
          <ac:chgData name="이민재" userId="f97f16f7-28a5-49bd-9e05-fb3ef63d7997" providerId="ADAL" clId="{F54266FE-3CE0-4D70-AB38-FA00E3881D11}" dt="2023-02-09T02:15:34.252" v="5862" actId="478"/>
          <ac:spMkLst>
            <pc:docMk/>
            <pc:sldMk cId="3918070944" sldId="752"/>
            <ac:spMk id="3" creationId="{25B65D38-C6AB-98C3-EE6F-9D58B28D53E5}"/>
          </ac:spMkLst>
        </pc:spChg>
        <pc:spChg chg="add del mod">
          <ac:chgData name="이민재" userId="f97f16f7-28a5-49bd-9e05-fb3ef63d7997" providerId="ADAL" clId="{F54266FE-3CE0-4D70-AB38-FA00E3881D11}" dt="2023-02-09T02:15:38.574" v="5863" actId="478"/>
          <ac:spMkLst>
            <pc:docMk/>
            <pc:sldMk cId="3918070944" sldId="752"/>
            <ac:spMk id="28" creationId="{04DBD017-0183-8DA9-7312-7442F4FF9349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29" creationId="{DECD4595-1F44-2646-EF2D-4E355D0988B5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30" creationId="{949C0EDE-10A2-B13A-FE08-D7A8ACCE4091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31" creationId="{49D6CEEF-B72F-4001-5926-7B542C5C9C1E}"/>
          </ac:spMkLst>
        </pc:spChg>
        <pc:spChg chg="add mod">
          <ac:chgData name="이민재" userId="f97f16f7-28a5-49bd-9e05-fb3ef63d7997" providerId="ADAL" clId="{F54266FE-3CE0-4D70-AB38-FA00E3881D11}" dt="2023-02-09T02:23:07.469" v="6179" actId="1076"/>
          <ac:spMkLst>
            <pc:docMk/>
            <pc:sldMk cId="3918070944" sldId="752"/>
            <ac:spMk id="32" creationId="{69277BA5-971C-EEA2-C661-9867FE22CF3E}"/>
          </ac:spMkLst>
        </pc:spChg>
        <pc:spChg chg="add mod">
          <ac:chgData name="이민재" userId="f97f16f7-28a5-49bd-9e05-fb3ef63d7997" providerId="ADAL" clId="{F54266FE-3CE0-4D70-AB38-FA00E3881D11}" dt="2023-02-09T02:23:35.975" v="6191" actId="20577"/>
          <ac:spMkLst>
            <pc:docMk/>
            <pc:sldMk cId="3918070944" sldId="752"/>
            <ac:spMk id="33" creationId="{BFAEBA91-81D0-E187-11F5-75D48FCDB6A3}"/>
          </ac:spMkLst>
        </pc:spChg>
        <pc:spChg chg="add mod">
          <ac:chgData name="이민재" userId="f97f16f7-28a5-49bd-9e05-fb3ef63d7997" providerId="ADAL" clId="{F54266FE-3CE0-4D70-AB38-FA00E3881D11}" dt="2023-02-09T02:23:32.406" v="6187" actId="20577"/>
          <ac:spMkLst>
            <pc:docMk/>
            <pc:sldMk cId="3918070944" sldId="752"/>
            <ac:spMk id="34" creationId="{B58B9716-FFCB-79F6-0F8C-AF9A21E447C8}"/>
          </ac:spMkLst>
        </pc:spChg>
        <pc:spChg chg="add mod">
          <ac:chgData name="이민재" userId="f97f16f7-28a5-49bd-9e05-fb3ef63d7997" providerId="ADAL" clId="{F54266FE-3CE0-4D70-AB38-FA00E3881D11}" dt="2023-02-09T04:29:22.129" v="11130" actId="20577"/>
          <ac:spMkLst>
            <pc:docMk/>
            <pc:sldMk cId="3918070944" sldId="752"/>
            <ac:spMk id="35" creationId="{84FDAFF5-CA72-1EF5-F3AE-B8A9B39DBAFD}"/>
          </ac:spMkLst>
        </pc:spChg>
        <pc:spChg chg="add del mod">
          <ac:chgData name="이민재" userId="f97f16f7-28a5-49bd-9e05-fb3ef63d7997" providerId="ADAL" clId="{F54266FE-3CE0-4D70-AB38-FA00E3881D11}" dt="2023-02-09T05:14:22.867" v="11874" actId="478"/>
          <ac:spMkLst>
            <pc:docMk/>
            <pc:sldMk cId="3918070944" sldId="752"/>
            <ac:spMk id="38" creationId="{7CF594A1-8A5C-2DD6-8DE6-93455F7C7BB0}"/>
          </ac:spMkLst>
        </pc:spChg>
        <pc:spChg chg="add mod">
          <ac:chgData name="이민재" userId="f97f16f7-28a5-49bd-9e05-fb3ef63d7997" providerId="ADAL" clId="{F54266FE-3CE0-4D70-AB38-FA00E3881D11}" dt="2023-02-09T05:15:51.316" v="12035" actId="1038"/>
          <ac:spMkLst>
            <pc:docMk/>
            <pc:sldMk cId="3918070944" sldId="752"/>
            <ac:spMk id="39" creationId="{400928B2-15A6-874C-2549-367741E9A000}"/>
          </ac:spMkLst>
        </pc:spChg>
        <pc:graphicFrameChg chg="add del mod">
          <ac:chgData name="이민재" userId="f97f16f7-28a5-49bd-9e05-fb3ef63d7997" providerId="ADAL" clId="{F54266FE-3CE0-4D70-AB38-FA00E3881D11}" dt="2023-02-09T01:43:12.076" v="5127" actId="478"/>
          <ac:graphicFrameMkLst>
            <pc:docMk/>
            <pc:sldMk cId="3918070944" sldId="752"/>
            <ac:graphicFrameMk id="15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10.706" v="5233" actId="478"/>
          <ac:graphicFrameMkLst>
            <pc:docMk/>
            <pc:sldMk cId="3918070944" sldId="752"/>
            <ac:graphicFrameMk id="16" creationId="{D046204D-53D0-AEE8-D75F-1F9A156CA99D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07.945" v="5230" actId="478"/>
          <ac:graphicFrameMkLst>
            <pc:docMk/>
            <pc:sldMk cId="3918070944" sldId="752"/>
            <ac:graphicFrameMk id="17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09.883" v="5232" actId="478"/>
          <ac:graphicFrameMkLst>
            <pc:docMk/>
            <pc:sldMk cId="3918070944" sldId="752"/>
            <ac:graphicFrameMk id="18" creationId="{7F9649D2-4D45-CBBF-8DF9-90767D00CF4F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8:59.378" v="5297" actId="478"/>
          <ac:graphicFrameMkLst>
            <pc:docMk/>
            <pc:sldMk cId="3918070944" sldId="752"/>
            <ac:graphicFrameMk id="19" creationId="{7F9649D2-4D45-CBBF-8DF9-90767D00CF4F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30.493" v="7273" actId="404"/>
          <ac:graphicFrameMkLst>
            <pc:docMk/>
            <pc:sldMk cId="3918070944" sldId="752"/>
            <ac:graphicFrameMk id="20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50:01.951" v="5331" actId="478"/>
          <ac:graphicFrameMkLst>
            <pc:docMk/>
            <pc:sldMk cId="3918070944" sldId="752"/>
            <ac:graphicFrameMk id="21" creationId="{87BE2FA7-D436-16B9-A97A-78684FEA2410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26.279" v="7272" actId="404"/>
          <ac:graphicFrameMkLst>
            <pc:docMk/>
            <pc:sldMk cId="3918070944" sldId="752"/>
            <ac:graphicFrameMk id="22" creationId="{7F9649D2-4D45-CBBF-8DF9-90767D00CF4F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33.864" v="7274" actId="404"/>
          <ac:graphicFrameMkLst>
            <pc:docMk/>
            <pc:sldMk cId="3918070944" sldId="752"/>
            <ac:graphicFrameMk id="23" creationId="{87BE2FA7-D436-16B9-A97A-78684FEA2410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3.137" v="10503" actId="208"/>
          <ac:graphicFrameMkLst>
            <pc:docMk/>
            <pc:sldMk cId="3918070944" sldId="752"/>
            <ac:graphicFrameMk id="24" creationId="{58CE09BC-D06C-AA4C-251C-465F5DA970E8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6.461" v="10504" actId="208"/>
          <ac:graphicFrameMkLst>
            <pc:docMk/>
            <pc:sldMk cId="3918070944" sldId="752"/>
            <ac:graphicFrameMk id="25" creationId="{912B4CE8-BE1D-8229-F007-E3FF54B96A69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9.962" v="10505" actId="208"/>
          <ac:graphicFrameMkLst>
            <pc:docMk/>
            <pc:sldMk cId="3918070944" sldId="752"/>
            <ac:graphicFrameMk id="26" creationId="{9E08B643-C700-D0D5-9284-AC632B7CC373}"/>
          </ac:graphicFrameMkLst>
        </pc:graphicFrameChg>
        <pc:picChg chg="add del mod">
          <ac:chgData name="이민재" userId="f97f16f7-28a5-49bd-9e05-fb3ef63d7997" providerId="ADAL" clId="{F54266FE-3CE0-4D70-AB38-FA00E3881D11}" dt="2023-02-09T01:30:42.064" v="5018" actId="478"/>
          <ac:picMkLst>
            <pc:docMk/>
            <pc:sldMk cId="3918070944" sldId="752"/>
            <ac:picMk id="6" creationId="{F48BEC59-DCD5-61C6-788E-1D0DB296BF1A}"/>
          </ac:picMkLst>
        </pc:picChg>
        <pc:picChg chg="add del mod">
          <ac:chgData name="이민재" userId="f97f16f7-28a5-49bd-9e05-fb3ef63d7997" providerId="ADAL" clId="{F54266FE-3CE0-4D70-AB38-FA00E3881D11}" dt="2023-02-09T01:30:42.424" v="5019" actId="478"/>
          <ac:picMkLst>
            <pc:docMk/>
            <pc:sldMk cId="3918070944" sldId="752"/>
            <ac:picMk id="8" creationId="{5E9E5B02-6DB3-472E-DC1F-4E40355107AF}"/>
          </ac:picMkLst>
        </pc:picChg>
        <pc:picChg chg="add del mod">
          <ac:chgData name="이민재" userId="f97f16f7-28a5-49bd-9e05-fb3ef63d7997" providerId="ADAL" clId="{F54266FE-3CE0-4D70-AB38-FA00E3881D11}" dt="2023-02-09T01:39:19.209" v="5062" actId="478"/>
          <ac:picMkLst>
            <pc:docMk/>
            <pc:sldMk cId="3918070944" sldId="752"/>
            <ac:picMk id="10" creationId="{3E3EB4E9-7C6E-B266-420C-673C48D9FAB6}"/>
          </ac:picMkLst>
        </pc:picChg>
        <pc:picChg chg="add del mod">
          <ac:chgData name="이민재" userId="f97f16f7-28a5-49bd-9e05-fb3ef63d7997" providerId="ADAL" clId="{F54266FE-3CE0-4D70-AB38-FA00E3881D11}" dt="2023-02-09T01:39:27.293" v="5068" actId="478"/>
          <ac:picMkLst>
            <pc:docMk/>
            <pc:sldMk cId="3918070944" sldId="752"/>
            <ac:picMk id="12" creationId="{DDB5D397-A88C-3BB0-1772-3B6C3A64AF5D}"/>
          </ac:picMkLst>
        </pc:picChg>
        <pc:picChg chg="add del mod">
          <ac:chgData name="이민재" userId="f97f16f7-28a5-49bd-9e05-fb3ef63d7997" providerId="ADAL" clId="{F54266FE-3CE0-4D70-AB38-FA00E3881D11}" dt="2023-02-09T01:39:27.002" v="5067" actId="478"/>
          <ac:picMkLst>
            <pc:docMk/>
            <pc:sldMk cId="3918070944" sldId="752"/>
            <ac:picMk id="14" creationId="{2400D066-FF83-2AD4-68FB-1C90417E1C82}"/>
          </ac:picMkLst>
        </pc:picChg>
        <pc:cxnChg chg="add mod">
          <ac:chgData name="이민재" userId="f97f16f7-28a5-49bd-9e05-fb3ef63d7997" providerId="ADAL" clId="{F54266FE-3CE0-4D70-AB38-FA00E3881D11}" dt="2023-02-09T05:14:14.580" v="11868" actId="692"/>
          <ac:cxnSpMkLst>
            <pc:docMk/>
            <pc:sldMk cId="3918070944" sldId="752"/>
            <ac:cxnSpMk id="37" creationId="{F81DD2D9-9EB5-E273-B3AC-F5ECEEFF747E}"/>
          </ac:cxnSpMkLst>
        </pc:cxnChg>
      </pc:sldChg>
      <pc:sldChg chg="del">
        <pc:chgData name="이민재" userId="f97f16f7-28a5-49bd-9e05-fb3ef63d7997" providerId="ADAL" clId="{F54266FE-3CE0-4D70-AB38-FA00E3881D11}" dt="2023-02-09T03:11:12.726" v="9268" actId="47"/>
        <pc:sldMkLst>
          <pc:docMk/>
          <pc:sldMk cId="2568391732" sldId="753"/>
        </pc:sldMkLst>
      </pc:sldChg>
      <pc:sldChg chg="addSp delSp modSp add del mod modNotesTx">
        <pc:chgData name="이민재" userId="f97f16f7-28a5-49bd-9e05-fb3ef63d7997" providerId="ADAL" clId="{F54266FE-3CE0-4D70-AB38-FA00E3881D11}" dt="2023-02-08T12:33:31.502" v="2060" actId="47"/>
        <pc:sldMkLst>
          <pc:docMk/>
          <pc:sldMk cId="582197103" sldId="754"/>
        </pc:sldMkLst>
        <pc:spChg chg="mod">
          <ac:chgData name="이민재" userId="f97f16f7-28a5-49bd-9e05-fb3ef63d7997" providerId="ADAL" clId="{F54266FE-3CE0-4D70-AB38-FA00E3881D11}" dt="2023-02-08T12:32:04.561" v="2041" actId="20577"/>
          <ac:spMkLst>
            <pc:docMk/>
            <pc:sldMk cId="582197103" sldId="754"/>
            <ac:spMk id="3" creationId="{835A6E05-8D7F-49D0-B580-39C0CD091E83}"/>
          </ac:spMkLst>
        </pc:spChg>
        <pc:spChg chg="add del mod">
          <ac:chgData name="이민재" userId="f97f16f7-28a5-49bd-9e05-fb3ef63d7997" providerId="ADAL" clId="{F54266FE-3CE0-4D70-AB38-FA00E3881D11}" dt="2023-02-08T12:32:01.114" v="2037" actId="478"/>
          <ac:spMkLst>
            <pc:docMk/>
            <pc:sldMk cId="582197103" sldId="754"/>
            <ac:spMk id="5" creationId="{D5C6A8AD-52B4-798B-0E4B-B8D9A1AC711A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7" creationId="{6D4744D1-09E9-F8BA-5C5B-6A695BE928BD}"/>
          </ac:spMkLst>
        </pc:spChg>
        <pc:spChg chg="add del mod">
          <ac:chgData name="이민재" userId="f97f16f7-28a5-49bd-9e05-fb3ef63d7997" providerId="ADAL" clId="{F54266FE-3CE0-4D70-AB38-FA00E3881D11}" dt="2023-02-08T05:44:20.733" v="1328" actId="21"/>
          <ac:spMkLst>
            <pc:docMk/>
            <pc:sldMk cId="582197103" sldId="754"/>
            <ac:spMk id="9" creationId="{4FB711A6-8772-186D-584F-3E2B46A2066E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3" creationId="{487734E6-41C4-90A7-8838-FA1E970A3821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4" creationId="{474BCB6D-966F-D5F9-CDAC-340E36411B0A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8" creationId="{6CAE818A-C639-6CA4-C879-6B59A7042D0F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0" creationId="{1E88F906-C983-E545-DF3E-9E6EBF15DF5B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1" creationId="{F1C0CAE0-E3E4-8AFC-AC76-7542D2468A70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2" creationId="{89390EF9-8A29-EF77-E2FC-4DF911A3707B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3" creationId="{44EB2E20-08E7-0DE4-6573-651D4D467A63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4" creationId="{4A5099B3-FF00-FC4D-514A-AB02B4A9183E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5" creationId="{45757C67-24ED-D13F-2B78-3C9B0F6BE7B2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6" creationId="{23285806-66B2-F197-5A00-A99DEE8A58B6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27" creationId="{2B26BB67-43E1-87C3-B6D4-94EA3A68CE41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2" creationId="{D048CA46-EC1B-0CA5-5B98-A8FD3BED51A4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3" creationId="{72FA77A9-BEA1-5C4E-C79C-B503386F94C8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7" creationId="{EEA0F9EE-1E59-9EB1-E50B-1311FD4E770B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9" creationId="{50852731-D48B-8F51-CD97-0A8FF0119C71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0" creationId="{D7CAF861-7DD7-B96C-EE20-BDB3C7996059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1" creationId="{D8E3380C-36B3-E457-C55D-A894337382C4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2" creationId="{B0372B9F-953A-2FBA-72D1-3231D1D448B2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3" creationId="{71A9E714-8356-389C-979B-E53DB6BF01EC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4" creationId="{F14325F8-B10B-1404-15DB-6C8114686CF3}"/>
          </ac:spMkLst>
        </pc:spChg>
        <pc:spChg chg="add del mod">
          <ac:chgData name="이민재" userId="f97f16f7-28a5-49bd-9e05-fb3ef63d7997" providerId="ADAL" clId="{F54266FE-3CE0-4D70-AB38-FA00E3881D11}" dt="2023-02-08T12:32:59.581" v="2057" actId="1076"/>
          <ac:spMkLst>
            <pc:docMk/>
            <pc:sldMk cId="582197103" sldId="754"/>
            <ac:spMk id="45" creationId="{851657B2-CAE6-8952-22B0-C2D764FA5E0C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45" creationId="{9AD88DE1-9A1E-89F0-8C40-F75617226DF0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48" creationId="{D97A1B47-B4C1-AECC-C351-7A8185E75109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5" creationId="{FF7C1FA3-9BA8-A9B8-DCC0-FF79A1802DB3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8" creationId="{AA84FE66-C98A-AB73-08D9-7F9192F31E8C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9" creationId="{AE7B9147-A7D3-D015-2E2B-FD82FDED77AF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70" creationId="{B5A043AA-D4F5-1B59-E58E-65D6C2D56056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71" creationId="{CED49AE5-AC55-25FE-F773-D3266DC6F494}"/>
          </ac:spMkLst>
        </pc:spChg>
        <pc:spChg chg="del">
          <ac:chgData name="이민재" userId="f97f16f7-28a5-49bd-9e05-fb3ef63d7997" providerId="ADAL" clId="{F54266FE-3CE0-4D70-AB38-FA00E3881D11}" dt="2023-02-07T11:00:06.580" v="902" actId="478"/>
          <ac:spMkLst>
            <pc:docMk/>
            <pc:sldMk cId="582197103" sldId="754"/>
            <ac:spMk id="73" creationId="{9222E12C-001A-2192-C434-59D3182ED87D}"/>
          </ac:spMkLst>
        </pc:spChg>
        <pc:picChg chg="add del mod">
          <ac:chgData name="이민재" userId="f97f16f7-28a5-49bd-9e05-fb3ef63d7997" providerId="ADAL" clId="{F54266FE-3CE0-4D70-AB38-FA00E3881D11}" dt="2023-02-08T12:31:59.225" v="2035" actId="478"/>
          <ac:picMkLst>
            <pc:docMk/>
            <pc:sldMk cId="582197103" sldId="754"/>
            <ac:picMk id="6" creationId="{4C87FD23-BD90-C38A-D455-9A7694C3737E}"/>
          </ac:picMkLst>
        </pc:picChg>
        <pc:picChg chg="add del mod">
          <ac:chgData name="이민재" userId="f97f16f7-28a5-49bd-9e05-fb3ef63d7997" providerId="ADAL" clId="{F54266FE-3CE0-4D70-AB38-FA00E3881D11}" dt="2023-02-08T12:31:59.744" v="2036" actId="478"/>
          <ac:picMkLst>
            <pc:docMk/>
            <pc:sldMk cId="582197103" sldId="754"/>
            <ac:picMk id="8" creationId="{2299EA1C-AB4A-7F04-F68E-DABAEFD066D7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9" creationId="{CC2D640F-F5B2-132C-D048-BD08DDF2A8DD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0" creationId="{499448F7-A6CE-E9D4-6E7B-ECA9DA1BED0F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10" creationId="{6048C978-D731-D9EB-0D13-26C956078251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1" creationId="{6A5C46EC-E409-4246-F286-245835472E64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12" creationId="{A5C353FC-A168-30F2-6F6E-277184CA4922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2" creationId="{DA2EF41F-E988-7CA6-5C52-BE6D1682275A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7" creationId="{BD0FBC0B-5BB3-10EC-7158-CBB1FB1ABE65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28" creationId="{8BE36252-2BC3-A0BF-0DF8-60FBECAD688C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29" creationId="{35600BE6-5FAD-51D2-B711-002D65147742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0" creationId="{13F362C4-5F1A-6436-ABEE-DCA72BDD07F1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30" creationId="{9790FFE2-52A8-ADB1-C0FD-1FB5650D5068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1" creationId="{61F05C27-0E28-0160-05D2-36895F12E480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6" creationId="{9194A74D-5548-A9C2-0D7B-EA05987BAD20}"/>
          </ac:picMkLst>
        </pc:picChg>
        <pc:picChg chg="del mod">
          <ac:chgData name="이민재" userId="f97f16f7-28a5-49bd-9e05-fb3ef63d7997" providerId="ADAL" clId="{F54266FE-3CE0-4D70-AB38-FA00E3881D11}" dt="2023-02-07T11:00:09.298" v="904" actId="478"/>
          <ac:picMkLst>
            <pc:docMk/>
            <pc:sldMk cId="582197103" sldId="754"/>
            <ac:picMk id="43" creationId="{7CA9CEF9-1D7E-60FD-9726-66C386DFC1A6}"/>
          </ac:picMkLst>
        </pc:picChg>
        <pc:picChg chg="del">
          <ac:chgData name="이민재" userId="f97f16f7-28a5-49bd-9e05-fb3ef63d7997" providerId="ADAL" clId="{F54266FE-3CE0-4D70-AB38-FA00E3881D11}" dt="2023-02-07T11:00:04.242" v="900" actId="478"/>
          <ac:picMkLst>
            <pc:docMk/>
            <pc:sldMk cId="582197103" sldId="754"/>
            <ac:picMk id="60" creationId="{D29DD433-D3D1-3F93-0EF2-4F45DE5854E1}"/>
          </ac:picMkLst>
        </pc:pic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5" creationId="{413C0483-0773-87B0-ADB2-1764C27E0E5F}"/>
          </ac:cxnSpMkLst>
        </pc:cxn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6" creationId="{E9E977C6-1199-D128-7CAA-FDBD0DB43E9B}"/>
          </ac:cxnSpMkLst>
        </pc:cxn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9" creationId="{6A5D84D0-74F8-A6FA-1F9A-92A450C2DF61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4" creationId="{38D2D2B5-0517-8943-3182-04E717672B3A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5" creationId="{2D2CF224-D94D-FD03-A898-8A29D73B3FAE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8" creationId="{1AC21B78-E8F9-4461-94C3-8296B126649E}"/>
          </ac:cxnSpMkLst>
        </pc:cxnChg>
        <pc:cxnChg chg="add del mod">
          <ac:chgData name="이민재" userId="f97f16f7-28a5-49bd-9e05-fb3ef63d7997" providerId="ADAL" clId="{F54266FE-3CE0-4D70-AB38-FA00E3881D11}" dt="2023-02-07T11:00:03.240" v="899" actId="478"/>
          <ac:cxnSpMkLst>
            <pc:docMk/>
            <pc:sldMk cId="582197103" sldId="754"/>
            <ac:cxnSpMk id="50" creationId="{024EE83B-C648-6EDC-4E22-78C31E1FB22A}"/>
          </ac:cxnSpMkLst>
        </pc:cxnChg>
        <pc:cxnChg chg="add del mod">
          <ac:chgData name="이민재" userId="f97f16f7-28a5-49bd-9e05-fb3ef63d7997" providerId="ADAL" clId="{F54266FE-3CE0-4D70-AB38-FA00E3881D11}" dt="2023-02-07T11:00:03.240" v="899" actId="478"/>
          <ac:cxnSpMkLst>
            <pc:docMk/>
            <pc:sldMk cId="582197103" sldId="754"/>
            <ac:cxnSpMk id="51" creationId="{2964E8C4-3CF6-C40A-1FBB-53221C008A51}"/>
          </ac:cxnSpMkLst>
        </pc:cxnChg>
        <pc:cxnChg chg="del mod">
          <ac:chgData name="이민재" userId="f97f16f7-28a5-49bd-9e05-fb3ef63d7997" providerId="ADAL" clId="{F54266FE-3CE0-4D70-AB38-FA00E3881D11}" dt="2023-02-07T11:00:05.123" v="901" actId="478"/>
          <ac:cxnSpMkLst>
            <pc:docMk/>
            <pc:sldMk cId="582197103" sldId="754"/>
            <ac:cxnSpMk id="66" creationId="{5F01EE79-3C06-2658-73FF-7B79B65F1047}"/>
          </ac:cxnSpMkLst>
        </pc:cxnChg>
      </pc:sldChg>
      <pc:sldChg chg="addSp delSp modSp add mod ord modNotesTx">
        <pc:chgData name="이민재" userId="f97f16f7-28a5-49bd-9e05-fb3ef63d7997" providerId="ADAL" clId="{F54266FE-3CE0-4D70-AB38-FA00E3881D11}" dt="2023-02-09T03:16:18.251" v="9515" actId="20577"/>
        <pc:sldMkLst>
          <pc:docMk/>
          <pc:sldMk cId="1655910872" sldId="755"/>
        </pc:sldMkLst>
        <pc:spChg chg="mod">
          <ac:chgData name="이민재" userId="f97f16f7-28a5-49bd-9e05-fb3ef63d7997" providerId="ADAL" clId="{F54266FE-3CE0-4D70-AB38-FA00E3881D11}" dt="2023-02-09T03:16:18.251" v="9515" actId="20577"/>
          <ac:spMkLst>
            <pc:docMk/>
            <pc:sldMk cId="1655910872" sldId="755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9T01:53:12.578" v="5628" actId="20577"/>
          <ac:spMkLst>
            <pc:docMk/>
            <pc:sldMk cId="1655910872" sldId="755"/>
            <ac:spMk id="3" creationId="{835A6E05-8D7F-49D0-B580-39C0CD091E83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7" creationId="{095F2BD5-E323-6EB4-3538-FD8C5197B9CE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8" creationId="{4BD67485-4E21-3182-8891-EC34D06053F8}"/>
          </ac:spMkLst>
        </pc:spChg>
        <pc:spChg chg="del">
          <ac:chgData name="이민재" userId="f97f16f7-28a5-49bd-9e05-fb3ef63d7997" providerId="ADAL" clId="{F54266FE-3CE0-4D70-AB38-FA00E3881D11}" dt="2023-02-08T13:55:11.194" v="3656" actId="21"/>
          <ac:spMkLst>
            <pc:docMk/>
            <pc:sldMk cId="1655910872" sldId="755"/>
            <ac:spMk id="9" creationId="{4FB711A6-8772-186D-584F-3E2B46A2066E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0" creationId="{021C19CF-C3E3-2628-F212-E043722514F9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1" creationId="{05F86874-E7F0-3AA8-70A3-5D7A9CE4FA72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2" creationId="{B884B9CC-210F-3761-A691-766B89A7E05D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3" creationId="{336549E4-6BDF-4DB4-ABB3-5FD723A64E12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4" creationId="{D6DDA159-8D1C-FCA2-42C0-3E2AC0DFF013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5" creationId="{3539050C-BA2E-A77E-36A7-C4A98349619F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9" creationId="{BEDCA360-575D-C7F5-4D0E-3C18C25EC7D6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0" creationId="{8279289E-F085-895D-59E3-28B345D114AE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1" creationId="{29C9E614-4779-DCBA-3C30-093EE0A45F05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2" creationId="{E920A185-A2C2-15D6-827D-99EDB1ACFF67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3" creationId="{D568F987-A737-EB4B-092E-3A5E3079F6CA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4" creationId="{035ECD32-2FDE-4C1D-F3B1-572A99B6AD76}"/>
          </ac:spMkLst>
        </pc:spChg>
        <pc:spChg chg="add mod">
          <ac:chgData name="이민재" userId="f97f16f7-28a5-49bd-9e05-fb3ef63d7997" providerId="ADAL" clId="{F54266FE-3CE0-4D70-AB38-FA00E3881D11}" dt="2023-02-09T02:48:35.235" v="7416" actId="1076"/>
          <ac:spMkLst>
            <pc:docMk/>
            <pc:sldMk cId="1655910872" sldId="755"/>
            <ac:spMk id="31" creationId="{5FE571D8-43EC-7565-1B56-5217EBA4DA12}"/>
          </ac:spMkLst>
        </pc:spChg>
        <pc:spChg chg="add del mod">
          <ac:chgData name="이민재" userId="f97f16f7-28a5-49bd-9e05-fb3ef63d7997" providerId="ADAL" clId="{F54266FE-3CE0-4D70-AB38-FA00E3881D11}" dt="2023-02-09T02:48:19.311" v="7412" actId="21"/>
          <ac:spMkLst>
            <pc:docMk/>
            <pc:sldMk cId="1655910872" sldId="755"/>
            <ac:spMk id="32" creationId="{868E7BC7-D7B3-68EB-B80E-670FD365AE72}"/>
          </ac:spMkLst>
        </pc:spChg>
        <pc:spChg chg="add mod">
          <ac:chgData name="이민재" userId="f97f16f7-28a5-49bd-9e05-fb3ef63d7997" providerId="ADAL" clId="{F54266FE-3CE0-4D70-AB38-FA00E3881D11}" dt="2023-02-09T02:48:23.823" v="7414" actId="1076"/>
          <ac:spMkLst>
            <pc:docMk/>
            <pc:sldMk cId="1655910872" sldId="755"/>
            <ac:spMk id="36" creationId="{82DC09BA-F9F5-0DA1-639A-3C94F86CF68B}"/>
          </ac:spMkLst>
        </pc:spChg>
        <pc:spChg chg="add mod">
          <ac:chgData name="이민재" userId="f97f16f7-28a5-49bd-9e05-fb3ef63d7997" providerId="ADAL" clId="{F54266FE-3CE0-4D70-AB38-FA00E3881D11}" dt="2023-02-09T02:48:46.532" v="7421" actId="20577"/>
          <ac:spMkLst>
            <pc:docMk/>
            <pc:sldMk cId="1655910872" sldId="755"/>
            <ac:spMk id="37" creationId="{BE799133-3801-363C-62D0-66E961A0E251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45" creationId="{9AD88DE1-9A1E-89F0-8C40-F75617226DF0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48" creationId="{D97A1B47-B4C1-AECC-C351-7A8185E75109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5" creationId="{FF7C1FA3-9BA8-A9B8-DCC0-FF79A1802DB3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8" creationId="{AA84FE66-C98A-AB73-08D9-7F9192F31E8C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9" creationId="{AE7B9147-A7D3-D015-2E2B-FD82FDED77AF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70" creationId="{B5A043AA-D4F5-1B59-E58E-65D6C2D56056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71" creationId="{CED49AE5-AC55-25FE-F773-D3266DC6F494}"/>
          </ac:spMkLst>
        </pc:spChg>
        <pc:spChg chg="del">
          <ac:chgData name="이민재" userId="f97f16f7-28a5-49bd-9e05-fb3ef63d7997" providerId="ADAL" clId="{F54266FE-3CE0-4D70-AB38-FA00E3881D11}" dt="2023-02-07T11:47:58.532" v="948" actId="478"/>
          <ac:spMkLst>
            <pc:docMk/>
            <pc:sldMk cId="1655910872" sldId="755"/>
            <ac:spMk id="73" creationId="{9222E12C-001A-2192-C434-59D3182ED87D}"/>
          </ac:spMkLst>
        </pc:spChg>
        <pc:graphicFrameChg chg="add mod">
          <ac:chgData name="이민재" userId="f97f16f7-28a5-49bd-9e05-fb3ef63d7997" providerId="ADAL" clId="{F54266FE-3CE0-4D70-AB38-FA00E3881D11}" dt="2023-02-09T02:49:29.949" v="7426" actId="1076"/>
          <ac:graphicFrameMkLst>
            <pc:docMk/>
            <pc:sldMk cId="1655910872" sldId="755"/>
            <ac:graphicFrameMk id="5" creationId="{3CD722DB-9839-4FA3-AA8E-A8971609EA25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9:29.949" v="7426" actId="1076"/>
          <ac:graphicFrameMkLst>
            <pc:docMk/>
            <pc:sldMk cId="1655910872" sldId="755"/>
            <ac:graphicFrameMk id="6" creationId="{16ABAC6A-A41F-D948-F9EA-0A0DD135B510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8:55.243" v="7423"/>
          <ac:graphicFrameMkLst>
            <pc:docMk/>
            <pc:sldMk cId="1655910872" sldId="755"/>
            <ac:graphicFrameMk id="33" creationId="{4BAF93E1-5D13-7571-359C-B91F3493E302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8:51.379" v="7422"/>
          <ac:graphicFrameMkLst>
            <pc:docMk/>
            <pc:sldMk cId="1655910872" sldId="755"/>
            <ac:graphicFrameMk id="34" creationId="{F7323B23-600E-21CD-F933-F29322E5C7D3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9:08.660" v="7425"/>
          <ac:graphicFrameMkLst>
            <pc:docMk/>
            <pc:sldMk cId="1655910872" sldId="755"/>
            <ac:graphicFrameMk id="35" creationId="{0F27FA14-EA69-3D40-DE8E-0ADA5788513B}"/>
          </ac:graphicFrameMkLst>
        </pc:graphicFrame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10" creationId="{6048C978-D731-D9EB-0D13-26C956078251}"/>
          </ac:picMkLst>
        </pc:pic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12" creationId="{A5C353FC-A168-30F2-6F6E-277184CA4922}"/>
          </ac:picMkLst>
        </pc:picChg>
        <pc:picChg chg="add del mod">
          <ac:chgData name="이민재" userId="f97f16f7-28a5-49bd-9e05-fb3ef63d7997" providerId="ADAL" clId="{F54266FE-3CE0-4D70-AB38-FA00E3881D11}" dt="2023-02-09T02:44:59.752" v="7288" actId="478"/>
          <ac:picMkLst>
            <pc:docMk/>
            <pc:sldMk cId="1655910872" sldId="755"/>
            <ac:picMk id="28" creationId="{BAD6511B-51FC-806F-11CB-99943381D384}"/>
          </ac:picMkLst>
        </pc:pic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30" creationId="{9790FFE2-52A8-ADB1-C0FD-1FB5650D5068}"/>
          </ac:picMkLst>
        </pc:picChg>
        <pc:picChg chg="add del mod">
          <ac:chgData name="이민재" userId="f97f16f7-28a5-49bd-9e05-fb3ef63d7997" providerId="ADAL" clId="{F54266FE-3CE0-4D70-AB38-FA00E3881D11}" dt="2023-02-09T02:45:00.497" v="7289" actId="478"/>
          <ac:picMkLst>
            <pc:docMk/>
            <pc:sldMk cId="1655910872" sldId="755"/>
            <ac:picMk id="30" creationId="{C539D08C-EDE5-859A-C5A4-18502203C625}"/>
          </ac:picMkLst>
        </pc:picChg>
        <pc:picChg chg="del">
          <ac:chgData name="이민재" userId="f97f16f7-28a5-49bd-9e05-fb3ef63d7997" providerId="ADAL" clId="{F54266FE-3CE0-4D70-AB38-FA00E3881D11}" dt="2023-02-07T11:47:58.532" v="948" actId="478"/>
          <ac:picMkLst>
            <pc:docMk/>
            <pc:sldMk cId="1655910872" sldId="755"/>
            <ac:picMk id="43" creationId="{7CA9CEF9-1D7E-60FD-9726-66C386DFC1A6}"/>
          </ac:picMkLst>
        </pc:picChg>
        <pc:picChg chg="del">
          <ac:chgData name="이민재" userId="f97f16f7-28a5-49bd-9e05-fb3ef63d7997" providerId="ADAL" clId="{F54266FE-3CE0-4D70-AB38-FA00E3881D11}" dt="2023-02-07T11:47:56.575" v="947" actId="478"/>
          <ac:picMkLst>
            <pc:docMk/>
            <pc:sldMk cId="1655910872" sldId="755"/>
            <ac:picMk id="60" creationId="{D29DD433-D3D1-3F93-0EF2-4F45DE5854E1}"/>
          </ac:picMkLst>
        </pc:picChg>
        <pc:cxnChg chg="add mod">
          <ac:chgData name="이민재" userId="f97f16f7-28a5-49bd-9e05-fb3ef63d7997" providerId="ADAL" clId="{F54266FE-3CE0-4D70-AB38-FA00E3881D11}" dt="2023-02-09T02:49:29.949" v="7426" actId="1076"/>
          <ac:cxnSpMkLst>
            <pc:docMk/>
            <pc:sldMk cId="1655910872" sldId="755"/>
            <ac:cxnSpMk id="16" creationId="{097892C3-9C32-8D3D-16D7-A90D4D9DC71B}"/>
          </ac:cxnSpMkLst>
        </pc:cxnChg>
        <pc:cxnChg chg="add del mod">
          <ac:chgData name="이민재" userId="f97f16f7-28a5-49bd-9e05-fb3ef63d7997" providerId="ADAL" clId="{F54266FE-3CE0-4D70-AB38-FA00E3881D11}" dt="2023-02-08T14:58:42.672" v="4407" actId="478"/>
          <ac:cxnSpMkLst>
            <pc:docMk/>
            <pc:sldMk cId="1655910872" sldId="755"/>
            <ac:cxnSpMk id="25" creationId="{EBB664BE-7E94-88FE-15CB-A18805BF2245}"/>
          </ac:cxnSpMkLst>
        </pc:cxnChg>
        <pc:cxnChg chg="add del mod">
          <ac:chgData name="이민재" userId="f97f16f7-28a5-49bd-9e05-fb3ef63d7997" providerId="ADAL" clId="{F54266FE-3CE0-4D70-AB38-FA00E3881D11}" dt="2023-02-08T14:58:42.672" v="4407" actId="478"/>
          <ac:cxnSpMkLst>
            <pc:docMk/>
            <pc:sldMk cId="1655910872" sldId="755"/>
            <ac:cxnSpMk id="26" creationId="{049B1EBC-7EE3-114A-AF95-7898A0142754}"/>
          </ac:cxnSpMkLst>
        </pc:cxnChg>
        <pc:cxnChg chg="del mod">
          <ac:chgData name="이민재" userId="f97f16f7-28a5-49bd-9e05-fb3ef63d7997" providerId="ADAL" clId="{F54266FE-3CE0-4D70-AB38-FA00E3881D11}" dt="2023-02-07T11:47:55.934" v="946" actId="478"/>
          <ac:cxnSpMkLst>
            <pc:docMk/>
            <pc:sldMk cId="1655910872" sldId="755"/>
            <ac:cxnSpMk id="50" creationId="{024EE83B-C648-6EDC-4E22-78C31E1FB22A}"/>
          </ac:cxnSpMkLst>
        </pc:cxnChg>
        <pc:cxnChg chg="del mod">
          <ac:chgData name="이민재" userId="f97f16f7-28a5-49bd-9e05-fb3ef63d7997" providerId="ADAL" clId="{F54266FE-3CE0-4D70-AB38-FA00E3881D11}" dt="2023-02-07T11:47:55.934" v="946" actId="478"/>
          <ac:cxnSpMkLst>
            <pc:docMk/>
            <pc:sldMk cId="1655910872" sldId="755"/>
            <ac:cxnSpMk id="51" creationId="{2964E8C4-3CF6-C40A-1FBB-53221C008A51}"/>
          </ac:cxnSpMkLst>
        </pc:cxnChg>
        <pc:cxnChg chg="del mod">
          <ac:chgData name="이민재" userId="f97f16f7-28a5-49bd-9e05-fb3ef63d7997" providerId="ADAL" clId="{F54266FE-3CE0-4D70-AB38-FA00E3881D11}" dt="2023-02-07T11:47:58.532" v="948" actId="478"/>
          <ac:cxnSpMkLst>
            <pc:docMk/>
            <pc:sldMk cId="1655910872" sldId="755"/>
            <ac:cxnSpMk id="66" creationId="{5F01EE79-3C06-2658-73FF-7B79B65F1047}"/>
          </ac:cxnSpMkLst>
        </pc:cxnChg>
      </pc:sldChg>
      <pc:sldChg chg="addSp delSp modSp add mod modNotesTx">
        <pc:chgData name="이민재" userId="f97f16f7-28a5-49bd-9e05-fb3ef63d7997" providerId="ADAL" clId="{F54266FE-3CE0-4D70-AB38-FA00E3881D11}" dt="2023-02-08T21:09:28.059" v="4660" actId="20577"/>
        <pc:sldMkLst>
          <pc:docMk/>
          <pc:sldMk cId="863774203" sldId="756"/>
        </pc:sldMkLst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2" creationId="{A3236975-39B4-4F4F-B1D0-1213D5035667}"/>
          </ac:spMkLst>
        </pc:spChg>
        <pc:spChg chg="del">
          <ac:chgData name="이민재" userId="f97f16f7-28a5-49bd-9e05-fb3ef63d7997" providerId="ADAL" clId="{F54266FE-3CE0-4D70-AB38-FA00E3881D11}" dt="2023-02-07T12:18:40.971" v="953" actId="478"/>
          <ac:spMkLst>
            <pc:docMk/>
            <pc:sldMk cId="863774203" sldId="756"/>
            <ac:spMk id="2" creationId="{A6F55DE2-37CF-4366-9E87-873E2A490C7C}"/>
          </ac:spMkLst>
        </pc:spChg>
        <pc:spChg chg="add mod">
          <ac:chgData name="이민재" userId="f97f16f7-28a5-49bd-9e05-fb3ef63d7997" providerId="ADAL" clId="{F54266FE-3CE0-4D70-AB38-FA00E3881D11}" dt="2023-02-08T13:51:44.945" v="3510" actId="20577"/>
          <ac:spMkLst>
            <pc:docMk/>
            <pc:sldMk cId="863774203" sldId="756"/>
            <ac:spMk id="3" creationId="{1BCB2C3C-E5B8-EC64-F0E8-B9CEBEE7B6A5}"/>
          </ac:spMkLst>
        </pc:spChg>
        <pc:spChg chg="del">
          <ac:chgData name="이민재" userId="f97f16f7-28a5-49bd-9e05-fb3ef63d7997" providerId="ADAL" clId="{F54266FE-3CE0-4D70-AB38-FA00E3881D11}" dt="2023-02-07T12:18:43.383" v="955" actId="478"/>
          <ac:spMkLst>
            <pc:docMk/>
            <pc:sldMk cId="863774203" sldId="756"/>
            <ac:spMk id="3" creationId="{835A6E05-8D7F-49D0-B580-39C0CD091E83}"/>
          </ac:spMkLst>
        </pc:spChg>
        <pc:spChg chg="add del mod">
          <ac:chgData name="이민재" userId="f97f16f7-28a5-49bd-9e05-fb3ef63d7997" providerId="ADAL" clId="{F54266FE-3CE0-4D70-AB38-FA00E3881D11}" dt="2023-02-08T21:09:28.059" v="4660" actId="20577"/>
          <ac:spMkLst>
            <pc:docMk/>
            <pc:sldMk cId="863774203" sldId="756"/>
            <ac:spMk id="5" creationId="{532E1452-4970-CD21-C56C-0C3FF2EE9BB9}"/>
          </ac:spMkLst>
        </pc:spChg>
        <pc:spChg chg="add del mod">
          <ac:chgData name="이민재" userId="f97f16f7-28a5-49bd-9e05-fb3ef63d7997" providerId="ADAL" clId="{F54266FE-3CE0-4D70-AB38-FA00E3881D11}" dt="2023-02-07T12:18:42.540" v="954" actId="478"/>
          <ac:spMkLst>
            <pc:docMk/>
            <pc:sldMk cId="863774203" sldId="756"/>
            <ac:spMk id="6" creationId="{20350267-7C38-3A41-36FD-D676111B56B0}"/>
          </ac:spMkLst>
        </pc:spChg>
        <pc:spChg chg="add del mod">
          <ac:chgData name="이민재" userId="f97f16f7-28a5-49bd-9e05-fb3ef63d7997" providerId="ADAL" clId="{F54266FE-3CE0-4D70-AB38-FA00E3881D11}" dt="2023-02-08T12:37:31.692" v="2138" actId="478"/>
          <ac:spMkLst>
            <pc:docMk/>
            <pc:sldMk cId="863774203" sldId="756"/>
            <ac:spMk id="6" creationId="{8E22F0F0-9E7E-0399-825C-9145098E683D}"/>
          </ac:spMkLst>
        </pc:spChg>
        <pc:spChg chg="add del mod">
          <ac:chgData name="이민재" userId="f97f16f7-28a5-49bd-9e05-fb3ef63d7997" providerId="ADAL" clId="{F54266FE-3CE0-4D70-AB38-FA00E3881D11}" dt="2023-02-07T12:18:43.985" v="956" actId="478"/>
          <ac:spMkLst>
            <pc:docMk/>
            <pc:sldMk cId="863774203" sldId="756"/>
            <ac:spMk id="8" creationId="{821B76D6-9A14-5A18-265D-6A9D20E304C6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9" creationId="{4FB711A6-8772-186D-584F-3E2B46A2066E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14" creationId="{41550863-4F73-41F1-C72A-0D5EC310C650}"/>
          </ac:spMkLst>
        </pc:spChg>
        <pc:spChg chg="add 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15" creationId="{AE43C846-E837-8744-AE7A-A659942C9181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16" creationId="{4B8297E5-D57F-B04E-37BF-9E6C4CDF0F4E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20" creationId="{F0A3BFA5-9265-170E-86AB-ED2D2C525D3B}"/>
          </ac:spMkLst>
        </pc:spChg>
        <pc:spChg chg="add mod">
          <ac:chgData name="이민재" userId="f97f16f7-28a5-49bd-9e05-fb3ef63d7997" providerId="ADAL" clId="{F54266FE-3CE0-4D70-AB38-FA00E3881D11}" dt="2023-02-08T13:50:33.601" v="3459" actId="1037"/>
          <ac:spMkLst>
            <pc:docMk/>
            <pc:sldMk cId="863774203" sldId="756"/>
            <ac:spMk id="22" creationId="{9D53A75B-6802-6ABA-A14B-B7ADB6464AA5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23" creationId="{AFE95C54-A8AF-B8AA-F489-684E0C473605}"/>
          </ac:spMkLst>
        </pc:spChg>
        <pc:spChg chg="add del mod">
          <ac:chgData name="이민재" userId="f97f16f7-28a5-49bd-9e05-fb3ef63d7997" providerId="ADAL" clId="{F54266FE-3CE0-4D70-AB38-FA00E3881D11}" dt="2023-02-08T12:59:14.487" v="2841" actId="478"/>
          <ac:spMkLst>
            <pc:docMk/>
            <pc:sldMk cId="863774203" sldId="756"/>
            <ac:spMk id="24" creationId="{398CB53C-AAE8-1868-393D-6B412E13DD37}"/>
          </ac:spMkLst>
        </pc:spChg>
        <pc:spChg chg="add del mod">
          <ac:chgData name="이민재" userId="f97f16f7-28a5-49bd-9e05-fb3ef63d7997" providerId="ADAL" clId="{F54266FE-3CE0-4D70-AB38-FA00E3881D11}" dt="2023-02-08T12:39:20.503" v="2202" actId="478"/>
          <ac:spMkLst>
            <pc:docMk/>
            <pc:sldMk cId="863774203" sldId="756"/>
            <ac:spMk id="25" creationId="{63ADB30C-8C64-9891-2D02-B0ABED2541C0}"/>
          </ac:spMkLst>
        </pc:spChg>
        <pc:spChg chg="add del mod">
          <ac:chgData name="이민재" userId="f97f16f7-28a5-49bd-9e05-fb3ef63d7997" providerId="ADAL" clId="{F54266FE-3CE0-4D70-AB38-FA00E3881D11}" dt="2023-02-08T12:39:20.503" v="2202" actId="478"/>
          <ac:spMkLst>
            <pc:docMk/>
            <pc:sldMk cId="863774203" sldId="756"/>
            <ac:spMk id="26" creationId="{916DC147-DEBA-A307-B343-CF065DB9C244}"/>
          </ac:spMkLst>
        </pc:spChg>
        <pc:spChg chg="add del mod">
          <ac:chgData name="이민재" userId="f97f16f7-28a5-49bd-9e05-fb3ef63d7997" providerId="ADAL" clId="{F54266FE-3CE0-4D70-AB38-FA00E3881D11}" dt="2023-02-08T12:39:23.081" v="2203" actId="478"/>
          <ac:spMkLst>
            <pc:docMk/>
            <pc:sldMk cId="863774203" sldId="756"/>
            <ac:spMk id="27" creationId="{A8774DF0-C2B2-462B-A208-C3376E8F9711}"/>
          </ac:spMkLst>
        </pc:spChg>
        <pc:spChg chg="add del mod">
          <ac:chgData name="이민재" userId="f97f16f7-28a5-49bd-9e05-fb3ef63d7997" providerId="ADAL" clId="{F54266FE-3CE0-4D70-AB38-FA00E3881D11}" dt="2023-02-08T12:39:23.825" v="2204" actId="478"/>
          <ac:spMkLst>
            <pc:docMk/>
            <pc:sldMk cId="863774203" sldId="756"/>
            <ac:spMk id="28" creationId="{170D64BD-A622-F1C4-37EB-1165816D1511}"/>
          </ac:spMkLst>
        </pc:spChg>
        <pc:spChg chg="add del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29" creationId="{295AB01C-2E70-A564-5FCB-E090B1DBEDF8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31" creationId="{FB096BF9-7934-52AD-1B46-A96AB9BE8B1B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32" creationId="{8C0BF990-7AAC-EBC6-2303-0677528D1EB8}"/>
          </ac:spMkLst>
        </pc:spChg>
        <pc:spChg chg="add del mod">
          <ac:chgData name="이민재" userId="f97f16f7-28a5-49bd-9e05-fb3ef63d7997" providerId="ADAL" clId="{F54266FE-3CE0-4D70-AB38-FA00E3881D11}" dt="2023-02-08T12:59:09.495" v="2839" actId="478"/>
          <ac:spMkLst>
            <pc:docMk/>
            <pc:sldMk cId="863774203" sldId="756"/>
            <ac:spMk id="33" creationId="{74BFC047-CDFF-F8FF-B842-45B5CF044677}"/>
          </ac:spMkLst>
        </pc:spChg>
        <pc:spChg chg="add del mod">
          <ac:chgData name="이민재" userId="f97f16f7-28a5-49bd-9e05-fb3ef63d7997" providerId="ADAL" clId="{F54266FE-3CE0-4D70-AB38-FA00E3881D11}" dt="2023-02-08T12:45:56.763" v="2258" actId="478"/>
          <ac:spMkLst>
            <pc:docMk/>
            <pc:sldMk cId="863774203" sldId="756"/>
            <ac:spMk id="39" creationId="{A21B2B51-ED25-4B27-AD48-459E5308F70E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45" creationId="{9AD88DE1-9A1E-89F0-8C40-F75617226DF0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48" creationId="{8D10B964-56B0-D8B3-64C9-B668EC65B97A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48" creationId="{D97A1B47-B4C1-AECC-C351-7A8185E75109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65" creationId="{FF7C1FA3-9BA8-A9B8-DCC0-FF79A1802DB3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68" creationId="{AA84FE66-C98A-AB73-08D9-7F9192F31E8C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69" creationId="{AE7B9147-A7D3-D015-2E2B-FD82FDED77AF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70" creationId="{B5A043AA-D4F5-1B59-E58E-65D6C2D56056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71" creationId="{CED49AE5-AC55-25FE-F773-D3266DC6F494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73" creationId="{9222E12C-001A-2192-C434-59D3182ED87D}"/>
          </ac:spMkLst>
        </pc:spChg>
        <pc:grpChg chg="add mod">
          <ac:chgData name="이민재" userId="f97f16f7-28a5-49bd-9e05-fb3ef63d7997" providerId="ADAL" clId="{F54266FE-3CE0-4D70-AB38-FA00E3881D11}" dt="2023-02-08T13:49:42.170" v="3448" actId="1037"/>
          <ac:grpSpMkLst>
            <pc:docMk/>
            <pc:sldMk cId="863774203" sldId="756"/>
            <ac:grpSpMk id="51" creationId="{416CD160-DF53-E483-C3EB-D9F75EB845F2}"/>
          </ac:grpSpMkLst>
        </pc:grpChg>
        <pc:picChg chg="add del mod">
          <ac:chgData name="이민재" userId="f97f16f7-28a5-49bd-9e05-fb3ef63d7997" providerId="ADAL" clId="{F54266FE-3CE0-4D70-AB38-FA00E3881D11}" dt="2023-02-08T12:59:20.397" v="2842" actId="21"/>
          <ac:picMkLst>
            <pc:docMk/>
            <pc:sldMk cId="863774203" sldId="756"/>
            <ac:picMk id="7" creationId="{25D9E743-86D6-16D7-07F4-DE29ADA21649}"/>
          </ac:picMkLst>
        </pc:picChg>
        <pc:picChg chg="add mod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8" creationId="{9F1F8E8E-87CB-0B4A-7FFE-33EF7A9C5F84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10" creationId="{6048C978-D731-D9EB-0D13-26C956078251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1" creationId="{00376D0B-4B46-6A2E-5E7E-756CA1D7A6F9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12" creationId="{A5C353FC-A168-30F2-6F6E-277184CA4922}"/>
          </ac:picMkLst>
        </pc:picChg>
        <pc:picChg chg="add mod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3" creationId="{B24F5F0F-501F-D9B8-2792-2CEEEABBD344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9" creationId="{1F229CF4-A0EE-515A-2C4B-7D6E9D9D9BC5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30" creationId="{9790FFE2-52A8-ADB1-C0FD-1FB5650D5068}"/>
          </ac:picMkLst>
        </pc:picChg>
        <pc:picChg chg="add mod">
          <ac:chgData name="이민재" userId="f97f16f7-28a5-49bd-9e05-fb3ef63d7997" providerId="ADAL" clId="{F54266FE-3CE0-4D70-AB38-FA00E3881D11}" dt="2023-02-08T12:47:27.673" v="2352" actId="571"/>
          <ac:picMkLst>
            <pc:docMk/>
            <pc:sldMk cId="863774203" sldId="756"/>
            <ac:picMk id="42" creationId="{6B4BB285-3CC4-B02B-3E15-6E75BE1B2745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43" creationId="{7CA9CEF9-1D7E-60FD-9726-66C386DFC1A6}"/>
          </ac:picMkLst>
        </pc:picChg>
        <pc:picChg chg="add mod">
          <ac:chgData name="이민재" userId="f97f16f7-28a5-49bd-9e05-fb3ef63d7997" providerId="ADAL" clId="{F54266FE-3CE0-4D70-AB38-FA00E3881D11}" dt="2023-02-08T12:47:27.673" v="2352" actId="571"/>
          <ac:picMkLst>
            <pc:docMk/>
            <pc:sldMk cId="863774203" sldId="756"/>
            <ac:picMk id="43" creationId="{B8847247-7873-7FC4-A21D-6F7478220BB4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49" creationId="{C8BEFEFA-627F-A682-BD60-AA2E08A63D18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2" creationId="{9C1C6B3B-8690-4676-87F7-7C59FAB5F976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3" creationId="{5D0CA3E5-B59A-5487-6CEA-8660392B051B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4" creationId="{4116E246-07F8-69D5-D491-ED805001B899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60" creationId="{D29DD433-D3D1-3F93-0EF2-4F45DE5854E1}"/>
          </ac:picMkLst>
        </pc:picChg>
        <pc:cxnChg chg="add del mod">
          <ac:chgData name="이민재" userId="f97f16f7-28a5-49bd-9e05-fb3ef63d7997" providerId="ADAL" clId="{F54266FE-3CE0-4D70-AB38-FA00E3881D11}" dt="2023-02-08T13:50:04.033" v="3451" actId="21"/>
          <ac:cxnSpMkLst>
            <pc:docMk/>
            <pc:sldMk cId="863774203" sldId="756"/>
            <ac:cxnSpMk id="17" creationId="{5E4F2AAF-4467-D42C-D80F-89FDEBE22F9A}"/>
          </ac:cxnSpMkLst>
        </pc:cxnChg>
        <pc:cxnChg chg="add mod">
          <ac:chgData name="이민재" userId="f97f16f7-28a5-49bd-9e05-fb3ef63d7997" providerId="ADAL" clId="{F54266FE-3CE0-4D70-AB38-FA00E3881D11}" dt="2023-02-08T13:49:42.170" v="3448" actId="1037"/>
          <ac:cxnSpMkLst>
            <pc:docMk/>
            <pc:sldMk cId="863774203" sldId="756"/>
            <ac:cxnSpMk id="18" creationId="{EDF64063-03F7-99B2-0A0F-E0CCCFC02E02}"/>
          </ac:cxnSpMkLst>
        </pc:cxnChg>
        <pc:cxnChg chg="add mod">
          <ac:chgData name="이민재" userId="f97f16f7-28a5-49bd-9e05-fb3ef63d7997" providerId="ADAL" clId="{F54266FE-3CE0-4D70-AB38-FA00E3881D11}" dt="2023-02-08T13:49:42.170" v="3448" actId="1037"/>
          <ac:cxnSpMkLst>
            <pc:docMk/>
            <pc:sldMk cId="863774203" sldId="756"/>
            <ac:cxnSpMk id="21" creationId="{C2BC798C-9B9B-E5FB-B257-B7246BBF40DE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5" creationId="{74B34591-B852-B5EA-70BC-FE466BED4CDA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6" creationId="{A1FB15B6-7BD4-29E5-0B61-7F7574780E49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7" creationId="{BC5874B9-59EA-0B55-03F5-229CC2D522D7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50" creationId="{024EE83B-C648-6EDC-4E22-78C31E1FB22A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51" creationId="{2964E8C4-3CF6-C40A-1FBB-53221C008A51}"/>
          </ac:cxnSpMkLst>
        </pc:cxnChg>
        <pc:cxnChg chg="add mod">
          <ac:chgData name="이민재" userId="f97f16f7-28a5-49bd-9e05-fb3ef63d7997" providerId="ADAL" clId="{F54266FE-3CE0-4D70-AB38-FA00E3881D11}" dt="2023-02-08T13:50:11.967" v="3454" actId="14100"/>
          <ac:cxnSpMkLst>
            <pc:docMk/>
            <pc:sldMk cId="863774203" sldId="756"/>
            <ac:cxnSpMk id="57" creationId="{A78ABBC3-F65B-F10C-7D1C-CB52E63E701A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66" creationId="{5F01EE79-3C06-2658-73FF-7B79B65F1047}"/>
          </ac:cxnSpMkLst>
        </pc:cxnChg>
      </pc:sldChg>
      <pc:sldChg chg="addSp delSp modSp add mod">
        <pc:chgData name="이민재" userId="f97f16f7-28a5-49bd-9e05-fb3ef63d7997" providerId="ADAL" clId="{F54266FE-3CE0-4D70-AB38-FA00E3881D11}" dt="2023-02-09T02:50:49.008" v="7440" actId="113"/>
        <pc:sldMkLst>
          <pc:docMk/>
          <pc:sldMk cId="1275176864" sldId="757"/>
        </pc:sldMkLst>
        <pc:spChg chg="mod">
          <ac:chgData name="이민재" userId="f97f16f7-28a5-49bd-9e05-fb3ef63d7997" providerId="ADAL" clId="{F54266FE-3CE0-4D70-AB38-FA00E3881D11}" dt="2023-02-08T13:51:48.234" v="3511"/>
          <ac:spMkLst>
            <pc:docMk/>
            <pc:sldMk cId="1275176864" sldId="757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8T21:10:06.347" v="4671" actId="20577"/>
          <ac:spMkLst>
            <pc:docMk/>
            <pc:sldMk cId="1275176864" sldId="757"/>
            <ac:spMk id="3" creationId="{835A6E05-8D7F-49D0-B580-39C0CD091E83}"/>
          </ac:spMkLst>
        </pc:spChg>
        <pc:spChg chg="del">
          <ac:chgData name="이민재" userId="f97f16f7-28a5-49bd-9e05-fb3ef63d7997" providerId="ADAL" clId="{F54266FE-3CE0-4D70-AB38-FA00E3881D11}" dt="2023-02-08T13:51:55.540" v="3512" actId="478"/>
          <ac:spMkLst>
            <pc:docMk/>
            <pc:sldMk cId="1275176864" sldId="757"/>
            <ac:spMk id="5" creationId="{D5C6A8AD-52B4-798B-0E4B-B8D9A1AC711A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0" creationId="{6FFB7BAB-424E-DB2D-4BE0-8C35A293F11E}"/>
          </ac:spMkLst>
        </pc:spChg>
        <pc:spChg chg="add del mod">
          <ac:chgData name="이민재" userId="f97f16f7-28a5-49bd-9e05-fb3ef63d7997" providerId="ADAL" clId="{F54266FE-3CE0-4D70-AB38-FA00E3881D11}" dt="2023-02-08T14:07:17.902" v="3752" actId="478"/>
          <ac:spMkLst>
            <pc:docMk/>
            <pc:sldMk cId="1275176864" sldId="757"/>
            <ac:spMk id="11" creationId="{1CF4DEC1-8911-5F54-D011-D7C150C83556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2" creationId="{EA4CAF72-44B1-E093-6C50-4ED8CF403728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8" creationId="{D0752D48-03C3-7BFB-48EC-CF6CDA23C32B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3" creationId="{9C99F683-9D9D-CE3C-27DA-9D7CF5DF0D2A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4" creationId="{3E505EA2-B8D7-9825-802A-6D1ACCE4E7C2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5" creationId="{2342E67A-EF43-3BF6-A654-A46EEDB95A62}"/>
          </ac:spMkLst>
        </pc:spChg>
        <pc:spChg chg="add del mod">
          <ac:chgData name="이민재" userId="f97f16f7-28a5-49bd-9e05-fb3ef63d7997" providerId="ADAL" clId="{F54266FE-3CE0-4D70-AB38-FA00E3881D11}" dt="2023-02-08T14:14:34.334" v="3918" actId="478"/>
          <ac:spMkLst>
            <pc:docMk/>
            <pc:sldMk cId="1275176864" sldId="757"/>
            <ac:spMk id="26" creationId="{E4BF9D77-6FCE-34FF-B8A3-37AB8258D5A6}"/>
          </ac:spMkLst>
        </pc:spChg>
        <pc:spChg chg="add del mod">
          <ac:chgData name="이민재" userId="f97f16f7-28a5-49bd-9e05-fb3ef63d7997" providerId="ADAL" clId="{F54266FE-3CE0-4D70-AB38-FA00E3881D11}" dt="2023-02-08T14:14:33.471" v="3917" actId="478"/>
          <ac:spMkLst>
            <pc:docMk/>
            <pc:sldMk cId="1275176864" sldId="757"/>
            <ac:spMk id="27" creationId="{F76582BF-26D8-1AC9-B379-0E6F78A4ADAD}"/>
          </ac:spMkLst>
        </pc:spChg>
        <pc:spChg chg="add del mod">
          <ac:chgData name="이민재" userId="f97f16f7-28a5-49bd-9e05-fb3ef63d7997" providerId="ADAL" clId="{F54266FE-3CE0-4D70-AB38-FA00E3881D11}" dt="2023-02-08T14:14:32.279" v="3916" actId="478"/>
          <ac:spMkLst>
            <pc:docMk/>
            <pc:sldMk cId="1275176864" sldId="757"/>
            <ac:spMk id="29" creationId="{AD453062-70CC-3CEE-6AFF-658B17DD517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0" creationId="{1EFC137C-1856-4F89-5183-4B6675866249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1" creationId="{88E390A0-173B-182B-E7A5-06AD65A5DADD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2" creationId="{21BECAAC-C638-74A0-6489-9506F6DB9462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3" creationId="{823A2766-6166-41EC-C08D-FE846E097C7A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4" creationId="{CD65BC1D-03B0-1AAB-614B-98ADFDB63D4C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5" creationId="{B0BEC561-BDD0-B22E-2658-ABCF5AEAAD54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6" creationId="{A60F1611-8293-5454-5E74-7F5738AF4970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7" creationId="{20F54A66-4225-7AF7-45C4-E72F5ACA0051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8" creationId="{FF171DD0-C0C7-EB40-828F-347ECC3C737B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9" creationId="{304C911A-EB8E-2568-6D84-F58A025FBE4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0" creationId="{5546C724-3340-8FF2-9E1E-971B06E6C1C7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1" creationId="{40400E6F-FC06-C2FC-FC1C-0483995C77E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2" creationId="{CECB757E-6983-2F68-F254-3FC46ABEA79F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3" creationId="{793BD47F-D7D4-8E7B-8D73-7F92A8DCDBED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4" creationId="{2637A883-2672-76B6-CC92-2D833492428A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5" creationId="{4279AFD4-3880-E87C-AB1A-5B4C8FEC781B}"/>
          </ac:spMkLst>
        </pc:spChg>
        <pc:picChg chg="del mod">
          <ac:chgData name="이민재" userId="f97f16f7-28a5-49bd-9e05-fb3ef63d7997" providerId="ADAL" clId="{F54266FE-3CE0-4D70-AB38-FA00E3881D11}" dt="2023-02-08T13:58:49.086" v="3703" actId="478"/>
          <ac:picMkLst>
            <pc:docMk/>
            <pc:sldMk cId="1275176864" sldId="757"/>
            <ac:picMk id="6" creationId="{4C87FD23-BD90-C38A-D455-9A7694C3737E}"/>
          </ac:picMkLst>
        </pc:picChg>
        <pc:picChg chg="add mod">
          <ac:chgData name="이민재" userId="f97f16f7-28a5-49bd-9e05-fb3ef63d7997" providerId="ADAL" clId="{F54266FE-3CE0-4D70-AB38-FA00E3881D11}" dt="2023-02-08T13:54:46.235" v="3643" actId="571"/>
          <ac:picMkLst>
            <pc:docMk/>
            <pc:sldMk cId="1275176864" sldId="757"/>
            <ac:picMk id="7" creationId="{44F69129-F509-527A-8462-9768C587AC36}"/>
          </ac:picMkLst>
        </pc:picChg>
        <pc:picChg chg="del mod">
          <ac:chgData name="이민재" userId="f97f16f7-28a5-49bd-9e05-fb3ef63d7997" providerId="ADAL" clId="{F54266FE-3CE0-4D70-AB38-FA00E3881D11}" dt="2023-02-08T14:05:32.664" v="3738" actId="478"/>
          <ac:picMkLst>
            <pc:docMk/>
            <pc:sldMk cId="1275176864" sldId="757"/>
            <ac:picMk id="8" creationId="{2299EA1C-AB4A-7F04-F68E-DABAEFD066D7}"/>
          </ac:picMkLst>
        </pc:picChg>
        <pc:picChg chg="add mod">
          <ac:chgData name="이민재" userId="f97f16f7-28a5-49bd-9e05-fb3ef63d7997" providerId="ADAL" clId="{F54266FE-3CE0-4D70-AB38-FA00E3881D11}" dt="2023-02-08T13:54:46.235" v="3643" actId="571"/>
          <ac:picMkLst>
            <pc:docMk/>
            <pc:sldMk cId="1275176864" sldId="757"/>
            <ac:picMk id="9" creationId="{06FE623C-1D73-AB7A-7606-6AEE197A1D7F}"/>
          </ac:picMkLst>
        </pc:picChg>
        <pc:picChg chg="add del mod">
          <ac:chgData name="이민재" userId="f97f16f7-28a5-49bd-9e05-fb3ef63d7997" providerId="ADAL" clId="{F54266FE-3CE0-4D70-AB38-FA00E3881D11}" dt="2023-02-08T14:02:18.768" v="3712" actId="478"/>
          <ac:picMkLst>
            <pc:docMk/>
            <pc:sldMk cId="1275176864" sldId="757"/>
            <ac:picMk id="14" creationId="{EC71514A-A9B3-52A7-E540-73F4157429C6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16" creationId="{455995AD-DB05-BF87-CDAF-14A7BC6DD086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20" creationId="{04853E47-13A7-ACFB-E15A-CDDED7428F4F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22" creationId="{316B1ABB-3BC2-E95E-EB12-2092F41972F4}"/>
          </ac:picMkLst>
        </pc:picChg>
        <pc:picChg chg="add mod">
          <ac:chgData name="이민재" userId="f97f16f7-28a5-49bd-9e05-fb3ef63d7997" providerId="ADAL" clId="{F54266FE-3CE0-4D70-AB38-FA00E3881D11}" dt="2023-02-08T14:13:51.770" v="3894" actId="571"/>
          <ac:picMkLst>
            <pc:docMk/>
            <pc:sldMk cId="1275176864" sldId="757"/>
            <ac:picMk id="28" creationId="{8388DBCA-EA41-507A-0B94-1644CED3396E}"/>
          </ac:picMkLst>
        </pc:picChg>
      </pc:sldChg>
      <pc:sldChg chg="add del">
        <pc:chgData name="이민재" userId="f97f16f7-28a5-49bd-9e05-fb3ef63d7997" providerId="ADAL" clId="{F54266FE-3CE0-4D70-AB38-FA00E3881D11}" dt="2023-02-08T12:37:05.475" v="2133" actId="47"/>
        <pc:sldMkLst>
          <pc:docMk/>
          <pc:sldMk cId="553444817" sldId="758"/>
        </pc:sldMkLst>
      </pc:sldChg>
      <pc:sldChg chg="delSp add del mod">
        <pc:chgData name="이민재" userId="f97f16f7-28a5-49bd-9e05-fb3ef63d7997" providerId="ADAL" clId="{F54266FE-3CE0-4D70-AB38-FA00E3881D11}" dt="2023-02-09T03:15:09.303" v="9478" actId="47"/>
        <pc:sldMkLst>
          <pc:docMk/>
          <pc:sldMk cId="2950966071" sldId="758"/>
        </pc:sldMkLst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0" creationId="{B317F637-B290-5DF8-9C72-3177AC5EDAFA}"/>
          </ac:graphicFrameMkLst>
        </pc:graphicFrameChg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1" creationId="{87BE2FA7-D436-16B9-A97A-78684FEA2410}"/>
          </ac:graphicFrameMkLst>
        </pc:graphicFrameChg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2" creationId="{7F9649D2-4D45-CBBF-8DF9-90767D00CF4F}"/>
          </ac:graphicFrameMkLst>
        </pc:graphicFrameChg>
      </pc:sldChg>
      <pc:sldChg chg="addSp delSp modSp add mod">
        <pc:chgData name="이민재" userId="f97f16f7-28a5-49bd-9e05-fb3ef63d7997" providerId="ADAL" clId="{F54266FE-3CE0-4D70-AB38-FA00E3881D11}" dt="2023-02-09T05:07:31.602" v="11708" actId="14100"/>
        <pc:sldMkLst>
          <pc:docMk/>
          <pc:sldMk cId="3149467972" sldId="758"/>
        </pc:sldMkLst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3" creationId="{38A4487C-9BF5-8983-62B6-C4F2CFB26AF5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5" creationId="{B5F8686B-3598-AC03-FDE7-0D417298F249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6" creationId="{77FA3DFE-5FD6-D4B6-0B6F-2589D8529AFE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2" creationId="{CFDF0203-4BF9-0430-0635-E6A66C72C428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3" creationId="{58EC890F-94A5-B7D2-B1FA-EA21ECAAD055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4" creationId="{AC118B15-C898-5268-2E9C-29E28F70B341}"/>
          </ac:spMkLst>
        </pc:spChg>
        <pc:spChg chg="add mod">
          <ac:chgData name="이민재" userId="f97f16f7-28a5-49bd-9e05-fb3ef63d7997" providerId="ADAL" clId="{F54266FE-3CE0-4D70-AB38-FA00E3881D11}" dt="2023-02-09T05:07:29.291" v="11707" actId="1076"/>
          <ac:spMkLst>
            <pc:docMk/>
            <pc:sldMk cId="3149467972" sldId="758"/>
            <ac:spMk id="19" creationId="{F272A491-4D5B-B604-035D-FBC1D6A51C8A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29" creationId="{DECD4595-1F44-2646-EF2D-4E355D0988B5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30" creationId="{949C0EDE-10A2-B13A-FE08-D7A8ACCE4091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31" creationId="{49D6CEEF-B72F-4001-5926-7B542C5C9C1E}"/>
          </ac:spMkLst>
        </pc:spChg>
        <pc:spChg chg="del">
          <ac:chgData name="이민재" userId="f97f16f7-28a5-49bd-9e05-fb3ef63d7997" providerId="ADAL" clId="{F54266FE-3CE0-4D70-AB38-FA00E3881D11}" dt="2023-02-09T03:29:36.609" v="9521" actId="478"/>
          <ac:spMkLst>
            <pc:docMk/>
            <pc:sldMk cId="3149467972" sldId="758"/>
            <ac:spMk id="32" creationId="{69277BA5-971C-EEA2-C661-9867FE22CF3E}"/>
          </ac:spMkLst>
        </pc:spChg>
        <pc:spChg chg="mod">
          <ac:chgData name="이민재" userId="f97f16f7-28a5-49bd-9e05-fb3ef63d7997" providerId="ADAL" clId="{F54266FE-3CE0-4D70-AB38-FA00E3881D11}" dt="2023-02-09T05:01:34.713" v="11465" actId="1036"/>
          <ac:spMkLst>
            <pc:docMk/>
            <pc:sldMk cId="3149467972" sldId="758"/>
            <ac:spMk id="33" creationId="{BFAEBA91-81D0-E187-11F5-75D48FCDB6A3}"/>
          </ac:spMkLst>
        </pc:spChg>
        <pc:spChg chg="del">
          <ac:chgData name="이민재" userId="f97f16f7-28a5-49bd-9e05-fb3ef63d7997" providerId="ADAL" clId="{F54266FE-3CE0-4D70-AB38-FA00E3881D11}" dt="2023-02-09T03:29:35.320" v="9520" actId="478"/>
          <ac:spMkLst>
            <pc:docMk/>
            <pc:sldMk cId="3149467972" sldId="758"/>
            <ac:spMk id="34" creationId="{B58B9716-FFCB-79F6-0F8C-AF9A21E447C8}"/>
          </ac:spMkLst>
        </pc:spChg>
        <pc:spChg chg="mod">
          <ac:chgData name="이민재" userId="f97f16f7-28a5-49bd-9e05-fb3ef63d7997" providerId="ADAL" clId="{F54266FE-3CE0-4D70-AB38-FA00E3881D11}" dt="2023-02-09T05:02:51.592" v="11519" actId="14100"/>
          <ac:spMkLst>
            <pc:docMk/>
            <pc:sldMk cId="3149467972" sldId="758"/>
            <ac:spMk id="35" creationId="{84FDAFF5-CA72-1EF5-F3AE-B8A9B39DBAFD}"/>
          </ac:spMkLst>
        </pc:sp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7" creationId="{25F6A568-67BA-9334-1876-F3F1DB61EF00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8" creationId="{16034C6D-0896-648B-AA47-66C3C50A5937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9" creationId="{D3861247-5DAE-B79A-1ED4-0E2454692956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10" creationId="{FE8705F0-D872-ACE5-6D60-DCDFE7ABA7A3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11" creationId="{34F353BB-A5F2-695E-23AD-CF02DECB4626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2:56.599" v="11529" actId="1037"/>
          <ac:graphicFrameMkLst>
            <pc:docMk/>
            <pc:sldMk cId="3149467972" sldId="758"/>
            <ac:graphicFrameMk id="15" creationId="{ED73BFA8-955C-2874-A091-CCEFBB9FE0D3}"/>
          </ac:graphicFrameMkLst>
        </pc:graphicFrameChg>
        <pc:graphicFrameChg chg="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20" creationId="{B317F637-B290-5DF8-9C72-3177AC5EDAFA}"/>
          </ac:graphicFrameMkLst>
        </pc:graphicFrameChg>
        <pc:graphicFrameChg chg="del">
          <ac:chgData name="이민재" userId="f97f16f7-28a5-49bd-9e05-fb3ef63d7997" providerId="ADAL" clId="{F54266FE-3CE0-4D70-AB38-FA00E3881D11}" dt="2023-02-09T03:29:31.753" v="9518" actId="478"/>
          <ac:graphicFrameMkLst>
            <pc:docMk/>
            <pc:sldMk cId="3149467972" sldId="758"/>
            <ac:graphicFrameMk id="22" creationId="{7F9649D2-4D45-CBBF-8DF9-90767D00CF4F}"/>
          </ac:graphicFrameMkLst>
        </pc:graphicFrameChg>
        <pc:graphicFrameChg chg="del">
          <ac:chgData name="이민재" userId="f97f16f7-28a5-49bd-9e05-fb3ef63d7997" providerId="ADAL" clId="{F54266FE-3CE0-4D70-AB38-FA00E3881D11}" dt="2023-02-09T03:29:34.010" v="9519" actId="478"/>
          <ac:graphicFrameMkLst>
            <pc:docMk/>
            <pc:sldMk cId="3149467972" sldId="758"/>
            <ac:graphicFrameMk id="23" creationId="{87BE2FA7-D436-16B9-A97A-78684FEA2410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4" creationId="{58CE09BC-D06C-AA4C-251C-465F5DA970E8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5" creationId="{912B4CE8-BE1D-8229-F007-E3FF54B96A69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6" creationId="{9E08B643-C700-D0D5-9284-AC632B7CC373}"/>
          </ac:graphicFrameMkLst>
        </pc:graphicFrameChg>
        <pc:cxnChg chg="add mod">
          <ac:chgData name="이민재" userId="f97f16f7-28a5-49bd-9e05-fb3ef63d7997" providerId="ADAL" clId="{F54266FE-3CE0-4D70-AB38-FA00E3881D11}" dt="2023-02-09T05:04:19.741" v="11535" actId="692"/>
          <ac:cxnSpMkLst>
            <pc:docMk/>
            <pc:sldMk cId="3149467972" sldId="758"/>
            <ac:cxnSpMk id="17" creationId="{D0560075-0E56-16B7-E2C6-B9EB03B7A3AE}"/>
          </ac:cxnSpMkLst>
        </pc:cxnChg>
        <pc:cxnChg chg="add mod">
          <ac:chgData name="이민재" userId="f97f16f7-28a5-49bd-9e05-fb3ef63d7997" providerId="ADAL" clId="{F54266FE-3CE0-4D70-AB38-FA00E3881D11}" dt="2023-02-09T05:07:31.602" v="11708" actId="14100"/>
          <ac:cxnSpMkLst>
            <pc:docMk/>
            <pc:sldMk cId="3149467972" sldId="758"/>
            <ac:cxnSpMk id="18" creationId="{4B4AAECE-8D43-F8F0-8EF1-D5B6EE3BF32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/>
              <a:t>Main Title</a:t>
            </a:r>
            <a:endParaRPr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/>
              <a:t>이름</a:t>
            </a:r>
            <a:endParaRPr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/>
              <a:t>Sub title</a:t>
            </a: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r>
              <a:rPr err="1"/>
              <a:t>본문</a:t>
            </a:r>
            <a:r>
              <a:t> 첫 </a:t>
            </a:r>
            <a:r>
              <a:rPr err="1"/>
              <a:t>번째</a:t>
            </a:r>
            <a:r>
              <a:t> 줄</a:t>
            </a:r>
          </a:p>
          <a:p>
            <a:pPr lvl="1"/>
            <a:r>
              <a:rPr err="1"/>
              <a:t>본문</a:t>
            </a:r>
            <a:r>
              <a:t> 두 </a:t>
            </a:r>
            <a:r>
              <a:rPr err="1"/>
              <a:t>번째</a:t>
            </a:r>
            <a:r>
              <a:t> 줄</a:t>
            </a:r>
          </a:p>
          <a:p>
            <a:pPr lvl="2"/>
            <a:r>
              <a:rPr err="1"/>
              <a:t>본문</a:t>
            </a:r>
            <a:r>
              <a:t> 세 </a:t>
            </a:r>
            <a:r>
              <a:rPr err="1"/>
              <a:t>번째</a:t>
            </a:r>
            <a:r>
              <a:t> 줄</a:t>
            </a:r>
          </a:p>
          <a:p>
            <a:pPr lvl="3"/>
            <a:r>
              <a:rPr err="1"/>
              <a:t>본문</a:t>
            </a:r>
            <a:r>
              <a:t> 네 </a:t>
            </a:r>
            <a:r>
              <a:rPr err="1"/>
              <a:t>번째</a:t>
            </a:r>
            <a:r>
              <a:t> 줄</a:t>
            </a:r>
          </a:p>
          <a:p>
            <a:pPr lvl="4"/>
            <a:r>
              <a:rPr err="1"/>
              <a:t>본문</a:t>
            </a:r>
            <a:r>
              <a:t> </a:t>
            </a:r>
            <a:r>
              <a:rPr err="1"/>
              <a:t>다섯</a:t>
            </a:r>
            <a:r>
              <a:t> </a:t>
            </a:r>
            <a:r>
              <a:rPr err="1"/>
              <a:t>번째</a:t>
            </a:r>
            <a:r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CNN Accelerator</a:t>
            </a:r>
            <a:br>
              <a:rPr lang="en-US" altLang="ko-KR" sz="4000" dirty="0"/>
            </a:br>
            <a:r>
              <a:rPr lang="en-US" altLang="ko-KR" sz="4000" dirty="0"/>
              <a:t> Configuration/Optimization</a:t>
            </a:r>
            <a:endParaRPr lang="ko-KR" altLang="en-US" sz="4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AIHA-Intern-2023-NPU</a:t>
            </a:r>
          </a:p>
          <a:p>
            <a:endParaRPr lang="en-US" altLang="ko-KR" sz="28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D5C8AE0E-B703-F753-449B-C0A76C88AA37}"/>
              </a:ext>
            </a:extLst>
          </p:cNvPr>
          <p:cNvSpPr txBox="1">
            <a:spLocks/>
          </p:cNvSpPr>
          <p:nvPr/>
        </p:nvSpPr>
        <p:spPr>
          <a:xfrm>
            <a:off x="1676400" y="3814318"/>
            <a:ext cx="9144000" cy="182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371465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742932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114397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485863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sz="2800"/>
              <a:t>Dongbeom Son / Wonbin Seo / Sumin Lee</a:t>
            </a:r>
          </a:p>
          <a:p>
            <a:pPr hangingPunct="1"/>
            <a:r>
              <a:rPr lang="en-US" altLang="ko-KR" sz="1600">
                <a:hlinkClick r:id="rId3"/>
              </a:rPr>
              <a:t>bumin35@hanyang.ac.kr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4"/>
              </a:rPr>
              <a:t>kkyou123@hanyang.ac.kr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5"/>
              </a:rPr>
              <a:t>slbiog3025@hanyang.ac.kr</a:t>
            </a:r>
            <a:endParaRPr lang="en-US" altLang="ko-KR" sz="2000"/>
          </a:p>
          <a:p>
            <a:pPr hangingPunct="1"/>
            <a:r>
              <a:rPr lang="en-US" altLang="ko-KR" sz="2000"/>
              <a:t>2023 aiha-intern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922197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CDB6B-866F-B161-00DC-CAB0C95C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C466E-A671-93B3-7054-DD0C1A13B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1147313"/>
            <a:ext cx="5257798" cy="5029650"/>
          </a:xfrm>
        </p:spPr>
        <p:txBody>
          <a:bodyPr/>
          <a:lstStyle/>
          <a:p>
            <a:r>
              <a:rPr lang="en-US" altLang="ko-KR" dirty="0"/>
              <a:t>Cycle Analysis</a:t>
            </a:r>
          </a:p>
          <a:p>
            <a:endParaRPr lang="en-US" altLang="ko-KR" dirty="0"/>
          </a:p>
          <a:p>
            <a:r>
              <a:rPr lang="en-US" altLang="ko-KR" dirty="0"/>
              <a:t>Baseline Cycle Analysis</a:t>
            </a:r>
          </a:p>
          <a:p>
            <a:endParaRPr lang="en-US" altLang="ko-KR" dirty="0"/>
          </a:p>
          <a:p>
            <a:r>
              <a:rPr lang="en-US" altLang="ko-KR" dirty="0"/>
              <a:t>Optimize Configuration</a:t>
            </a:r>
          </a:p>
          <a:p>
            <a:endParaRPr lang="en-US" altLang="ko-KR" dirty="0"/>
          </a:p>
          <a:p>
            <a:r>
              <a:rPr lang="en-US" altLang="ko-KR" dirty="0"/>
              <a:t>VGG-16 Structure</a:t>
            </a:r>
          </a:p>
          <a:p>
            <a:endParaRPr lang="en-US" altLang="ko-KR" dirty="0"/>
          </a:p>
          <a:p>
            <a:r>
              <a:rPr lang="en-US" altLang="ko-KR" dirty="0"/>
              <a:t>Configuring PE-Arrays for VGG-16</a:t>
            </a:r>
          </a:p>
          <a:p>
            <a:endParaRPr lang="en-US" altLang="ko-KR" dirty="0"/>
          </a:p>
          <a:p>
            <a:r>
              <a:rPr lang="en-US" altLang="ko-KR" dirty="0"/>
              <a:t>Configuring PE-ROW for Memory Bottleneck</a:t>
            </a:r>
          </a:p>
          <a:p>
            <a:endParaRPr lang="en-US" altLang="ko-KR" dirty="0"/>
          </a:p>
          <a:p>
            <a:r>
              <a:rPr lang="en-US" altLang="ko-KR" dirty="0"/>
              <a:t>Utilization Unused PE Element</a:t>
            </a:r>
          </a:p>
          <a:p>
            <a:endParaRPr lang="en-US" altLang="ko-KR" dirty="0"/>
          </a:p>
          <a:p>
            <a:r>
              <a:rPr lang="en-US" altLang="ko-KR" dirty="0"/>
              <a:t>Optimal</a:t>
            </a:r>
            <a:r>
              <a:rPr lang="ko-KR" altLang="en-US" dirty="0"/>
              <a:t> </a:t>
            </a:r>
            <a:r>
              <a:rPr lang="en-US" altLang="ko-KR" dirty="0"/>
              <a:t>Configuration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A4919-BDF7-1D8B-C5D2-121CF3605E6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8F7146A2-F5B3-D343-A45D-AB5F15D876BB}"/>
              </a:ext>
            </a:extLst>
          </p:cNvPr>
          <p:cNvSpPr txBox="1">
            <a:spLocks/>
          </p:cNvSpPr>
          <p:nvPr/>
        </p:nvSpPr>
        <p:spPr>
          <a:xfrm>
            <a:off x="6095998" y="1147313"/>
            <a:ext cx="547878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Testing for Other Network (Resnet-50)</a:t>
            </a:r>
          </a:p>
          <a:p>
            <a:pPr hangingPunct="1"/>
            <a:endParaRPr lang="en-US" altLang="ko-KR" dirty="0"/>
          </a:p>
          <a:p>
            <a:pPr hangingPunct="1"/>
            <a:r>
              <a:rPr lang="en-US" altLang="ko-KR" dirty="0"/>
              <a:t>Retest VGG16 Using ResNet50 Configuration </a:t>
            </a:r>
          </a:p>
          <a:p>
            <a:pPr hangingPunct="1"/>
            <a:endParaRPr lang="en-US" altLang="ko-KR" dirty="0"/>
          </a:p>
          <a:p>
            <a:pPr hangingPunct="1"/>
            <a:r>
              <a:rPr lang="en-US" altLang="ko-KR" dirty="0"/>
              <a:t>Change Kernel Clock Frequency </a:t>
            </a:r>
          </a:p>
          <a:p>
            <a:pPr hangingPunct="1"/>
            <a:endParaRPr lang="en-US" altLang="ko-KR" dirty="0"/>
          </a:p>
          <a:p>
            <a:pPr hangingPunct="1"/>
            <a:r>
              <a:rPr lang="en-US" altLang="ko-KR" dirty="0"/>
              <a:t>Configuration table</a:t>
            </a:r>
          </a:p>
          <a:p>
            <a:pPr lvl="1" hangingPunct="1"/>
            <a:r>
              <a:rPr lang="en-US" altLang="ko-KR" dirty="0"/>
              <a:t>300MHz</a:t>
            </a:r>
          </a:p>
          <a:p>
            <a:pPr lvl="1" hangingPunct="1"/>
            <a:r>
              <a:rPr lang="en-US" altLang="ko-KR" dirty="0"/>
              <a:t>500MHz</a:t>
            </a:r>
          </a:p>
          <a:p>
            <a:pPr lvl="1" hangingPunct="1"/>
            <a:r>
              <a:rPr lang="en-US" altLang="ko-KR" dirty="0"/>
              <a:t>Configuration Table Using Same Memory Bank (300MHz)</a:t>
            </a:r>
          </a:p>
          <a:p>
            <a:pPr lvl="1" hangingPunct="1"/>
            <a:r>
              <a:rPr lang="en-US" altLang="ko-KR" dirty="0"/>
              <a:t>Configuration Table Using Same Memory Bank (500MHz)</a:t>
            </a:r>
          </a:p>
          <a:p>
            <a:pPr lvl="1" hangingPunct="1"/>
            <a:r>
              <a:rPr lang="en-US" altLang="ko-KR" dirty="0"/>
              <a:t>Configuration Table Issue resolved (300MHz)</a:t>
            </a:r>
          </a:p>
          <a:p>
            <a:pPr lvl="1" hangingPunct="1"/>
            <a:r>
              <a:rPr lang="en-US" altLang="ko-KR" dirty="0"/>
              <a:t>Configuration Table Issue resolved (500MHz)</a:t>
            </a:r>
          </a:p>
          <a:p>
            <a:pPr lvl="1" hangingPunct="1"/>
            <a:endParaRPr lang="en-US" altLang="ko-KR" dirty="0"/>
          </a:p>
          <a:p>
            <a:pPr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36868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Cycle Analysis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dirty="0"/>
                  <a:t>Theoretical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cycle =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Practical cycle = 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𝑝𝑟</m:t>
                        </m:r>
                      </m:sub>
                    </m:sSub>
                    <m:r>
                      <a:rPr lang="en-US" altLang="ko-KR" sz="1800" i="1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800" i="1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ko-KR" sz="1800" i="1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+ write 0 overhead + initialize </a:t>
                </a:r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psum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buffer + final write back </a:t>
                </a: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	=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𝑎𝑐𝑡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𝑠𝑜</m:t>
                    </m:r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	(</a:t>
                </a:r>
                <a14:m>
                  <m:oMath xmlns:m="http://schemas.openxmlformats.org/officeDocument/2006/math"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𝑎𝑐𝑡</m:t>
                    </m:r>
                  </m:oMath>
                </a14:m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= </a:t>
                </a:r>
                <a:r>
                  <a:rPr lang="en-US" altLang="ko-KR" b="1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#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of write_port_activation,  </a:t>
                </a:r>
                <a14:m>
                  <m:oMath xmlns:m="http://schemas.openxmlformats.org/officeDocument/2006/math"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𝑠𝑜</m:t>
                    </m:r>
                  </m:oMath>
                </a14:m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= state transition overhead)</a:t>
                </a: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	=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3 + 6</m:t>
                    </m:r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dirty="0"/>
                  <a:t>Required multiplication :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𝑂𝑃𝑠</m:t>
                    </m:r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dirty="0"/>
                  <a:t># of multiplier = n = </a:t>
                </a:r>
                <a:r>
                  <a:rPr lang="en-US" altLang="ko-KR" b="1" dirty="0"/>
                  <a:t>#</a:t>
                </a:r>
                <a:r>
                  <a:rPr lang="en-US" altLang="ko-KR" dirty="0"/>
                  <a:t> of PE element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3 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3 </m:t>
                    </m:r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sz="1800" b="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/>
                  <a:t>Ideal cycle =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𝑒𝑎𝑙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𝑂𝑃𝑠</m:t>
                        </m:r>
                      </m:num>
                      <m:den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lvl="1"/>
                <a:r>
                  <a:rPr lang="en-US" altLang="ko-KR" sz="1500" dirty="0" err="1"/>
                  <a:t>Tile_length</a:t>
                </a:r>
                <a:r>
                  <a:rPr lang="en-US" altLang="ko-KR" sz="15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5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ko-KR" sz="1500" dirty="0"/>
              </a:p>
              <a:p>
                <a:pPr lvl="1"/>
                <a:r>
                  <a:rPr lang="en-US" altLang="ko-KR" sz="1500" dirty="0" err="1"/>
                  <a:t>Kernel_size</a:t>
                </a:r>
                <a:r>
                  <a:rPr lang="en-US" altLang="ko-KR" sz="15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5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ko-KR" sz="1500" dirty="0"/>
              </a:p>
              <a:p>
                <a:pPr lvl="1"/>
                <a:r>
                  <a:rPr lang="en-US" altLang="ko-KR" sz="1500" dirty="0" err="1"/>
                  <a:t>PE_array</a:t>
                </a:r>
                <a:r>
                  <a:rPr lang="en-US" altLang="ko-KR" sz="1500" dirty="0"/>
                  <a:t> row = </a:t>
                </a:r>
                <a14:m>
                  <m:oMath xmlns:m="http://schemas.openxmlformats.org/officeDocument/2006/math">
                    <m:r>
                      <a:rPr lang="en-US" altLang="ko-KR" sz="15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altLang="ko-KR" sz="1500" dirty="0"/>
              </a:p>
              <a:p>
                <a:pPr lvl="1"/>
                <a:r>
                  <a:rPr lang="en-US" altLang="ko-KR" sz="1500" dirty="0"/>
                  <a:t>Tile_column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5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500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⌈</m:t>
                    </m:r>
                    <m:f>
                      <m:f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ko-KR" sz="15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500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altLang="ko-KR" sz="15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sz="1500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⌉</m:t>
                    </m:r>
                  </m:oMath>
                </a14:m>
                <a:endParaRPr lang="en-US" altLang="ko-KR" sz="15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1500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Tile_row</a:t>
                </a:r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ko-KR" altLang="ko-KR" sz="15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ko-KR" altLang="ko-KR" sz="15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500" i="1" kern="100"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500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15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15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input channel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5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5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output channel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5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altLang="ko-KR" sz="15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b="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22" t="-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92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Baseline Cycle Analysis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0859" y="1147313"/>
                <a:ext cx="5788521" cy="502965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ko-KR" sz="1500" dirty="0"/>
                  <a:t>Theoretical</a:t>
                </a:r>
                <a:r>
                  <a:rPr lang="ko-KR" altLang="en-US" sz="1500" dirty="0"/>
                  <a:t> </a:t>
                </a:r>
                <a:r>
                  <a:rPr lang="en-US" altLang="ko-KR" sz="1500" dirty="0"/>
                  <a:t>cycle = </a:t>
                </a:r>
                <a14:m>
                  <m:oMath xmlns:m="http://schemas.openxmlformats.org/officeDocument/2006/math">
                    <m:r>
                      <a:rPr lang="en-US" altLang="ko-KR" sz="1500" i="1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ko-KR" sz="1500" i="1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ko-KR" altLang="ko-KR" sz="1500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500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500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500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5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500" dirty="0"/>
                  <a:t>= 63,232</a:t>
                </a:r>
              </a:p>
              <a:p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Practical cycle = </a:t>
                </a:r>
                <a14:m>
                  <m:oMath xmlns:m="http://schemas.openxmlformats.org/officeDocument/2006/math">
                    <m:r>
                      <a:rPr lang="en-US" altLang="ko-KR" sz="1500" i="1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sz="15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𝑝𝑟</m:t>
                        </m:r>
                      </m:sub>
                    </m:sSub>
                    <m:r>
                      <a:rPr lang="en-US" altLang="ko-KR" sz="1500" i="1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ko-KR" sz="15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                    = </a:t>
                </a:r>
                <a14:m>
                  <m:oMath xmlns:m="http://schemas.openxmlformats.org/officeDocument/2006/math">
                    <m:r>
                      <a:rPr lang="en-US" altLang="ko-KR" sz="15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𝑐𝑦</m:t>
                    </m:r>
                    <m:sSub>
                      <m:sSubPr>
                        <m:ctrlPr>
                          <a:rPr lang="ko-KR" altLang="ko-KR" sz="15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ko-KR" sz="15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5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5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5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5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5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15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ko-KR" altLang="ko-KR" sz="15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5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5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sz="15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ko-KR" sz="15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sz="15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3 + 6</m:t>
                    </m:r>
                  </m:oMath>
                </a14:m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                    = 63232 + 3401 = 66,633</a:t>
                </a:r>
              </a:p>
              <a:p>
                <a:pPr marL="0" indent="0">
                  <a:buNone/>
                </a:pPr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 Overhead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ko-KR" altLang="en-US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ko-KR" altLang="ko-KR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𝑐𝑦</m:t>
                            </m:r>
                            <m:sSub>
                              <m:sSubPr>
                                <m:ctrlPr>
                                  <a:rPr lang="ko-KR" altLang="ko-KR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𝑝𝑟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𝑐𝑦</m:t>
                            </m:r>
                            <m:sSub>
                              <m:sSubPr>
                                <m:ctrlPr>
                                  <a:rPr lang="ko-KR" altLang="ko-KR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𝑡h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ko-KR" sz="1500" dirty="0"/>
                  <a:t>  = </a:t>
                </a:r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5.38%</a:t>
                </a:r>
              </a:p>
              <a:p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Measured cycle = 66,633</a:t>
                </a:r>
              </a:p>
              <a:p>
                <a:r>
                  <a:rPr lang="en-US" altLang="ko-KR" sz="15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Total Measured Hardware cycle = 83590</a:t>
                </a:r>
              </a:p>
              <a:p>
                <a:pPr lvl="1"/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convolution engine cycle : 67068</a:t>
                </a:r>
              </a:p>
              <a:p>
                <a:pPr lvl="1"/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ifm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read cycle : 16522  / burst length = 4</a:t>
                </a:r>
              </a:p>
              <a:p>
                <a:pPr lvl="2"/>
                <a:r>
                  <a:rPr lang="en-US" altLang="ko-KR" sz="13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3.83 byte/cycle = 1148MB/s</a:t>
                </a:r>
              </a:p>
              <a:p>
                <a:pPr lvl="1"/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weight read cycle : 15390  / burst length = 4</a:t>
                </a:r>
                <a:endParaRPr lang="en-US" altLang="ko-KR" b="1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ko-KR" sz="13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3.46 byte/cycle = 1038MB/s</a:t>
                </a:r>
              </a:p>
              <a:p>
                <a:pPr lvl="1"/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ofm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write cycle : 47076  / burst length = 2</a:t>
                </a:r>
              </a:p>
              <a:p>
                <a:pPr lvl="2"/>
                <a:r>
                  <a:rPr lang="en-US" altLang="ko-KR" sz="13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2.83 byte/cycle = 848.3MB/s</a:t>
                </a:r>
              </a:p>
              <a:p>
                <a:r>
                  <a:rPr lang="en-US" altLang="ko-KR" sz="1500" dirty="0"/>
                  <a:t>Required minimum OPs = OPs(re)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sz="1500" i="1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sz="15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5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15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sz="15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500" i="1" dirty="0" smtClean="0">
                        <a:latin typeface="Cambria Math" panose="02040503050406030204" pitchFamily="18" charset="0"/>
                      </a:rPr>
                      <m:t> ×</m:t>
                    </m:r>
                    <m:sSub>
                      <m:sSubPr>
                        <m:ctrlPr>
                          <a:rPr lang="en-US" altLang="ko-KR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500" i="1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ko-KR" altLang="en-US" sz="1500" i="1" dirty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ko-KR" altLang="en-US" sz="1500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500" i="1" dirty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sz="1500" dirty="0"/>
                  <a:t>3,810,304</a:t>
                </a:r>
              </a:p>
              <a:p>
                <a:endParaRPr lang="en-US" altLang="ko-KR" sz="14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b="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0859" y="1147313"/>
                <a:ext cx="5788521" cy="5029650"/>
              </a:xfrm>
              <a:blipFill>
                <a:blip r:embed="rId2"/>
                <a:stretch>
                  <a:fillRect l="-843" t="-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텍스트 개체 틀 2">
                <a:extLst>
                  <a:ext uri="{FF2B5EF4-FFF2-40B4-BE49-F238E27FC236}">
                    <a16:creationId xmlns:a16="http://schemas.microsoft.com/office/drawing/2014/main" id="{E3C80C07-B7DA-8AA5-4347-49DEF930DE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43458" y="1086353"/>
                <a:ext cx="5788522" cy="50296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45719" rIns="45719">
                <a:normAutofit/>
              </a:bodyPr>
              <a:lstStyle>
                <a:lvl1pPr marL="185733" marR="0" indent="-18573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1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1pPr>
                <a:lvl2pPr marL="586525" marR="0" indent="-215060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2pPr>
                <a:lvl3pPr marL="998314" marR="0" indent="-25538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3pPr>
                <a:lvl4pPr marL="1406264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4pPr>
                <a:lvl5pPr marL="1777730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5pPr>
                <a:lvl6pPr marL="214919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6pPr>
                <a:lvl7pPr marL="2520661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7pPr>
                <a:lvl8pPr marL="289212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8pPr>
                <a:lvl9pPr marL="3263593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9pPr>
              </a:lstStyle>
              <a:p>
                <a:pPr hangingPunct="1"/>
                <a:r>
                  <a:rPr lang="en-US" altLang="ko-KR" sz="1400" dirty="0"/>
                  <a:t># of multiplier = n # of PE element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ko-KR" sz="14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3 ×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/>
                  <a:t>= 80</a:t>
                </a:r>
              </a:p>
              <a:p>
                <a:pPr hangingPunct="1"/>
                <a:r>
                  <a:rPr lang="en-US" altLang="ko-KR" sz="1400" dirty="0"/>
                  <a:t>Ideal cycle = </a:t>
                </a:r>
                <a:r>
                  <a:rPr lang="en-US" altLang="ko-KR" sz="1400" dirty="0" err="1"/>
                  <a:t>cyc</a:t>
                </a:r>
                <a:r>
                  <a:rPr lang="en-US" altLang="ko-KR" sz="1400" dirty="0"/>
                  <a:t>(id)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𝑂𝑃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ko-KR" sz="1400" dirty="0"/>
                  <a:t>= 47,629 , Overhead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400" i="1" dirty="0">
                            <a:latin typeface="Cambria Math" panose="02040503050406030204" pitchFamily="18" charset="0"/>
                          </a:rPr>
                          <m:t>𝑐𝑦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ko-KR" altLang="en-US" sz="1400" i="1" dirty="0">
                                <a:latin typeface="Cambria Math" panose="02040503050406030204" pitchFamily="18" charset="0"/>
                              </a:rPr>
                              <m:t>𝑝𝑟</m:t>
                            </m:r>
                          </m:sub>
                        </m:sSub>
                      </m:num>
                      <m:den>
                        <m:r>
                          <a:rPr lang="ko-KR" altLang="en-US" sz="1400" i="1" dirty="0">
                            <a:latin typeface="Cambria Math" panose="02040503050406030204" pitchFamily="18" charset="0"/>
                          </a:rPr>
                          <m:t>𝑐𝑦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ko-KR" altLang="en-US" sz="1400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400" dirty="0"/>
                  <a:t>= 39.9%</a:t>
                </a:r>
              </a:p>
              <a:p>
                <a:pPr lvl="1" hangingPunct="1"/>
                <a:r>
                  <a:rPr lang="en-US" altLang="ko-KR" sz="1200" dirty="0" err="1"/>
                  <a:t>Tile_length</a:t>
                </a:r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r>
                      <a:rPr lang="ko-KR" alt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1200" i="1" dirty="0" smtClean="0">
                        <a:latin typeface="Cambria Math" panose="02040503050406030204" pitchFamily="18" charset="0"/>
                      </a:rPr>
                      <m:t> = 16</m:t>
                    </m:r>
                  </m:oMath>
                </a14:m>
                <a:endParaRPr lang="en-US" altLang="ko-KR" sz="1200" dirty="0"/>
              </a:p>
              <a:p>
                <a:pPr lvl="1" hangingPunct="1"/>
                <a:r>
                  <a:rPr lang="en-US" altLang="ko-KR" sz="1200" dirty="0" err="1"/>
                  <a:t>Kernel_size</a:t>
                </a:r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altLang="ko-KR" sz="1200" dirty="0"/>
              </a:p>
              <a:p>
                <a:pPr lvl="1" hangingPunct="1"/>
                <a:r>
                  <a:rPr lang="en-US" altLang="ko-KR" sz="1200" dirty="0" err="1"/>
                  <a:t>PE_array</a:t>
                </a:r>
                <a:r>
                  <a:rPr lang="en-US" altLang="ko-KR" sz="1200" dirty="0"/>
                  <a:t> row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 = 5</m:t>
                    </m:r>
                  </m:oMath>
                </a14:m>
                <a:endParaRPr lang="en-US" altLang="ko-KR" sz="1200" dirty="0"/>
              </a:p>
              <a:p>
                <a:pPr lvl="1" hangingPunct="1"/>
                <a:r>
                  <a:rPr lang="en-US" altLang="ko-KR" sz="1200" dirty="0" err="1"/>
                  <a:t>Tile_column</a:t>
                </a:r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ko-KR" altLang="en-US" sz="1200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200" dirty="0"/>
                  <a:t>=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⌉ 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 4</m:t>
                    </m:r>
                  </m:oMath>
                </a14:m>
                <a:endParaRPr lang="en-US" altLang="ko-KR" sz="1200" dirty="0"/>
              </a:p>
              <a:p>
                <a:pPr lvl="1" hangingPunct="1"/>
                <a:r>
                  <a:rPr lang="en-US" altLang="ko-KR" sz="1200" dirty="0" err="1"/>
                  <a:t>Tile_row</a:t>
                </a:r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200" dirty="0"/>
                  <a:t>=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⌉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US" altLang="ko-KR" sz="1200" dirty="0"/>
              </a:p>
              <a:p>
                <a:pPr lvl="1" hangingPunct="1"/>
                <a:r>
                  <a:rPr lang="en-US" altLang="ko-KR" sz="1200" dirty="0"/>
                  <a:t>input channel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ko-KR" alt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 8</m:t>
                    </m:r>
                  </m:oMath>
                </a14:m>
                <a:endParaRPr lang="en-US" altLang="ko-KR" sz="1200" dirty="0"/>
              </a:p>
              <a:p>
                <a:pPr lvl="1" hangingPunct="1"/>
                <a:r>
                  <a:rPr lang="en-US" altLang="ko-KR" sz="1200" dirty="0"/>
                  <a:t>output channel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ko-KR" altLang="en-US" sz="1200" i="1" dirty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 8</m:t>
                    </m:r>
                  </m:oMath>
                </a14:m>
                <a:endParaRPr lang="en-US" altLang="ko-KR" sz="12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 hangingPunct="1"/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hangingPunct="1"/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 hangingPunct="1"/>
                <a:endParaRPr lang="ko-KR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 hangingPunct="1"/>
                <a:endParaRPr lang="en-US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 hangingPunct="1"/>
                <a:endParaRPr lang="ko-KR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 hangingPunct="1"/>
                <a:endParaRPr lang="en-US" altLang="ko-KR" dirty="0"/>
              </a:p>
            </p:txBody>
          </p:sp>
        </mc:Choice>
        <mc:Fallback>
          <p:sp>
            <p:nvSpPr>
              <p:cNvPr id="11" name="텍스트 개체 틀 2">
                <a:extLst>
                  <a:ext uri="{FF2B5EF4-FFF2-40B4-BE49-F238E27FC236}">
                    <a16:creationId xmlns:a16="http://schemas.microsoft.com/office/drawing/2014/main" id="{E3C80C07-B7DA-8AA5-4347-49DEF930D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458" y="1086353"/>
                <a:ext cx="5788522" cy="5029650"/>
              </a:xfrm>
              <a:prstGeom prst="rect">
                <a:avLst/>
              </a:prstGeom>
              <a:blipFill>
                <a:blip r:embed="rId3"/>
                <a:stretch>
                  <a:fillRect l="-947" t="-7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8956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Optimize Configuration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/>
                  <a:t>Input = 64x64, Output = 61x61, kernel size = 4</a:t>
                </a:r>
              </a:p>
              <a:p>
                <a:pPr lvl="1"/>
                <a:r>
                  <a:rPr lang="en-US" altLang="ko-KR" dirty="0"/>
                  <a:t>change </a:t>
                </a:r>
                <a:r>
                  <a:rPr lang="en-US" altLang="ko-KR" dirty="0" err="1"/>
                  <a:t>PE_array</a:t>
                </a:r>
                <a:r>
                  <a:rPr lang="en-US" altLang="ko-KR" dirty="0"/>
                  <a:t> row and </a:t>
                </a:r>
                <a:r>
                  <a:rPr lang="en-US" altLang="ko-KR" dirty="0" err="1"/>
                  <a:t>tile_length</a:t>
                </a:r>
                <a:r>
                  <a:rPr lang="en-US" altLang="ko-KR" dirty="0"/>
                  <a:t> to 61 </a:t>
                </a:r>
              </a:p>
              <a:p>
                <a:r>
                  <a:rPr lang="en-US" altLang="ko-KR" dirty="0"/>
                  <a:t>Theoretical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cycle = </a:t>
                </a:r>
                <a:r>
                  <a:rPr lang="en-US" altLang="ko-KR" dirty="0" err="1"/>
                  <a:t>cyc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th</a:t>
                </a:r>
                <a:r>
                  <a:rPr lang="en-US" altLang="ko-KR" dirty="0"/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ko-KR" altLang="ko-KR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ko-KR" altLang="ko-KR" sz="16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6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6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6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𝟎𝟗𝟔</m:t>
                    </m:r>
                  </m:oMath>
                </a14:m>
                <a:endParaRPr lang="en-US" altLang="ko-KR" b="1" dirty="0"/>
              </a:p>
              <a:p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Practical cycle = </a:t>
                </a:r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cyc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(pr)</a:t>
                </a:r>
              </a:p>
              <a:p>
                <a:pPr marL="0" indent="0">
                  <a:buNone/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	= </a:t>
                </a:r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cyc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th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ko-KR" altLang="ko-KR" sz="160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60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ko-KR" sz="1600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 dirty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600" i="1" kern="100" dirty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ko-KR" sz="1600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 dirty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i="1" kern="100" dirty="0" err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ko-KR" sz="1600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600" i="1" kern="100" dirty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60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i="1" kern="100" dirty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ko-KR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b="0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i="1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3 + 6 = 4096 + 64 + 61</m:t>
                    </m:r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3 + 6 = </m:t>
                    </m:r>
                    <m:r>
                      <a:rPr lang="en-US" altLang="ko-KR" b="1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ko-KR" b="1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ko-KR" b="1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𝟑𝟒𝟗</m:t>
                    </m:r>
                  </m:oMath>
                </a14:m>
                <a:endParaRPr lang="en-US" altLang="ko-KR" b="1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	 Overhead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𝑐𝑦</m:t>
                        </m:r>
                        <m:sSub>
                          <m:sSub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𝑝𝑟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𝑐𝑦</m:t>
                        </m:r>
                        <m:sSub>
                          <m:sSub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𝑡h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/>
                  <a:t>  =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6.18%</a:t>
                </a:r>
              </a:p>
              <a:p>
                <a:r>
                  <a:rPr lang="en-US" altLang="ko-KR" dirty="0"/>
                  <a:t>Required minimum OPs = OPs(re)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3,810,304</a:t>
                </a:r>
              </a:p>
              <a:p>
                <a:r>
                  <a:rPr lang="en-US" altLang="ko-KR" dirty="0"/>
                  <a:t># of multiplier = n = </a:t>
                </a:r>
                <a:r>
                  <a:rPr lang="en-US" altLang="ko-KR" b="1" dirty="0"/>
                  <a:t>#</a:t>
                </a:r>
                <a:r>
                  <a:rPr lang="en-US" altLang="ko-KR" dirty="0"/>
                  <a:t> of PE element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 976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Ideal cycle = </a:t>
                </a:r>
                <a:r>
                  <a:rPr lang="en-US" altLang="ko-KR" dirty="0" err="1"/>
                  <a:t>cyc</a:t>
                </a:r>
                <a:r>
                  <a:rPr lang="en-US" altLang="ko-KR" dirty="0"/>
                  <a:t>(id)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ko-KR" sz="140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𝑂𝑃𝑠</m:t>
                            </m:r>
                          </m:e>
                          <m:sub>
                            <m:r>
                              <a:rPr lang="en-US" altLang="ko-KR" sz="14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ko-KR" sz="1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𝑟𝑒</m:t>
                            </m:r>
                            <m:r>
                              <a:rPr lang="en-US" altLang="ko-KR" sz="1400" b="0" i="1" kern="100" smtClean="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r>
                          <a:rPr lang="en-US" altLang="ko-KR" sz="1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 3904 </m:t>
                    </m:r>
                  </m:oMath>
                </a14:m>
                <a:r>
                  <a:rPr lang="en-US" altLang="ko-KR" sz="1400" dirty="0"/>
                  <a:t>, Overhead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𝑐𝑦</m:t>
                        </m:r>
                        <m:sSub>
                          <m:sSub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𝑝𝑟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𝑐𝑦</m:t>
                        </m:r>
                        <m:sSub>
                          <m:sSubPr>
                            <m:ctrlPr>
                              <a:rPr lang="ko-K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 11.4%</m:t>
                    </m:r>
                  </m:oMath>
                </a14:m>
                <a:endParaRPr lang="ko-KR" altLang="ko-KR" dirty="0"/>
              </a:p>
              <a:p>
                <a:pPr lvl="1"/>
                <a:r>
                  <a:rPr lang="en-US" altLang="ko-KR" dirty="0"/>
                  <a:t>Tile_length = </a:t>
                </a:r>
                <a14:m>
                  <m:oMath xmlns:m="http://schemas.openxmlformats.org/officeDocument/2006/math">
                    <m:r>
                      <a:rPr lang="en-US" altLang="ko-KR" sz="14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err="1"/>
                  <a:t>Kernel_size</a:t>
                </a:r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4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 4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err="1"/>
                  <a:t>PE_array</a:t>
                </a:r>
                <a:r>
                  <a:rPr lang="en-US" altLang="ko-KR" dirty="0"/>
                  <a:t> row = </a:t>
                </a:r>
                <a:r>
                  <a:rPr lang="en-US" altLang="ko-KR" i="0" dirty="0">
                    <a:latin typeface="+mj-lt"/>
                  </a:rPr>
                  <a:t>r = 61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Tile_column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⌈</m:t>
                    </m:r>
                    <m:f>
                      <m:fPr>
                        <m:ctrlP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kern="1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1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i="1" kern="100" dirty="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⌉  =</m:t>
                    </m:r>
                    <m:r>
                      <a:rPr lang="en-US" altLang="ko-KR" b="0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kern="1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Tile_row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= ⌈</m:t>
                    </m:r>
                    <m:f>
                      <m:fPr>
                        <m:ctrlPr>
                          <a:rPr lang="en-US" altLang="ko-KR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kern="100" dirty="0" smtClean="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kern="100" dirty="0" smtClean="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b="0" i="1" kern="100" dirty="0" smtClean="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⌉=</m:t>
                    </m:r>
                    <m:r>
                      <a:rPr lang="en-US" altLang="ko-KR" b="0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input channel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kern="100" dirty="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= 8</m:t>
                    </m:r>
                  </m:oMath>
                </a14:m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output channel </a:t>
                </a:r>
                <a14:m>
                  <m:oMath xmlns:m="http://schemas.openxmlformats.org/officeDocument/2006/math"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= 8</m:t>
                    </m:r>
                  </m:oMath>
                </a14:m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Overhead can be reduced by 3.2% if write port activation is performed at the same time and only once</a:t>
                </a:r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b="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38" t="-1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975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 Structure</a:t>
            </a:r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0D9DF6-106C-9545-4A35-F772BF7E8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918" y="1669055"/>
            <a:ext cx="6564333" cy="369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860978A-4F6B-00C8-C8D4-95F5DE2F0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91" y="950026"/>
            <a:ext cx="1739872" cy="495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9672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Configuring PE-Arrays for VGG-16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VGG16 has various input and output sizes</a:t>
                </a:r>
              </a:p>
              <a:p>
                <a:pPr lvl="1"/>
                <a:r>
                  <a:rPr lang="en-US" altLang="ko-KR" dirty="0"/>
                  <a:t>Input varies from 226 x 226 (including </a:t>
                </a:r>
                <a:r>
                  <a:rPr lang="en-US" altLang="ko-KR" dirty="0" err="1"/>
                  <a:t>zero_padding</a:t>
                </a:r>
                <a:r>
                  <a:rPr lang="en-US" altLang="ko-KR" dirty="0"/>
                  <a:t>) to 16 x 16, Output also varies from 224 x 224 to 14 x 14</a:t>
                </a:r>
              </a:p>
              <a:p>
                <a:pPr lvl="1"/>
                <a:r>
                  <a:rPr lang="en-US" altLang="ko-KR" dirty="0"/>
                  <a:t>Kernel size is fixed in all layers by 3 x 3</a:t>
                </a:r>
              </a:p>
              <a:p>
                <a:pPr lvl="1"/>
                <a:r>
                  <a:rPr lang="en-US" altLang="ko-KR" dirty="0"/>
                  <a:t>An efficient configuration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for one layer may not be proper for others</a:t>
                </a:r>
              </a:p>
              <a:p>
                <a:pPr lvl="1"/>
                <a:r>
                  <a:rPr lang="en-US" altLang="ko-KR" dirty="0"/>
                  <a:t>To determine the row of the PE array, perform the following calculation</a:t>
                </a:r>
              </a:p>
              <a:p>
                <a:pPr lvl="1"/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pl-PL" altLang="ko-KR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pl-PL" altLang="ko-KR" i="0" dirty="0">
                    <a:latin typeface="+mj-lt"/>
                  </a:rPr>
                  <a:t>[226, 226, 114,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pl-PL" altLang="ko-KR" i="0" dirty="0">
                    <a:latin typeface="+mj-lt"/>
                  </a:rPr>
                  <a:t>114, 58, 58,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pl-PL" altLang="ko-KR" i="0" dirty="0">
                    <a:latin typeface="+mj-lt"/>
                  </a:rPr>
                  <a:t>58, 30, 30,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pl-PL" altLang="ko-KR" i="0" dirty="0">
                    <a:latin typeface="+mj-lt"/>
                  </a:rPr>
                  <a:t>30, 16,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pl-PL" altLang="ko-KR" i="0" dirty="0">
                    <a:latin typeface="+mj-lt"/>
                  </a:rPr>
                  <a:t>16, 16]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altLang="ko-KR" i="0" dirty="0">
                    <a:latin typeface="+mj-lt"/>
                  </a:rPr>
                  <a:t>[64, 64, 128, 128,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256, 256, 256,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512, 512,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 512]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i="0" dirty="0">
                    <a:latin typeface="+mj-lt"/>
                  </a:rPr>
                  <a:t>[64,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128,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128, 256, 256,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256,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512, 512,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512, 512,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512]</a:t>
                </a:r>
                <a:endParaRPr lang="en-US" altLang="ko-KR" dirty="0"/>
              </a:p>
              <a:p>
                <a:r>
                  <a:rPr lang="en-US" altLang="ko-KR" dirty="0"/>
                  <a:t>Required #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of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multiplication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ko-KR" altLang="ko-KR" sz="15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ko-KR" sz="15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5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13</m:t>
                        </m:r>
                      </m:sup>
                      <m:e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ko-KR" altLang="ko-KR" sz="15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/>
                  <a:t>Computation Cycle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ko-KR" altLang="ko-KR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13</m:t>
                        </m:r>
                      </m:sup>
                      <m:e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1600" dirty="0"/>
              </a:p>
              <a:p>
                <a:r>
                  <a:rPr lang="en-US" altLang="ko-KR" sz="1600" dirty="0"/>
                  <a:t>maximum OPs/cycle = 296.41 OPs/</a:t>
                </a:r>
                <a:r>
                  <a:rPr lang="en-US" altLang="ko-KR" dirty="0"/>
                  <a:t>cycle</a:t>
                </a:r>
                <a:endParaRPr lang="en-US" altLang="ko-KR" sz="1600" dirty="0"/>
              </a:p>
              <a:p>
                <a:pPr lvl="1"/>
                <a:r>
                  <a:rPr lang="en-US" altLang="ko-KR" dirty="0"/>
                  <a:t>Maximum efficiency: 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16, 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224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OPs/cycle per layer </a:t>
                </a:r>
                <a:r>
                  <a:rPr lang="en-US" altLang="ko-KR" i="0" dirty="0">
                    <a:latin typeface="+mj-lt"/>
                  </a:rPr>
                  <a:t>= [1584.51, 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742.74,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 371.37,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 185.68, </a:t>
                </a:r>
                <a:r>
                  <a:rPr lang="en-US" altLang="ko-KR" b="0" i="0" dirty="0">
                    <a:latin typeface="+mj-lt"/>
                  </a:rPr>
                  <a:t> </a:t>
                </a:r>
                <a:r>
                  <a:rPr lang="en-US" altLang="ko-KR" i="0" dirty="0">
                    <a:latin typeface="+mj-lt"/>
                  </a:rPr>
                  <a:t>92.84]</a:t>
                </a:r>
                <a:endParaRPr lang="en-US" altLang="ko-KR" dirty="0"/>
              </a:p>
              <a:p>
                <a:pPr marL="371465" lvl="1" indent="0">
                  <a:buNone/>
                </a:pPr>
                <a:endParaRPr lang="ko-KR" altLang="ko-KR" sz="1200" dirty="0"/>
              </a:p>
              <a:p>
                <a:endParaRPr lang="ko-KR" altLang="ko-KR" sz="1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b="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96" t="-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4358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Configuring PE-ROW for Memory Bottleneck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2" y="1129500"/>
                <a:ext cx="10515601" cy="5029650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Input throughput bottle neck = (r+2)byte/cycle </a:t>
                </a:r>
                <a14:m>
                  <m:oMath xmlns:m="http://schemas.openxmlformats.org/officeDocument/2006/math">
                    <m:r>
                      <a:rPr lang="ko-KR" altLang="ko-KR" sz="1600" smtClean="0"/>
                      <m:t>≤</m:t>
                    </m:r>
                  </m:oMath>
                </a14:m>
                <a:r>
                  <a:rPr lang="en-US" altLang="ko-KR" dirty="0"/>
                  <a:t> 64 byte/cycle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/>
                      <m:t>𝑟</m:t>
                    </m:r>
                    <m:r>
                      <a:rPr lang="en-US" altLang="ko-KR" i="1" dirty="0" smtClean="0"/>
                      <m:t> </m:t>
                    </m:r>
                    <m:r>
                      <a:rPr lang="ko-KR" altLang="ko-KR" sz="1200" smtClean="0"/>
                      <m:t>≤</m:t>
                    </m:r>
                    <m:r>
                      <a:rPr lang="en-US" altLang="ko-KR" i="1" dirty="0" smtClean="0"/>
                      <m:t> 62  </m:t>
                    </m:r>
                  </m:oMath>
                </a14:m>
                <a:r>
                  <a:rPr lang="en-US" altLang="ko-KR" dirty="0"/>
                  <a:t>, Assuming </a:t>
                </a:r>
                <a:r>
                  <a:rPr lang="en-US" altLang="ko-KR" b="1" dirty="0"/>
                  <a:t>85% availability</a:t>
                </a:r>
                <a:r>
                  <a:rPr lang="en-US" altLang="ko-KR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 smtClean="0"/>
                      <m:t>max</m:t>
                    </m:r>
                    <m:r>
                      <a:rPr lang="en-US" altLang="ko-KR" i="1" dirty="0" smtClean="0"/>
                      <m:t>⁡(</m:t>
                    </m:r>
                    <m:r>
                      <a:rPr lang="en-US" altLang="ko-KR" i="1" dirty="0" smtClean="0"/>
                      <m:t>𝑟</m:t>
                    </m:r>
                    <m:r>
                      <a:rPr lang="en-US" altLang="ko-KR" i="1" dirty="0" smtClean="0"/>
                      <m:t>) = 52</m:t>
                    </m:r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/>
                      <m:t>𝑡</m:t>
                    </m:r>
                    <m:r>
                      <a:rPr lang="en-US" altLang="ko-KR" i="1" dirty="0" smtClean="0"/>
                      <m:t> = 30</m:t>
                    </m:r>
                    <m:r>
                      <a:rPr lang="en-US" altLang="ko-KR" i="1" dirty="0"/>
                      <m:t>,  </m:t>
                    </m:r>
                    <m:r>
                      <a:rPr lang="en-US" altLang="ko-KR" i="1" dirty="0"/>
                      <m:t>𝑟</m:t>
                    </m:r>
                    <m:r>
                      <a:rPr lang="en-US" altLang="ko-KR" i="1" dirty="0"/>
                      <m:t> = 45</m:t>
                    </m:r>
                  </m:oMath>
                </a14:m>
                <a:r>
                  <a:rPr lang="en-US" altLang="ko-KR" dirty="0"/>
                  <a:t>  </a:t>
                </a:r>
                <a:r>
                  <a:rPr lang="ko-KR" altLang="en-US" dirty="0"/>
                  <a:t>→</a:t>
                </a:r>
                <a:r>
                  <a:rPr lang="en-US" altLang="ko-KR" dirty="0"/>
                  <a:t>  Ops/cycle = 208 </a:t>
                </a:r>
              </a:p>
              <a:p>
                <a:pPr lvl="1"/>
                <a:r>
                  <a:rPr lang="en-US" altLang="ko-KR" dirty="0"/>
                  <a:t>OPs/cycle</a:t>
                </a:r>
                <a:r>
                  <a:rPr lang="en-US" altLang="ko-KR" kern="1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per layer: [342.11, 342.11, 285.09, 285.09, 213.82, 213.82, 213.82, 213.82, 213.82, 213.82, 53.45, 53.45, 53.45] </a:t>
                </a:r>
              </a:p>
              <a:p>
                <a:pPr lvl="1"/>
                <a:r>
                  <a:rPr lang="en-US" altLang="ko-KR" sz="1400" kern="100" dirty="0"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Output throughput bottle neck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400" b="1" i="1" kern="100" smtClean="0">
                            <a:effectLst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1" i="1" kern="100">
                            <a:effectLst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ko-KR" sz="1400" b="1" i="1" kern="100">
                            <a:effectLst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400" b="1" i="1" kern="100">
                            <a:effectLst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altLang="ko-KR" sz="1400" b="1" i="1" kern="100">
                            <a:effectLst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400" b="1" i="1" kern="100" smtClean="0">
                            <a:effectLst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𝒕</m:t>
                        </m:r>
                      </m:num>
                      <m:den>
                        <m:d>
                          <m:dPr>
                            <m:ctrlPr>
                              <a:rPr lang="ko-KR" altLang="ko-KR" sz="1400" b="1" i="1" kern="100">
                                <a:effectLst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1" i="1" kern="100" smtClean="0">
                                <a:effectLst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ko-KR" sz="1400" b="1" i="1" kern="100">
                                <a:effectLst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ko-KR" sz="1400" b="1" i="1" kern="100">
                                <a:effectLst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US" altLang="ko-KR" sz="1400" b="1" i="1" kern="100">
                            <a:effectLst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ko-KR" altLang="ko-KR" sz="1400" b="1" i="1" kern="100">
                                <a:effectLst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kern="100">
                                <a:effectLst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ko-KR" sz="1400" b="1" i="1" kern="100">
                                <a:effectLst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400" kern="1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byte/cycle </a:t>
                </a:r>
                <a14:m>
                  <m:oMath xmlns:m="http://schemas.openxmlformats.org/officeDocument/2006/math">
                    <m:r>
                      <a:rPr lang="ko-KR" altLang="ko-KR" sz="1400" smtClean="0"/>
                      <m:t>≤</m:t>
                    </m:r>
                  </m:oMath>
                </a14:m>
                <a:r>
                  <a:rPr lang="en-US" altLang="ko-KR" sz="1400" dirty="0"/>
                  <a:t> 64byte/cycle  [maximum </a:t>
                </a:r>
                <a:r>
                  <a:rPr lang="en-US" altLang="ko-KR" sz="1400" dirty="0" err="1"/>
                  <a:t>axi</a:t>
                </a:r>
                <a:r>
                  <a:rPr lang="en-US" altLang="ko-KR" sz="1400" dirty="0"/>
                  <a:t>-interface throughput]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= 30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ko-KR" altLang="en-US" sz="1200" dirty="0"/>
                      <m:t>→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ko-KR" sz="120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 19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ko-KR" altLang="en-US" sz="1200" dirty="0"/>
                      <m:t>→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2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 64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sz="1200" dirty="0"/>
                      <m:t>→</m:t>
                    </m:r>
                    <m:r>
                      <m:rPr>
                        <m:nor/>
                      </m:rPr>
                      <a:rPr lang="en-US" altLang="ko-KR" sz="1200" b="0" i="0" dirty="0" smtClean="0"/>
                      <m:t>  </m:t>
                    </m:r>
                    <m:r>
                      <m:rPr>
                        <m:sty m:val="p"/>
                      </m:rPr>
                      <a:rPr lang="en-US" altLang="ko-KR" sz="1200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) = 1126</m:t>
                    </m:r>
                  </m:oMath>
                </a14:m>
                <a:endParaRPr lang="en-US" altLang="ko-KR" sz="1200" dirty="0"/>
              </a:p>
              <a:p>
                <a:pPr lvl="1"/>
                <a:r>
                  <a:rPr lang="en-US" altLang="ko-KR" sz="1200" dirty="0"/>
                  <a:t>Since experimental interface </a:t>
                </a:r>
                <a:r>
                  <a:rPr lang="en-US" altLang="ko-KR" sz="1200" b="1" dirty="0"/>
                  <a:t>availability is 65%</a:t>
                </a:r>
                <a:r>
                  <a:rPr lang="en-US" altLang="ko-KR" sz="1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) = 739</m:t>
                    </m:r>
                  </m:oMath>
                </a14:m>
                <a:endParaRPr lang="en-US" altLang="ko-KR" sz="12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ko-KR" altLang="ko-KR" i="1" kern="100" smtClean="0">
                            <a:effectLst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ko-KR" altLang="ko-KR" i="1" kern="100">
                                <a:effectLst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0" kern="100" smtClean="0">
                                <a:effectLst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739</m:t>
                            </m:r>
                          </m:num>
                          <m:den>
                            <m:r>
                              <a:rPr lang="en-US" altLang="ko-KR" kern="100">
                                <a:effectLst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224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kern="1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 3,  </m:t>
                    </m:r>
                    <m:r>
                      <a:rPr lang="en-US" altLang="ko-KR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ko-KR" i="1" kern="100" dirty="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= 3 × 224 = 672</m:t>
                    </m:r>
                  </m:oMath>
                </a14:m>
                <a:endParaRPr lang="en-US" altLang="ko-KR" kern="1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optimal(r) = 45</a:t>
                </a:r>
              </a:p>
              <a:p>
                <a:pPr lvl="1"/>
                <a:endParaRPr lang="en-US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u="sng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In VGG-16, the input bottle neck has a greater impact than </a:t>
                </a:r>
              </a:p>
              <a:p>
                <a:pPr marL="0" indent="0">
                  <a:buNone/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 </a:t>
                </a:r>
                <a:r>
                  <a:rPr lang="en-US" altLang="ko-KR" u="sng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the output</a:t>
                </a:r>
                <a:endParaRPr lang="en-US" altLang="ko-KR" b="0" u="sng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2" y="1129500"/>
                <a:ext cx="10515601" cy="5029650"/>
              </a:xfrm>
              <a:blipFill>
                <a:blip r:embed="rId2"/>
                <a:stretch>
                  <a:fillRect l="-696" t="-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8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EBE84F-E745-3135-7683-194726CAD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728" y="2785799"/>
            <a:ext cx="4451052" cy="337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828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Utilization Unused PE Element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/>
                  <a:t>Larger PE-ROW than Input/output row results in unused PE elements</a:t>
                </a:r>
              </a:p>
              <a:p>
                <a:r>
                  <a:rPr lang="en-US" altLang="ko-KR" dirty="0"/>
                  <a:t>By making three 3x15 arrays, unused PE elements can be minimized</a:t>
                </a:r>
              </a:p>
              <a:p>
                <a:r>
                  <a:rPr lang="en-US" altLang="ko-KR" dirty="0"/>
                  <a:t>Computation Cycle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ko-KR" altLang="ko-KR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ko-KR" sz="16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13</m:t>
                        </m:r>
                      </m:sup>
                      <m:e>
                        <m:r>
                          <a:rPr lang="en-US" altLang="ko-KR" i="1" dirty="0"/>
                          <m:t>𝐿𝑎𝑦𝑒𝑟</m:t>
                        </m:r>
                        <m:r>
                          <a:rPr lang="en-US" altLang="ko-KR" i="1" dirty="0"/>
                          <m:t>[</m:t>
                        </m:r>
                        <m:r>
                          <a:rPr lang="en-US" altLang="ko-KR" i="1" dirty="0"/>
                          <m:t>𝑖</m:t>
                        </m:r>
                        <m:r>
                          <a:rPr lang="en-US" altLang="ko-KR" i="1" dirty="0"/>
                          <m:t>]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((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ko-KR" dirty="0"/>
                          <m:t>+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dirty="0"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/>
                              <m:t>𝑐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 dirty="0"/>
                          <m:t>[</m:t>
                        </m:r>
                        <m:r>
                          <a:rPr lang="en-US" altLang="ko-KR" i="1" dirty="0"/>
                          <m:t>𝑖</m:t>
                        </m:r>
                        <m:r>
                          <a:rPr lang="en-US" altLang="ko-KR" i="1" dirty="0"/>
                          <m:t>]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⌈</m:t>
                        </m:r>
                        <m:f>
                          <m:f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⌉</m:t>
                        </m:r>
                        <m:r>
                          <a:rPr lang="en-US" altLang="ko-KR" i="1" dirty="0"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ko-KR" altLang="ko-KR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b="0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 30</m:t>
                    </m:r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ko-KR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kern="10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⌈</m:t>
                    </m:r>
                    <m:f>
                      <m:fPr>
                        <m:ctrlPr>
                          <a:rPr lang="ko-KR" altLang="ko-KR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⌊"/>
                            <m:endChr m:val="⌋"/>
                            <m:ctrlPr>
                              <a:rPr lang="ko-KR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ko-KR" b="0" i="0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altLang="ko-KR" b="0" i="0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altLang="ko-KR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⌉</m:t>
                    </m:r>
                  </m:oMath>
                </a14:m>
                <a:endParaRPr lang="en-US" altLang="ko-KR" dirty="0"/>
              </a:p>
              <a:p>
                <a:r>
                  <a:rPr lang="en-US" altLang="ko-KR" sz="1600" dirty="0"/>
                  <a:t>maximum OPs/cycle = 306 OPs/cycle</a:t>
                </a:r>
              </a:p>
              <a:p>
                <a:pPr lvl="1"/>
                <a:r>
                  <a:rPr lang="en-US" altLang="ko-KR" dirty="0"/>
                  <a:t>overhead = 32.32% </a:t>
                </a:r>
              </a:p>
              <a:p>
                <a:pPr lvl="1"/>
                <a:r>
                  <a:rPr lang="en-US" altLang="ko-KR" dirty="0"/>
                  <a:t>Ideal OPs/cycle = multiplier # = PE #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4 = 3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3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15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3 = 405</m:t>
                    </m:r>
                  </m:oMath>
                </a14:m>
                <a:endParaRPr lang="en-US" altLang="ko-KR" dirty="0"/>
              </a:p>
              <a:p>
                <a:pPr marL="371465" lvl="1" indent="0">
                  <a:buNone/>
                </a:pPr>
                <a:endParaRPr lang="en-US" altLang="ko-KR" dirty="0"/>
              </a:p>
              <a:p>
                <a:r>
                  <a:rPr lang="en-US" altLang="ko-KR" dirty="0"/>
                  <a:t>Expected OPs/cycle (practical) = 297 OPs/cycle</a:t>
                </a:r>
              </a:p>
              <a:p>
                <a:pPr lvl="1"/>
                <a:r>
                  <a:rPr lang="en-US" altLang="ko-KR" dirty="0"/>
                  <a:t>overhead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405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r>
                  <a:rPr lang="en-US" altLang="ko-KR" dirty="0"/>
                  <a:t> = 36.3%</a:t>
                </a:r>
              </a:p>
              <a:p>
                <a:pPr lvl="1"/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Utilization per layer: </a:t>
                </a:r>
                <a:r>
                  <a:rPr lang="en-US" altLang="ko-KR" dirty="0"/>
                  <a:t>['79.50%', '81.35%', '76.26%', '76.27%', '76.26%’, </a:t>
                </a:r>
              </a:p>
              <a:p>
                <a:pPr marL="371465" lvl="1" indent="0">
                  <a:buNone/>
                </a:pPr>
                <a:r>
                  <a:rPr lang="en-US" altLang="ko-KR" dirty="0"/>
                  <a:t>'76.26%', '76.71%', '76.71%', '76.71%', '76.71%', '38.36%', '38.36%', '38.36%']</a:t>
                </a:r>
              </a:p>
              <a:p>
                <a:pPr marL="371465" lvl="1" indent="0">
                  <a:buNone/>
                </a:pPr>
                <a:endParaRPr lang="en-US" altLang="ko-KR" dirty="0"/>
              </a:p>
              <a:p>
                <a:r>
                  <a:rPr lang="en-US" altLang="ko-KR" b="1" dirty="0"/>
                  <a:t>Optimal configuration</a:t>
                </a:r>
              </a:p>
              <a:p>
                <a:pPr lvl="1"/>
                <a:r>
                  <a:rPr lang="en-US" altLang="ko-KR" dirty="0" err="1"/>
                  <a:t>PE_array</a:t>
                </a:r>
                <a:r>
                  <a:rPr lang="en-US" altLang="ko-KR" dirty="0"/>
                  <a:t> set # :</a:t>
                </a:r>
                <a:r>
                  <a:rPr lang="en-US" altLang="ko-KR" b="1" dirty="0"/>
                  <a:t> 3</a:t>
                </a:r>
              </a:p>
              <a:p>
                <a:pPr lvl="1"/>
                <a:r>
                  <a:rPr lang="en-US" altLang="ko-KR" dirty="0" err="1"/>
                  <a:t>PE_row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15</a:t>
                </a:r>
              </a:p>
              <a:p>
                <a:pPr lvl="1"/>
                <a:r>
                  <a:rPr lang="en-US" altLang="ko-KR" dirty="0" err="1"/>
                  <a:t>Tile_length</a:t>
                </a:r>
                <a:r>
                  <a:rPr lang="en-US" altLang="ko-KR" dirty="0"/>
                  <a:t> # :</a:t>
                </a:r>
                <a:r>
                  <a:rPr lang="en-US" altLang="ko-KR" b="1" dirty="0"/>
                  <a:t> 30</a:t>
                </a: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38" t="-1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1854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Optimal</a:t>
            </a:r>
            <a:r>
              <a:rPr lang="ko-KR" altLang="en-US" dirty="0"/>
              <a:t> </a:t>
            </a:r>
            <a:r>
              <a:rPr lang="en-US" altLang="ko-KR" dirty="0"/>
              <a:t>Configuration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altLang="ko-KR" dirty="0"/>
                  <a:t>Weight throughput bottle neck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ko-KR" altLang="ko-KR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6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ko-KR" sz="1600" b="0" i="1" kern="100" smtClean="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ko-KR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/>
                  <a:t> 64byte/cycle</a:t>
                </a:r>
              </a:p>
              <a:p>
                <a:pPr lvl="1"/>
                <a:r>
                  <a:rPr lang="en-US" altLang="ko-KR" b="1" dirty="0"/>
                  <a:t>s : # of set</a:t>
                </a:r>
              </a:p>
              <a:p>
                <a:pPr lvl="1"/>
                <a:r>
                  <a:rPr lang="en-US" altLang="ko-KR" dirty="0"/>
                  <a:t>Assuming </a:t>
                </a:r>
                <a:r>
                  <a:rPr lang="en-US" altLang="ko-KR" b="1" dirty="0"/>
                  <a:t>85% availability, </a:t>
                </a:r>
                <a:r>
                  <a:rPr lang="en-US" altLang="ko-KR" dirty="0"/>
                  <a:t>s </a:t>
                </a:r>
                <a14:m>
                  <m:oMath xmlns:m="http://schemas.openxmlformats.org/officeDocument/2006/math">
                    <m:r>
                      <a:rPr lang="ko-KR" altLang="ko-KR" sz="140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Computation Cycle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ko-KR" altLang="ko-KR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ko-KR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ko-KR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13</m:t>
                        </m:r>
                      </m:sup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𝐿𝑎𝑦𝑒𝑟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((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ko-KR" dirty="0"/>
                          <m:t>+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dirty="0"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]×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⌈</m:t>
                        </m:r>
                        <m:f>
                          <m:f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⌉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ko-KR" altLang="ko-KR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Fastest configuration</a:t>
                </a:r>
              </a:p>
              <a:p>
                <a:pPr lvl="1"/>
                <a:r>
                  <a:rPr lang="en-US" altLang="ko-KR" dirty="0"/>
                  <a:t>Ti : </a:t>
                </a:r>
                <a:r>
                  <a:rPr lang="en-US" altLang="ko-KR" b="1" dirty="0"/>
                  <a:t>9</a:t>
                </a:r>
              </a:p>
              <a:p>
                <a:pPr lvl="1"/>
                <a:r>
                  <a:rPr lang="en-US" altLang="ko-KR" dirty="0" err="1"/>
                  <a:t>PE_row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14</a:t>
                </a:r>
              </a:p>
              <a:p>
                <a:pPr lvl="1"/>
                <a:r>
                  <a:rPr lang="en-US" altLang="ko-KR" dirty="0" err="1"/>
                  <a:t>PE_set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64</a:t>
                </a:r>
              </a:p>
              <a:p>
                <a:pPr lvl="1"/>
                <a:r>
                  <a:rPr lang="en-US" altLang="ko-KR" dirty="0"/>
                  <a:t>OPs/cycle = 5334</a:t>
                </a:r>
              </a:p>
              <a:p>
                <a:pPr lvl="1"/>
                <a:r>
                  <a:rPr lang="en-US" altLang="ko-KR" dirty="0"/>
                  <a:t>overhead = 51.17%</a:t>
                </a:r>
              </a:p>
              <a:p>
                <a:pPr lvl="1"/>
                <a:r>
                  <a:rPr lang="en-US" altLang="ko-KR" dirty="0"/>
                  <a:t>Utilization : 66.15%</a:t>
                </a:r>
              </a:p>
              <a:p>
                <a:pPr lvl="1"/>
                <a:r>
                  <a:rPr lang="en-US" altLang="ko-KR" dirty="0"/>
                  <a:t>Memory utilization : ['31.25%', '93.75%', '100.96%']</a:t>
                </a:r>
              </a:p>
              <a:p>
                <a:r>
                  <a:rPr lang="en-US" altLang="ko-KR" dirty="0"/>
                  <a:t>Optimal configuration (OPs/cycle/</a:t>
                </a:r>
                <a:r>
                  <a:rPr lang="en-US" altLang="ko-KR" b="1" dirty="0"/>
                  <a:t>overhead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Ti : </a:t>
                </a:r>
                <a:r>
                  <a:rPr lang="en-US" altLang="ko-KR" b="1" dirty="0"/>
                  <a:t>30</a:t>
                </a:r>
              </a:p>
              <a:p>
                <a:pPr lvl="1"/>
                <a:r>
                  <a:rPr lang="en-US" altLang="ko-KR" dirty="0" err="1"/>
                  <a:t>PE_row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14</a:t>
                </a:r>
              </a:p>
              <a:p>
                <a:pPr lvl="1"/>
                <a:r>
                  <a:rPr lang="en-US" altLang="ko-KR" dirty="0" err="1"/>
                  <a:t>PE_set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43</a:t>
                </a:r>
              </a:p>
              <a:p>
                <a:pPr lvl="1"/>
                <a:r>
                  <a:rPr lang="en-US" altLang="ko-KR" dirty="0"/>
                  <a:t>OPs/cycle = 4228</a:t>
                </a:r>
              </a:p>
              <a:p>
                <a:pPr lvl="1"/>
                <a:r>
                  <a:rPr lang="en-US" altLang="ko-KR" dirty="0"/>
                  <a:t>overhead = 28.14%</a:t>
                </a:r>
              </a:p>
              <a:p>
                <a:pPr lvl="1"/>
                <a:r>
                  <a:rPr lang="en-US" altLang="ko-KR" dirty="0"/>
                  <a:t>Utilization : 78.04%</a:t>
                </a:r>
              </a:p>
              <a:p>
                <a:pPr lvl="1"/>
                <a:r>
                  <a:rPr lang="en-US" altLang="ko-KR" dirty="0"/>
                  <a:t>Memory utilization : ['31.25%', '22.90%', '82.22%']</a:t>
                </a:r>
              </a:p>
              <a:p>
                <a:r>
                  <a:rPr lang="en-US" altLang="ko-KR" dirty="0"/>
                  <a:t>Optimal configuration2 (OPs/cycle/(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𝒖𝒕𝒊𝒍𝒊𝒛𝒂𝒕𝒊𝒐</m:t>
                    </m:r>
                    <m:sSup>
                      <m:sSup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ko-KR" dirty="0"/>
                  <a:t>))</a:t>
                </a:r>
              </a:p>
              <a:p>
                <a:pPr lvl="1"/>
                <a:r>
                  <a:rPr lang="en-US" altLang="ko-KR" dirty="0"/>
                  <a:t>Ti : </a:t>
                </a:r>
                <a:r>
                  <a:rPr lang="en-US" altLang="ko-KR" b="1" dirty="0"/>
                  <a:t>9</a:t>
                </a:r>
              </a:p>
              <a:p>
                <a:pPr lvl="1"/>
                <a:r>
                  <a:rPr lang="en-US" altLang="ko-KR" dirty="0" err="1"/>
                  <a:t>PE_row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14</a:t>
                </a:r>
              </a:p>
              <a:p>
                <a:pPr lvl="1"/>
                <a:r>
                  <a:rPr lang="en-US" altLang="ko-KR" dirty="0" err="1"/>
                  <a:t>PE_set</a:t>
                </a:r>
                <a:r>
                  <a:rPr lang="en-US" altLang="ko-KR" dirty="0"/>
                  <a:t> # : </a:t>
                </a:r>
                <a:r>
                  <a:rPr lang="en-US" altLang="ko-KR" b="1" dirty="0"/>
                  <a:t>64</a:t>
                </a: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290" t="-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10</a:t>
            </a:fld>
            <a:endParaRPr lang="en-US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7893086E-344F-FC89-409B-4EF0A8164592}"/>
              </a:ext>
            </a:extLst>
          </p:cNvPr>
          <p:cNvSpPr txBox="1">
            <a:spLocks/>
          </p:cNvSpPr>
          <p:nvPr/>
        </p:nvSpPr>
        <p:spPr>
          <a:xfrm>
            <a:off x="10346776" y="2874894"/>
            <a:ext cx="2310738" cy="386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0" indent="0" hangingPunct="1">
              <a:buNone/>
            </a:pPr>
            <a:r>
              <a:rPr lang="en-US" altLang="ko-KR" sz="1200" dirty="0"/>
              <a:t>Optimal configuration1</a:t>
            </a: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21E2D581-8EF8-7DBF-A6A0-AE9E2D58B504}"/>
              </a:ext>
            </a:extLst>
          </p:cNvPr>
          <p:cNvSpPr txBox="1">
            <a:spLocks/>
          </p:cNvSpPr>
          <p:nvPr/>
        </p:nvSpPr>
        <p:spPr>
          <a:xfrm>
            <a:off x="10346776" y="5718119"/>
            <a:ext cx="2310738" cy="386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0" indent="0" hangingPunct="1">
              <a:buNone/>
            </a:pPr>
            <a:r>
              <a:rPr lang="en-US" altLang="ko-KR" sz="1200" dirty="0"/>
              <a:t>Optimal configuration2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CE9CD7-13C5-9225-2481-738089F52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903" y="514166"/>
            <a:ext cx="3204330" cy="23887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FB5D76-22A8-16E1-A4EA-817A520A8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800" y="3170431"/>
            <a:ext cx="3273858" cy="24254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9B0EB77-A0DC-6427-D761-6D093FE11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645" y="603444"/>
            <a:ext cx="3046122" cy="224772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0105A7F-10D1-86C3-CF0F-258360ACE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7602" y="3218953"/>
            <a:ext cx="3095165" cy="235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711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Testing for Other Network (Resnet-50)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Assume that an accelerator is applied to 3x3 convolution on Resnet50</a:t>
                </a:r>
              </a:p>
              <a:p>
                <a:r>
                  <a:rPr lang="en-US" altLang="ko-KR" dirty="0"/>
                  <a:t>Layer = [3, 4, 6, 3]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dirty="0"/>
                  <a:t> = [58, 30, 16, 9]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dirty="0"/>
                  <a:t> = [64, 128, 256, 512]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u="sng" dirty="0"/>
                  <a:t>Compute with configuration customized to VGG-16</a:t>
                </a:r>
              </a:p>
              <a:p>
                <a:r>
                  <a:rPr lang="en-US" altLang="ko-KR" dirty="0"/>
                  <a:t>Fastest configuration</a:t>
                </a:r>
              </a:p>
              <a:p>
                <a:pPr lvl="2"/>
                <a:r>
                  <a:rPr lang="en-US" altLang="ko-KR" dirty="0"/>
                  <a:t>OPs/cycle : 3953</a:t>
                </a:r>
              </a:p>
              <a:p>
                <a:pPr lvl="2"/>
                <a:r>
                  <a:rPr lang="en-US" altLang="ko-KR" dirty="0"/>
                  <a:t>overhead : 103.98%</a:t>
                </a:r>
              </a:p>
              <a:p>
                <a:pPr lvl="2"/>
                <a:endParaRPr lang="en-US" altLang="ko-KR" dirty="0"/>
              </a:p>
              <a:p>
                <a:pPr lvl="1"/>
                <a:r>
                  <a:rPr lang="en-US" altLang="ko-KR" dirty="0"/>
                  <a:t>Optimal configuration</a:t>
                </a:r>
              </a:p>
              <a:p>
                <a:pPr lvl="2"/>
                <a:r>
                  <a:rPr lang="en-US" altLang="ko-KR" dirty="0"/>
                  <a:t>OPs/cycle : 1643</a:t>
                </a:r>
              </a:p>
              <a:p>
                <a:pPr lvl="2"/>
                <a:r>
                  <a:rPr lang="en-US" altLang="ko-KR" dirty="0"/>
                  <a:t>overhead : 229.56%</a:t>
                </a: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696" t="-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AA5EE6-CA4A-72DB-4BD4-427026A2A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29577"/>
            <a:ext cx="5494564" cy="239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0944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Testing for Other Network (Resnet-50)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B2C46-4690-725E-4591-97ACDF547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Re-configuration to Resnet50 </a:t>
            </a:r>
          </a:p>
          <a:p>
            <a:r>
              <a:rPr lang="en-US" altLang="ko-KR" dirty="0"/>
              <a:t>Fastest configuration</a:t>
            </a:r>
          </a:p>
          <a:p>
            <a:pPr lvl="2"/>
            <a:r>
              <a:rPr lang="en-US" altLang="ko-KR" dirty="0" err="1"/>
              <a:t>Ti</a:t>
            </a:r>
            <a:r>
              <a:rPr lang="en-US" altLang="ko-KR" dirty="0"/>
              <a:t> = </a:t>
            </a:r>
            <a:r>
              <a:rPr lang="en-US" altLang="ko-KR" b="1" dirty="0"/>
              <a:t>9</a:t>
            </a:r>
            <a:r>
              <a:rPr lang="en-US" altLang="ko-KR" dirty="0"/>
              <a:t>,  </a:t>
            </a:r>
            <a:r>
              <a:rPr lang="en-US" altLang="ko-KR" dirty="0" err="1"/>
              <a:t>PE_row</a:t>
            </a:r>
            <a:r>
              <a:rPr lang="en-US" altLang="ko-KR" dirty="0"/>
              <a:t> = </a:t>
            </a:r>
            <a:r>
              <a:rPr lang="en-US" altLang="ko-KR" b="1" dirty="0"/>
              <a:t>14</a:t>
            </a:r>
            <a:r>
              <a:rPr lang="en-US" altLang="ko-KR" dirty="0"/>
              <a:t>,  </a:t>
            </a:r>
            <a:r>
              <a:rPr lang="en-US" altLang="ko-KR" dirty="0" err="1"/>
              <a:t>PE_set</a:t>
            </a:r>
            <a:r>
              <a:rPr lang="en-US" altLang="ko-KR" dirty="0"/>
              <a:t> = </a:t>
            </a:r>
            <a:r>
              <a:rPr lang="en-US" altLang="ko-KR" b="1" dirty="0"/>
              <a:t>64</a:t>
            </a:r>
          </a:p>
          <a:p>
            <a:pPr lvl="2"/>
            <a:r>
              <a:rPr lang="en-US" altLang="ko-KR" dirty="0"/>
              <a:t>OPs/cycle : 4041</a:t>
            </a:r>
          </a:p>
          <a:p>
            <a:pPr lvl="2"/>
            <a:r>
              <a:rPr lang="en-US" altLang="ko-KR" dirty="0"/>
              <a:t>overhead : 99.55%</a:t>
            </a:r>
          </a:p>
          <a:p>
            <a:pPr lvl="2"/>
            <a:r>
              <a:rPr lang="en-US" altLang="ko-KR" dirty="0"/>
              <a:t>utilization : 50.11%</a:t>
            </a:r>
          </a:p>
          <a:p>
            <a:pPr lvl="2"/>
            <a:r>
              <a:rPr lang="en-US" altLang="ko-KR" dirty="0"/>
              <a:t>Memory utilization : ['31.25%', '93.75%', '100.96%’]</a:t>
            </a:r>
          </a:p>
          <a:p>
            <a:pPr lvl="1"/>
            <a:r>
              <a:rPr lang="en-US" altLang="ko-KR" dirty="0"/>
              <a:t>Optimal configuration1</a:t>
            </a:r>
          </a:p>
          <a:p>
            <a:pPr lvl="2"/>
            <a:r>
              <a:rPr lang="en-US" altLang="ko-KR" dirty="0"/>
              <a:t>Ti = </a:t>
            </a:r>
            <a:r>
              <a:rPr lang="en-US" altLang="ko-KR" b="1" dirty="0"/>
              <a:t>16</a:t>
            </a:r>
            <a:r>
              <a:rPr lang="en-US" altLang="ko-KR" dirty="0"/>
              <a:t>, </a:t>
            </a:r>
            <a:r>
              <a:rPr lang="en-US" altLang="ko-KR" dirty="0" err="1"/>
              <a:t>PE_row</a:t>
            </a:r>
            <a:r>
              <a:rPr lang="en-US" altLang="ko-KR" dirty="0"/>
              <a:t> = </a:t>
            </a:r>
            <a:r>
              <a:rPr lang="en-US" altLang="ko-KR" b="1" dirty="0"/>
              <a:t>7</a:t>
            </a:r>
            <a:r>
              <a:rPr lang="en-US" altLang="ko-KR" dirty="0"/>
              <a:t>, </a:t>
            </a:r>
            <a:r>
              <a:rPr lang="en-US" altLang="ko-KR" dirty="0" err="1"/>
              <a:t>PE_set</a:t>
            </a:r>
            <a:r>
              <a:rPr lang="en-US" altLang="ko-KR" dirty="0"/>
              <a:t> = </a:t>
            </a:r>
            <a:r>
              <a:rPr lang="en-US" altLang="ko-KR" b="1" dirty="0"/>
              <a:t>64</a:t>
            </a:r>
          </a:p>
          <a:p>
            <a:pPr lvl="2"/>
            <a:r>
              <a:rPr lang="en-US" altLang="ko-KR" dirty="0"/>
              <a:t>OPs/cycle : 2501</a:t>
            </a:r>
          </a:p>
          <a:p>
            <a:pPr lvl="2"/>
            <a:r>
              <a:rPr lang="en-US" altLang="ko-KR" dirty="0"/>
              <a:t>overhead : 61.1%</a:t>
            </a:r>
          </a:p>
          <a:p>
            <a:pPr lvl="2"/>
            <a:r>
              <a:rPr lang="en-US" altLang="ko-KR" dirty="0"/>
              <a:t>utilization : 62.05%</a:t>
            </a:r>
          </a:p>
          <a:p>
            <a:pPr lvl="2"/>
            <a:r>
              <a:rPr lang="en-US" altLang="ko-KR" dirty="0"/>
              <a:t>Memory utilization : ['17.58%', '59.21%', '56.68%']</a:t>
            </a:r>
          </a:p>
          <a:p>
            <a:pPr lvl="1"/>
            <a:r>
              <a:rPr lang="en-US" altLang="ko-KR" dirty="0"/>
              <a:t>Optimal configuration2</a:t>
            </a:r>
          </a:p>
          <a:p>
            <a:pPr lvl="2"/>
            <a:r>
              <a:rPr lang="en-US" altLang="ko-KR" dirty="0"/>
              <a:t>Ti = </a:t>
            </a:r>
            <a:r>
              <a:rPr lang="en-US" altLang="ko-KR" b="1" dirty="0"/>
              <a:t>9</a:t>
            </a:r>
            <a:r>
              <a:rPr lang="en-US" altLang="ko-KR" dirty="0"/>
              <a:t>, </a:t>
            </a:r>
            <a:r>
              <a:rPr lang="en-US" altLang="ko-KR" dirty="0" err="1"/>
              <a:t>PE_row</a:t>
            </a:r>
            <a:r>
              <a:rPr lang="en-US" altLang="ko-KR" dirty="0"/>
              <a:t> = </a:t>
            </a:r>
            <a:r>
              <a:rPr lang="en-US" altLang="ko-KR" b="1" dirty="0"/>
              <a:t>14</a:t>
            </a:r>
            <a:r>
              <a:rPr lang="en-US" altLang="ko-KR" dirty="0"/>
              <a:t>, </a:t>
            </a:r>
            <a:r>
              <a:rPr lang="en-US" altLang="ko-KR" dirty="0" err="1"/>
              <a:t>PE_set</a:t>
            </a:r>
            <a:r>
              <a:rPr lang="en-US" altLang="ko-KR" dirty="0"/>
              <a:t> = </a:t>
            </a:r>
            <a:r>
              <a:rPr lang="en-US" altLang="ko-KR" b="1" dirty="0"/>
              <a:t>64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12</a:t>
            </a:fld>
            <a:endParaRPr lang="en-US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FAEF9FFE-B29A-4A0C-8F3B-9A34AF00A6B8}"/>
              </a:ext>
            </a:extLst>
          </p:cNvPr>
          <p:cNvSpPr txBox="1">
            <a:spLocks/>
          </p:cNvSpPr>
          <p:nvPr/>
        </p:nvSpPr>
        <p:spPr>
          <a:xfrm>
            <a:off x="10198429" y="6017127"/>
            <a:ext cx="2310738" cy="386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0" indent="0" hangingPunct="1">
              <a:buNone/>
            </a:pPr>
            <a:r>
              <a:rPr lang="en-US" altLang="ko-KR" sz="1200" dirty="0"/>
              <a:t>Optimal configuration2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DD8673FC-F666-F21F-B826-70605B04A3E6}"/>
              </a:ext>
            </a:extLst>
          </p:cNvPr>
          <p:cNvSpPr txBox="1">
            <a:spLocks/>
          </p:cNvSpPr>
          <p:nvPr/>
        </p:nvSpPr>
        <p:spPr>
          <a:xfrm>
            <a:off x="10176658" y="3438408"/>
            <a:ext cx="2310738" cy="386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0" indent="0" hangingPunct="1">
              <a:buNone/>
            </a:pPr>
            <a:r>
              <a:rPr lang="en-US" altLang="ko-KR" sz="1200" dirty="0"/>
              <a:t>Optimal configuration1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31D2EC-FBB4-1F53-9C6A-17ED25BAC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179" y="897598"/>
            <a:ext cx="3301363" cy="25408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047A60-61C5-CC28-DCF9-D9D56D471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946" y="3609497"/>
            <a:ext cx="3239596" cy="251300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624990D-4FDB-2D57-F788-00B2D6BA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835" y="1025675"/>
            <a:ext cx="3170001" cy="232146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D25A96C-A683-6302-0531-030B8C871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835" y="3731966"/>
            <a:ext cx="3239596" cy="231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1519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Retest VGG16 Using ResNet50 Configuration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B2C46-4690-725E-4591-97ACDF547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Reapply the configuration customized to Resnet50 to VGG-16</a:t>
            </a:r>
          </a:p>
          <a:p>
            <a:r>
              <a:rPr lang="en-US" altLang="ko-KR" dirty="0"/>
              <a:t>Fastest configuration</a:t>
            </a:r>
          </a:p>
          <a:p>
            <a:pPr lvl="2"/>
            <a:r>
              <a:rPr lang="en-US" altLang="ko-KR" dirty="0" err="1"/>
              <a:t>Ti</a:t>
            </a:r>
            <a:r>
              <a:rPr lang="en-US" altLang="ko-KR" dirty="0"/>
              <a:t> = </a:t>
            </a:r>
            <a:r>
              <a:rPr lang="en-US" altLang="ko-KR" b="1" dirty="0"/>
              <a:t>9</a:t>
            </a:r>
            <a:r>
              <a:rPr lang="en-US" altLang="ko-KR" dirty="0"/>
              <a:t>,  </a:t>
            </a:r>
            <a:r>
              <a:rPr lang="en-US" altLang="ko-KR" dirty="0" err="1"/>
              <a:t>PE_row</a:t>
            </a:r>
            <a:r>
              <a:rPr lang="en-US" altLang="ko-KR" dirty="0"/>
              <a:t> = </a:t>
            </a:r>
            <a:r>
              <a:rPr lang="en-US" altLang="ko-KR" b="1" dirty="0"/>
              <a:t>14</a:t>
            </a:r>
            <a:r>
              <a:rPr lang="en-US" altLang="ko-KR" dirty="0"/>
              <a:t>,  </a:t>
            </a:r>
            <a:r>
              <a:rPr lang="en-US" altLang="ko-KR" dirty="0" err="1"/>
              <a:t>PE_set</a:t>
            </a:r>
            <a:r>
              <a:rPr lang="en-US" altLang="ko-KR" dirty="0"/>
              <a:t> = </a:t>
            </a:r>
            <a:r>
              <a:rPr lang="en-US" altLang="ko-KR" b="1" dirty="0"/>
              <a:t>64</a:t>
            </a:r>
          </a:p>
          <a:p>
            <a:pPr lvl="2"/>
            <a:r>
              <a:rPr lang="en-US" altLang="ko-KR" dirty="0"/>
              <a:t>OPs/cycle : 4923</a:t>
            </a:r>
          </a:p>
          <a:p>
            <a:pPr lvl="2"/>
            <a:r>
              <a:rPr lang="en-US" altLang="ko-KR" dirty="0"/>
              <a:t>overhead : 63.78%</a:t>
            </a:r>
          </a:p>
          <a:p>
            <a:pPr lvl="2"/>
            <a:r>
              <a:rPr lang="en-US" altLang="ko-KR" dirty="0"/>
              <a:t>Utilization : 61.06%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configuration2</a:t>
            </a:r>
          </a:p>
          <a:p>
            <a:pPr lvl="2"/>
            <a:r>
              <a:rPr lang="en-US" altLang="ko-KR" dirty="0"/>
              <a:t>Ti = </a:t>
            </a:r>
            <a:r>
              <a:rPr lang="en-US" altLang="ko-KR" b="1" dirty="0"/>
              <a:t>16</a:t>
            </a:r>
            <a:r>
              <a:rPr lang="en-US" altLang="ko-KR" dirty="0"/>
              <a:t>, </a:t>
            </a:r>
            <a:r>
              <a:rPr lang="en-US" altLang="ko-KR" dirty="0" err="1"/>
              <a:t>PE_row</a:t>
            </a:r>
            <a:r>
              <a:rPr lang="en-US" altLang="ko-KR" dirty="0"/>
              <a:t> = </a:t>
            </a:r>
            <a:r>
              <a:rPr lang="en-US" altLang="ko-KR" b="1" dirty="0"/>
              <a:t>7</a:t>
            </a:r>
            <a:r>
              <a:rPr lang="en-US" altLang="ko-KR" dirty="0"/>
              <a:t>, </a:t>
            </a:r>
            <a:r>
              <a:rPr lang="en-US" altLang="ko-KR" dirty="0" err="1"/>
              <a:t>PE_set</a:t>
            </a:r>
            <a:r>
              <a:rPr lang="en-US" altLang="ko-KR" dirty="0"/>
              <a:t> = </a:t>
            </a:r>
            <a:r>
              <a:rPr lang="en-US" altLang="ko-KR" b="1" dirty="0"/>
              <a:t>64</a:t>
            </a:r>
          </a:p>
          <a:p>
            <a:pPr lvl="2"/>
            <a:r>
              <a:rPr lang="en-US" altLang="ko-KR" dirty="0"/>
              <a:t>OPs/cycle : 2861</a:t>
            </a:r>
          </a:p>
          <a:p>
            <a:pPr lvl="2"/>
            <a:r>
              <a:rPr lang="en-US" altLang="ko-KR" dirty="0"/>
              <a:t>overhead : 40.92%</a:t>
            </a:r>
          </a:p>
          <a:p>
            <a:pPr lvl="2"/>
            <a:r>
              <a:rPr lang="en-US" altLang="ko-KR" dirty="0"/>
              <a:t>Utilization : 70.96%</a:t>
            </a:r>
          </a:p>
        </p:txBody>
      </p:sp>
    </p:spTree>
    <p:extLst>
      <p:ext uri="{BB962C8B-B14F-4D97-AF65-F5344CB8AC3E}">
        <p14:creationId xmlns:p14="http://schemas.microsoft.com/office/powerpoint/2010/main" val="3614628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Change Kernel Clock Frequency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3" y="1147313"/>
                <a:ext cx="5257798" cy="50296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ko-KR" sz="1500" dirty="0"/>
                  <a:t>If the kernel clock frequency is changed to 500Mhz, the value of </a:t>
                </a:r>
                <a14:m>
                  <m:oMath xmlns:m="http://schemas.openxmlformats.org/officeDocument/2006/math">
                    <m:r>
                      <a:rPr lang="en-US" altLang="ko-KR" sz="15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5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5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500" dirty="0"/>
                  <a:t>, which causes </a:t>
                </a:r>
                <a:r>
                  <a:rPr lang="en-US" altLang="ko-KR" sz="1500" dirty="0" err="1"/>
                  <a:t>bottle_neck</a:t>
                </a:r>
                <a:r>
                  <a:rPr lang="en-US" altLang="ko-KR" sz="1500" dirty="0"/>
                  <a:t>, decreases to 60%</a:t>
                </a:r>
              </a:p>
              <a:p>
                <a:endParaRPr lang="en-US" altLang="ko-KR" sz="1500" dirty="0"/>
              </a:p>
              <a:p>
                <a:pPr lvl="1"/>
                <a:r>
                  <a:rPr lang="en-US" altLang="ko-KR" sz="13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weight </a:t>
                </a:r>
                <a:r>
                  <a:rPr lang="en-US" altLang="ko-KR" sz="1300" kern="100" dirty="0" err="1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bottle_neck</a:t>
                </a:r>
                <a:r>
                  <a:rPr lang="en-US" altLang="ko-KR" sz="13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3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ko-KR" altLang="ko-KR" sz="13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3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3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ko-KR" sz="1300" dirty="0"/>
                  <a:t> </a:t>
                </a:r>
                <a14:m>
                  <m:oMath xmlns:m="http://schemas.openxmlformats.org/officeDocument/2006/math">
                    <m:r>
                      <a:rPr lang="ko-KR" altLang="ko-KR" sz="13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3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3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3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3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ko-KR" altLang="ko-KR" sz="13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300" dirty="0"/>
                  <a:t> 64 </a:t>
                </a:r>
                <a14:m>
                  <m:oMath xmlns:m="http://schemas.openxmlformats.org/officeDocument/2006/math">
                    <m:r>
                      <a:rPr lang="ko-KR" altLang="ko-KR" sz="1300">
                        <a:latin typeface="Cambria Math" panose="02040503050406030204" pitchFamily="18" charset="0"/>
                      </a:rPr>
                      <m:t>×</m:t>
                    </m:r>
                    <m:r>
                      <a:rPr lang="ko-KR" altLang="ko-KR" sz="13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300" dirty="0"/>
                  <a:t>0.85byte/cycle</a:t>
                </a:r>
              </a:p>
              <a:p>
                <a:pPr lvl="1"/>
                <a:r>
                  <a:rPr lang="en-US" altLang="ko-KR" sz="13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output </a:t>
                </a:r>
                <a:r>
                  <a:rPr lang="en-US" altLang="ko-KR" sz="1300" kern="100" dirty="0" err="1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bottle_neck</a:t>
                </a:r>
                <a:r>
                  <a:rPr lang="en-US" altLang="ko-KR" sz="13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3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3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4∗</m:t>
                        </m:r>
                        <m:r>
                          <a:rPr lang="en-US" altLang="ko-KR" sz="13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ko-KR" sz="13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3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ko-KR" altLang="ko-KR" sz="13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3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3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  <m:r>
                          <a:rPr lang="en-US" altLang="ko-KR" sz="13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ko-KR" altLang="ko-KR" sz="13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3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3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byte/cycle </a:t>
                </a:r>
                <a:endParaRPr lang="en-US" altLang="ko-KR" sz="1300" dirty="0">
                  <a:latin typeface="Cambria Math" panose="02040503050406030204" pitchFamily="18" charset="0"/>
                </a:endParaRPr>
              </a:p>
              <a:p>
                <a:pPr marL="371465" lvl="1" indent="0">
                  <a:buNone/>
                </a:pPr>
                <a:r>
                  <a:rPr lang="en-US" altLang="ko-KR" sz="1300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ko-KR" altLang="ko-KR" sz="130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3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300" i="1" dirty="0" smtClean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1300">
                        <a:latin typeface="Cambria Math" panose="02040503050406030204" pitchFamily="18" charset="0"/>
                      </a:rPr>
                      <m:t>×</m:t>
                    </m:r>
                    <m:r>
                      <a:rPr lang="ko-KR" altLang="ko-KR" sz="1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300" i="1" dirty="0" smtClean="0">
                        <a:latin typeface="Cambria Math" panose="02040503050406030204" pitchFamily="18" charset="0"/>
                      </a:rPr>
                      <m:t>0.65</m:t>
                    </m:r>
                  </m:oMath>
                </a14:m>
                <a:r>
                  <a:rPr lang="en-US" altLang="ko-KR" sz="1300" dirty="0"/>
                  <a:t>byte/cycle</a:t>
                </a:r>
              </a:p>
              <a:p>
                <a:pPr lvl="1"/>
                <a:r>
                  <a:rPr lang="en-US" altLang="ko-KR" sz="1300" dirty="0"/>
                  <a:t>input </a:t>
                </a:r>
                <a:r>
                  <a:rPr lang="en-US" altLang="ko-KR" sz="1300" dirty="0" err="1"/>
                  <a:t>bottle_neck</a:t>
                </a:r>
                <a:r>
                  <a:rPr lang="en-US" altLang="ko-KR" sz="1300" dirty="0"/>
                  <a:t> : (r+2)byte/cycle </a:t>
                </a:r>
                <a14:m/>
              </a:p>
              <a:p>
                <a:pPr marL="371465" lvl="1" indent="0">
                  <a:buNone/>
                </a:pPr>
                <a:r>
                  <a:rPr lang="en-US" altLang="ko-KR" sz="1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3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3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300" i="1" dirty="0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altLang="ko-KR" sz="13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300" i="1" dirty="0" smtClean="0">
                        <a:latin typeface="Cambria Math" panose="02040503050406030204" pitchFamily="18" charset="0"/>
                      </a:rPr>
                      <m:t>0.85</m:t>
                    </m:r>
                  </m:oMath>
                </a14:m>
                <a:r>
                  <a:rPr lang="en-US" altLang="ko-KR" sz="1300" dirty="0"/>
                  <a:t>byte/cycle</a:t>
                </a:r>
              </a:p>
              <a:p>
                <a:pPr marL="371465" lvl="1" indent="0">
                  <a:buNone/>
                </a:pPr>
                <a:endParaRPr lang="en-US" altLang="ko-KR" sz="1300" dirty="0"/>
              </a:p>
              <a:p>
                <a:r>
                  <a:rPr lang="en-US" altLang="ko-KR" dirty="0"/>
                  <a:t>Fastest configuration</a:t>
                </a:r>
              </a:p>
              <a:p>
                <a:pPr lvl="1"/>
                <a:r>
                  <a:rPr lang="en-US" altLang="ko-KR" sz="1300" dirty="0"/>
                  <a:t>Ti : </a:t>
                </a:r>
                <a:r>
                  <a:rPr lang="en-US" altLang="ko-KR" sz="1300" b="1" dirty="0"/>
                  <a:t>10</a:t>
                </a:r>
              </a:p>
              <a:p>
                <a:pPr lvl="1"/>
                <a:r>
                  <a:rPr lang="en-US" altLang="ko-KR" sz="1300" dirty="0" err="1"/>
                  <a:t>PE_row</a:t>
                </a:r>
                <a:r>
                  <a:rPr lang="en-US" altLang="ko-KR" sz="1300" dirty="0"/>
                  <a:t> # : </a:t>
                </a:r>
                <a:r>
                  <a:rPr lang="en-US" altLang="ko-KR" sz="1300" b="1" dirty="0"/>
                  <a:t>14</a:t>
                </a:r>
              </a:p>
              <a:p>
                <a:pPr lvl="1"/>
                <a:r>
                  <a:rPr lang="en-US" altLang="ko-KR" sz="1300" dirty="0" err="1"/>
                  <a:t>PE_set</a:t>
                </a:r>
                <a:r>
                  <a:rPr lang="en-US" altLang="ko-KR" sz="1300" dirty="0"/>
                  <a:t> # : </a:t>
                </a:r>
                <a:r>
                  <a:rPr lang="en-US" altLang="ko-KR" sz="1300" b="1" dirty="0"/>
                  <a:t>37</a:t>
                </a:r>
              </a:p>
              <a:p>
                <a:pPr lvl="1"/>
                <a:r>
                  <a:rPr lang="en-US" altLang="ko-KR" sz="1300" dirty="0"/>
                  <a:t>OPs/cycle = 5254</a:t>
                </a:r>
              </a:p>
              <a:p>
                <a:pPr lvl="1"/>
                <a:r>
                  <a:rPr lang="en-US" altLang="ko-KR" sz="1300" dirty="0"/>
                  <a:t>overhead = 47.87%</a:t>
                </a:r>
              </a:p>
              <a:p>
                <a:pPr lvl="1"/>
                <a:r>
                  <a:rPr lang="en-US" altLang="ko-KR" sz="1300" dirty="0"/>
                  <a:t>Utilization : 67.63%</a:t>
                </a:r>
              </a:p>
              <a:p>
                <a:pPr lvl="1"/>
                <a:r>
                  <a:rPr lang="en-US" altLang="ko-KR" sz="1300" dirty="0"/>
                  <a:t>Memory utilization : ['52.08%', '83.38%', '99.78%']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3" y="1147313"/>
                <a:ext cx="5257798" cy="5029650"/>
              </a:xfrm>
              <a:blipFill>
                <a:blip r:embed="rId2"/>
                <a:stretch>
                  <a:fillRect l="-1392" t="-1212" r="-10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ED3F8311-60D1-2AC8-3B9B-145D07C6A4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9" y="1147313"/>
                <a:ext cx="5257798" cy="50296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45719" rIns="45719">
                <a:normAutofit/>
              </a:bodyPr>
              <a:lstStyle>
                <a:lvl1pPr marL="185733" marR="0" indent="-18573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1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1pPr>
                <a:lvl2pPr marL="586525" marR="0" indent="-215060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2pPr>
                <a:lvl3pPr marL="998314" marR="0" indent="-25538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3pPr>
                <a:lvl4pPr marL="1406264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4pPr>
                <a:lvl5pPr marL="1777730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5pPr>
                <a:lvl6pPr marL="214919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6pPr>
                <a:lvl7pPr marL="2520661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7pPr>
                <a:lvl8pPr marL="289212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8pPr>
                <a:lvl9pPr marL="3263593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9pPr>
              </a:lstStyle>
              <a:p>
                <a:r>
                  <a:rPr lang="en-US" altLang="ko-KR" dirty="0"/>
                  <a:t>Optimal configuration (OPs/cycle/overhead)</a:t>
                </a:r>
              </a:p>
              <a:p>
                <a:pPr lvl="1"/>
                <a:r>
                  <a:rPr lang="en-US" altLang="ko-KR" sz="1300" dirty="0" err="1"/>
                  <a:t>Ti</a:t>
                </a:r>
                <a:r>
                  <a:rPr lang="en-US" altLang="ko-KR" sz="1300" dirty="0"/>
                  <a:t> : </a:t>
                </a:r>
                <a:r>
                  <a:rPr lang="en-US" altLang="ko-KR" sz="1300" b="1" dirty="0"/>
                  <a:t>30</a:t>
                </a:r>
              </a:p>
              <a:p>
                <a:pPr lvl="1"/>
                <a:r>
                  <a:rPr lang="en-US" altLang="ko-KR" sz="1300" dirty="0" err="1"/>
                  <a:t>PE_row</a:t>
                </a:r>
                <a:r>
                  <a:rPr lang="en-US" altLang="ko-KR" sz="1300" dirty="0"/>
                  <a:t> # : </a:t>
                </a:r>
                <a:r>
                  <a:rPr lang="en-US" altLang="ko-KR" sz="1300" b="1" dirty="0"/>
                  <a:t>14</a:t>
                </a:r>
              </a:p>
              <a:p>
                <a:pPr lvl="1"/>
                <a:r>
                  <a:rPr lang="en-US" altLang="ko-KR" sz="1300" dirty="0" err="1"/>
                  <a:t>PE_set</a:t>
                </a:r>
                <a:r>
                  <a:rPr lang="en-US" altLang="ko-KR" sz="1300" dirty="0"/>
                  <a:t> # : </a:t>
                </a:r>
                <a:r>
                  <a:rPr lang="en-US" altLang="ko-KR" sz="1300" b="1" dirty="0"/>
                  <a:t>26</a:t>
                </a:r>
              </a:p>
              <a:p>
                <a:pPr lvl="1"/>
                <a:r>
                  <a:rPr lang="en-US" altLang="ko-KR" sz="1300" dirty="0"/>
                  <a:t>OPs/cycle = 4266</a:t>
                </a:r>
              </a:p>
              <a:p>
                <a:pPr lvl="1"/>
                <a:r>
                  <a:rPr lang="en-US" altLang="ko-KR" sz="1300" dirty="0"/>
                  <a:t>overhead = 27.97%</a:t>
                </a:r>
              </a:p>
              <a:p>
                <a:pPr lvl="1"/>
                <a:r>
                  <a:rPr lang="en-US" altLang="ko-KR" sz="1300" dirty="0"/>
                  <a:t>Utilization : 78.14%</a:t>
                </a:r>
              </a:p>
              <a:p>
                <a:pPr lvl="1"/>
                <a:r>
                  <a:rPr lang="en-US" altLang="ko-KR" sz="1300" dirty="0"/>
                  <a:t>Memory utilization : ['52.08%', '23.08%', '82.86%’]</a:t>
                </a:r>
              </a:p>
              <a:p>
                <a:pPr lvl="1"/>
                <a:endParaRPr lang="en-US" altLang="ko-KR" sz="1300" dirty="0"/>
              </a:p>
              <a:p>
                <a:r>
                  <a:rPr lang="en-US" altLang="ko-KR" dirty="0"/>
                  <a:t>Optimal configuration [(OPs/cycle/(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𝑢𝑡𝑖𝑙𝑖𝑧𝑎𝑡𝑖𝑜</m:t>
                    </m:r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dirty="0"/>
                  <a:t>))]</a:t>
                </a:r>
              </a:p>
              <a:p>
                <a:pPr lvl="1"/>
                <a:r>
                  <a:rPr lang="en-US" altLang="ko-KR" sz="1300" dirty="0" err="1"/>
                  <a:t>Ti</a:t>
                </a:r>
                <a:r>
                  <a:rPr lang="en-US" altLang="ko-KR" sz="1300" dirty="0"/>
                  <a:t> : </a:t>
                </a:r>
                <a:r>
                  <a:rPr lang="en-US" altLang="ko-KR" sz="1300" b="1" dirty="0"/>
                  <a:t>16</a:t>
                </a:r>
              </a:p>
              <a:p>
                <a:pPr lvl="1"/>
                <a:r>
                  <a:rPr lang="en-US" altLang="ko-KR" sz="1300" dirty="0" err="1"/>
                  <a:t>PE_row</a:t>
                </a:r>
                <a:r>
                  <a:rPr lang="en-US" altLang="ko-KR" sz="1300" dirty="0"/>
                  <a:t> # : </a:t>
                </a:r>
                <a:r>
                  <a:rPr lang="en-US" altLang="ko-KR" sz="1300" b="1" dirty="0"/>
                  <a:t>14</a:t>
                </a:r>
              </a:p>
              <a:p>
                <a:pPr lvl="1"/>
                <a:r>
                  <a:rPr lang="en-US" altLang="ko-KR" sz="1300" dirty="0" err="1"/>
                  <a:t>PE_set</a:t>
                </a:r>
                <a:r>
                  <a:rPr lang="en-US" altLang="ko-KR" sz="1300" dirty="0"/>
                  <a:t> # : </a:t>
                </a:r>
                <a:r>
                  <a:rPr lang="en-US" altLang="ko-KR" sz="1300" b="1" dirty="0"/>
                  <a:t>32</a:t>
                </a:r>
              </a:p>
              <a:p>
                <a:pPr lvl="1"/>
                <a:r>
                  <a:rPr lang="en-US" altLang="ko-KR" sz="1300" dirty="0"/>
                  <a:t>OPs/cycle = 5020</a:t>
                </a:r>
              </a:p>
              <a:p>
                <a:pPr lvl="1"/>
                <a:r>
                  <a:rPr lang="en-US" altLang="ko-KR" sz="1300" dirty="0"/>
                  <a:t>overhead = 33.86%</a:t>
                </a:r>
              </a:p>
              <a:p>
                <a:pPr lvl="1"/>
                <a:r>
                  <a:rPr lang="en-US" altLang="ko-KR" sz="1300" dirty="0"/>
                  <a:t>Utilization : 74.70%</a:t>
                </a:r>
              </a:p>
              <a:p>
                <a:pPr lvl="1"/>
                <a:r>
                  <a:rPr lang="en-US" altLang="ko-KR" sz="1300" dirty="0"/>
                  <a:t>Memory utilization : ['52.08%', '23.08%', '82.86%']</a:t>
                </a:r>
              </a:p>
              <a:p>
                <a:pPr hangingPunct="1"/>
                <a:endParaRPr lang="en-US" altLang="ko-KR" dirty="0"/>
              </a:p>
              <a:p>
                <a:pPr hangingPunct="1"/>
                <a:endParaRPr lang="en-US" altLang="ko-KR" dirty="0"/>
              </a:p>
            </p:txBody>
          </p:sp>
        </mc:Choice>
        <mc:Fallback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ED3F8311-60D1-2AC8-3B9B-145D07C6A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147313"/>
                <a:ext cx="5257798" cy="5029650"/>
              </a:xfrm>
              <a:prstGeom prst="rect">
                <a:avLst/>
              </a:prstGeom>
              <a:blipFill>
                <a:blip r:embed="rId3"/>
                <a:stretch>
                  <a:fillRect l="-1276" t="-84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3970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5EDFDD-AE32-BA41-89B1-74A70A89A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</p:spPr>
        <p:txBody>
          <a:bodyPr>
            <a:normAutofit/>
          </a:bodyPr>
          <a:lstStyle/>
          <a:p>
            <a:r>
              <a:rPr lang="en-US" altLang="ko-KR" dirty="0"/>
              <a:t>Design space when the availability is read = 85%, write = 65%</a:t>
            </a:r>
          </a:p>
          <a:p>
            <a:pPr lvl="1"/>
            <a:r>
              <a:rPr lang="en-US" altLang="ko-KR" dirty="0"/>
              <a:t>It is assumed that input and weight read parallelly in different banks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60D331C-0FF8-A8A4-E863-0B297DF21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116709"/>
              </p:ext>
            </p:extLst>
          </p:nvPr>
        </p:nvGraphicFramePr>
        <p:xfrm>
          <a:off x="267199" y="2090057"/>
          <a:ext cx="11607436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660">
                  <a:extLst>
                    <a:ext uri="{9D8B030D-6E8A-4147-A177-3AD203B41FA5}">
                      <a16:colId xmlns:a16="http://schemas.microsoft.com/office/drawing/2014/main" val="2995811480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31436066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50370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869307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41001414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55291733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965817168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25931707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0792290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87275658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7602483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6824021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52537245"/>
                    </a:ext>
                  </a:extLst>
                </a:gridCol>
              </a:tblGrid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Clock</a:t>
                      </a:r>
                      <a:endParaRPr lang="ko-KR" altLang="en-US" sz="900" dirty="0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dirty="0"/>
                        <a:t>300Mhz</a:t>
                      </a:r>
                      <a:endParaRPr lang="ko-KR" altLang="en-US" sz="9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0321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Configuration</a:t>
                      </a:r>
                    </a:p>
                    <a:p>
                      <a:pPr algn="just" latinLnBrk="1"/>
                      <a:r>
                        <a:rPr lang="en-US" altLang="ko-KR" sz="900" dirty="0"/>
                        <a:t>[t, r, s]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[9, 14, 64]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[30, 14, 43]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7, 64]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60906"/>
                  </a:ext>
                </a:extLst>
              </a:tr>
              <a:tr h="22296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Target model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99477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OPs/cycle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5334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4041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4228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1658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3012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2501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81485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overhead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51.17%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99.55%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28.14%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226.64%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33.86%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61.16%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06794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PE_utilzation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66.15%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50.11%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78.14%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30.61%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74.70%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62.05%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6133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Memory_utilization</a:t>
                      </a:r>
                      <a:endParaRPr lang="en-US" altLang="ko-KR" sz="900" dirty="0"/>
                    </a:p>
                    <a:p>
                      <a:pPr algn="just" latinLnBrk="1"/>
                      <a:r>
                        <a:rPr lang="en-US" altLang="ko-KR" sz="900" dirty="0"/>
                        <a:t>[input, weight, output]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['31.25%', '93.75%', '100.96%']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['31.25%', '22.90%', '82.22%']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['17.58%', '59.21%', '56.68%']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0306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1DCFDF1-7953-0F8F-A1DF-51B5A5C37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153665"/>
              </p:ext>
            </p:extLst>
          </p:nvPr>
        </p:nvGraphicFramePr>
        <p:xfrm>
          <a:off x="267199" y="3964577"/>
          <a:ext cx="11607437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244">
                  <a:extLst>
                    <a:ext uri="{9D8B030D-6E8A-4147-A177-3AD203B41FA5}">
                      <a16:colId xmlns:a16="http://schemas.microsoft.com/office/drawing/2014/main" val="1117292815"/>
                    </a:ext>
                  </a:extLst>
                </a:gridCol>
                <a:gridCol w="1036928">
                  <a:extLst>
                    <a:ext uri="{9D8B030D-6E8A-4147-A177-3AD203B41FA5}">
                      <a16:colId xmlns:a16="http://schemas.microsoft.com/office/drawing/2014/main" val="2185026719"/>
                    </a:ext>
                  </a:extLst>
                </a:gridCol>
                <a:gridCol w="865769">
                  <a:extLst>
                    <a:ext uri="{9D8B030D-6E8A-4147-A177-3AD203B41FA5}">
                      <a16:colId xmlns:a16="http://schemas.microsoft.com/office/drawing/2014/main" val="63199846"/>
                    </a:ext>
                  </a:extLst>
                </a:gridCol>
                <a:gridCol w="8853496">
                  <a:extLst>
                    <a:ext uri="{9D8B030D-6E8A-4147-A177-3AD203B41FA5}">
                      <a16:colId xmlns:a16="http://schemas.microsoft.com/office/drawing/2014/main" val="580141228"/>
                    </a:ext>
                  </a:extLst>
                </a:gridCol>
              </a:tblGrid>
              <a:tr h="1853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configuration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# of Multiplier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utilization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6199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[9, 14 ,64]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2688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['71.79%', '71.79%', '71.79%', '71.79%', '66.67%', '66.67%', '66.67%', '58.33%', '58.33%', '58.33%', '58.33%', '58.33%', '58.33%']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938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['66.67%', '58.33%', '58.33%', '29.17%']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20195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[30, 14, 43]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['63.14%', '84.19%', '84.19%', '84.19%', '84.19%', '84.19%', '84.19%', '84.19%', '84.19%', '84.19%', '42.10%', '42.10%', '42.10%']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89445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['63.14%', '84.19%', '42.10%', '10.52%']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34968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7, 64]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['78.60%', '78.60%', '73.68%', '73.68%', '73.68%', '73.68%', '73.68%', '73.68%', '73.68%', '73.68%', '73.68%', '73.68%', '73.68%']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73299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['73.68%', '73.68%', '73.68%', '36.84%']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62256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171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96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75179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60D331C-0FF8-A8A4-E863-0B297DF21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135193"/>
              </p:ext>
            </p:extLst>
          </p:nvPr>
        </p:nvGraphicFramePr>
        <p:xfrm>
          <a:off x="267199" y="2090057"/>
          <a:ext cx="11607436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660">
                  <a:extLst>
                    <a:ext uri="{9D8B030D-6E8A-4147-A177-3AD203B41FA5}">
                      <a16:colId xmlns:a16="http://schemas.microsoft.com/office/drawing/2014/main" val="2995811480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31436066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50370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869307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41001414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55291733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965817168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25931707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0792290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87275658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7602483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6824021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52537245"/>
                    </a:ext>
                  </a:extLst>
                </a:gridCol>
              </a:tblGrid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Clock</a:t>
                      </a:r>
                      <a:endParaRPr lang="ko-KR" altLang="en-US" sz="900" dirty="0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dirty="0"/>
                        <a:t>500Mhz</a:t>
                      </a:r>
                      <a:endParaRPr lang="ko-KR" altLang="en-US" sz="9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0321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Configuration</a:t>
                      </a:r>
                    </a:p>
                    <a:p>
                      <a:pPr algn="just" latinLnBrk="1"/>
                      <a:r>
                        <a:rPr lang="en-US" altLang="ko-KR" sz="900" dirty="0"/>
                        <a:t>[t, r, s]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[10, 14, 37]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[30, 14, 26]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14, 32]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7, 64]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60906"/>
                  </a:ext>
                </a:extLst>
              </a:tr>
              <a:tr h="22296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Target model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99477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OPs/cycle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5254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3675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4266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1673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5020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3169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5020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4169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81485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overhead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47.87%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111.38%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27.97%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226.18%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33.86%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112.05%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33.86%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61.16%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06794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PE_utilzation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67.63%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47.31%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78.14%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30.66%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74.70%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47.16%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74.70%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62.05%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6133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Memory_utilization</a:t>
                      </a:r>
                      <a:endParaRPr lang="en-US" altLang="ko-KR" sz="900" dirty="0"/>
                    </a:p>
                    <a:p>
                      <a:pPr algn="just" latinLnBrk="1"/>
                      <a:r>
                        <a:rPr lang="en-US" altLang="ko-KR" sz="900" dirty="0"/>
                        <a:t>[input, weight, output]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['52.08%', '83.38%', '99.78%']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['52.08%', '23.08%', '82.86%']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['52.08%', '49.34%', '94.47%']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['29.30%', '98.68%', '94.47%']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0306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1DCFDF1-7953-0F8F-A1DF-51B5A5C37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29057"/>
              </p:ext>
            </p:extLst>
          </p:nvPr>
        </p:nvGraphicFramePr>
        <p:xfrm>
          <a:off x="267199" y="3964577"/>
          <a:ext cx="11607437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244">
                  <a:extLst>
                    <a:ext uri="{9D8B030D-6E8A-4147-A177-3AD203B41FA5}">
                      <a16:colId xmlns:a16="http://schemas.microsoft.com/office/drawing/2014/main" val="1117292815"/>
                    </a:ext>
                  </a:extLst>
                </a:gridCol>
                <a:gridCol w="1036928">
                  <a:extLst>
                    <a:ext uri="{9D8B030D-6E8A-4147-A177-3AD203B41FA5}">
                      <a16:colId xmlns:a16="http://schemas.microsoft.com/office/drawing/2014/main" val="2185026719"/>
                    </a:ext>
                  </a:extLst>
                </a:gridCol>
                <a:gridCol w="865769">
                  <a:extLst>
                    <a:ext uri="{9D8B030D-6E8A-4147-A177-3AD203B41FA5}">
                      <a16:colId xmlns:a16="http://schemas.microsoft.com/office/drawing/2014/main" val="63199846"/>
                    </a:ext>
                  </a:extLst>
                </a:gridCol>
                <a:gridCol w="8853496">
                  <a:extLst>
                    <a:ext uri="{9D8B030D-6E8A-4147-A177-3AD203B41FA5}">
                      <a16:colId xmlns:a16="http://schemas.microsoft.com/office/drawing/2014/main" val="580141228"/>
                    </a:ext>
                  </a:extLst>
                </a:gridCol>
              </a:tblGrid>
              <a:tr h="1853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configuration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# of Multiplier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utilization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6199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[10, 14, 37]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1554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['64.79%', '64.79%', '62.09%', '70.96%', '70.96%', '70.96%', '70.96%', '70.96%', '70.96%', '70.96%', '53.22%', '53.22%', '53.22%']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938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['62.09%', '62.09%', '53.22%', '26.61%']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20195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/>
                        <a:t>[30, 14, 26]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['69.62%', '83.54%', '83.54%', '83.54%', '83.54%', '83.54%', '83.54%', '83.54%', '83.54%', '83.54%', '41.77%', '41.77%', '41.77%']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89445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['69.62%', '83.54%', '41.77%', '10.44%']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34968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14, 32]</a:t>
                      </a:r>
                      <a:endParaRPr lang="ko-KR" altLang="en-US" sz="900" dirty="0"/>
                    </a:p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['78.60%', '78.60%', '73.68%', '73.68%', '73.68%', '73.68%', '73.68%', '73.68%', '73.68%', '73.68%', '73.68%', '73.68%', '73.68%']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73299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['73.68%', '73.68%', '73.68%', '18.42%']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62256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7, 64]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['78.60%', '78.60%', '73.68%', '73.68%', '73.68%', '73.68%', '73.68%', '73.68%', '73.68%', '73.68%', '73.68%', '73.68%', '73.68%']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171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['73.68%', '73.68%', '73.68%', '36.84%']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96938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6862706F-036B-9D6A-1EF4-C22E067E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</p:spPr>
        <p:txBody>
          <a:bodyPr>
            <a:normAutofit/>
          </a:bodyPr>
          <a:lstStyle/>
          <a:p>
            <a:r>
              <a:rPr lang="en-US" altLang="ko-KR" dirty="0"/>
              <a:t>Design space when the availability is read = 85%, write = 65%</a:t>
            </a:r>
          </a:p>
          <a:p>
            <a:pPr lvl="1"/>
            <a:r>
              <a:rPr lang="en-US" altLang="ko-KR" dirty="0"/>
              <a:t>It is assumed that input and weight read parallelly in different banks</a:t>
            </a:r>
          </a:p>
        </p:txBody>
      </p:sp>
    </p:spTree>
    <p:extLst>
      <p:ext uri="{BB962C8B-B14F-4D97-AF65-F5344CB8AC3E}">
        <p14:creationId xmlns:p14="http://schemas.microsoft.com/office/powerpoint/2010/main" val="109932543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 Using Same Memory Bank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17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C989DA-4FD4-429D-DE38-822FDE20F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821494"/>
              </p:ext>
            </p:extLst>
          </p:nvPr>
        </p:nvGraphicFramePr>
        <p:xfrm>
          <a:off x="267199" y="2090057"/>
          <a:ext cx="11607436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660">
                  <a:extLst>
                    <a:ext uri="{9D8B030D-6E8A-4147-A177-3AD203B41FA5}">
                      <a16:colId xmlns:a16="http://schemas.microsoft.com/office/drawing/2014/main" val="2995811480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31436066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50370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869307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41001414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55291733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965817168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25931707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0792290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87275658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7602483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6824021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52537245"/>
                    </a:ext>
                  </a:extLst>
                </a:gridCol>
              </a:tblGrid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Clock</a:t>
                      </a:r>
                      <a:endParaRPr lang="ko-KR" altLang="en-US" sz="900" dirty="0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dirty="0"/>
                        <a:t>300Mhz</a:t>
                      </a:r>
                      <a:endParaRPr lang="ko-KR" altLang="en-US" sz="9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0321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Configuration</a:t>
                      </a:r>
                    </a:p>
                    <a:p>
                      <a:pPr algn="just" latinLnBrk="1"/>
                      <a:r>
                        <a:rPr lang="en-US" altLang="ko-KR" sz="900" dirty="0"/>
                        <a:t>[t, r, s]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[30, 14, 52]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[30, 14, 43]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7, 86]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7, 64]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60906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Target model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99477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OPs/cycle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4793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1920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4228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1658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3671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2970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3012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2501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81485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overhead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36.67%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241.14%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28.14%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226.64%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47.55%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82.37%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33.86%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61.16%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06794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PE_utilzation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73.17%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29.31%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78.04%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30.61%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67.77%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54.83%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74.70%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62.05%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6133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Memory_utilization</a:t>
                      </a:r>
                      <a:endParaRPr lang="en-US" altLang="ko-KR" sz="900" dirty="0"/>
                    </a:p>
                    <a:p>
                      <a:pPr algn="just" latinLnBrk="1"/>
                      <a:r>
                        <a:rPr lang="en-US" altLang="ko-KR" sz="900" dirty="0"/>
                        <a:t>[input, weight, output]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['31.25%', '27.70%', '99.43%']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['31.25%', '22.90%', '82.22%']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[17.58%, 79.56%, 76.16%]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[17.58%, 59.21%, 56.68%]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03068"/>
                  </a:ext>
                </a:extLst>
              </a:tr>
            </a:tbl>
          </a:graphicData>
        </a:graphic>
      </p:graphicFrame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CB95368-7ADA-87D3-1F77-F58770E3B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474128"/>
              </p:ext>
            </p:extLst>
          </p:nvPr>
        </p:nvGraphicFramePr>
        <p:xfrm>
          <a:off x="267199" y="3964577"/>
          <a:ext cx="11607437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244">
                  <a:extLst>
                    <a:ext uri="{9D8B030D-6E8A-4147-A177-3AD203B41FA5}">
                      <a16:colId xmlns:a16="http://schemas.microsoft.com/office/drawing/2014/main" val="1117292815"/>
                    </a:ext>
                  </a:extLst>
                </a:gridCol>
                <a:gridCol w="1036928">
                  <a:extLst>
                    <a:ext uri="{9D8B030D-6E8A-4147-A177-3AD203B41FA5}">
                      <a16:colId xmlns:a16="http://schemas.microsoft.com/office/drawing/2014/main" val="2185026719"/>
                    </a:ext>
                  </a:extLst>
                </a:gridCol>
                <a:gridCol w="865769">
                  <a:extLst>
                    <a:ext uri="{9D8B030D-6E8A-4147-A177-3AD203B41FA5}">
                      <a16:colId xmlns:a16="http://schemas.microsoft.com/office/drawing/2014/main" val="63199846"/>
                    </a:ext>
                  </a:extLst>
                </a:gridCol>
                <a:gridCol w="8853496">
                  <a:extLst>
                    <a:ext uri="{9D8B030D-6E8A-4147-A177-3AD203B41FA5}">
                      <a16:colId xmlns:a16="http://schemas.microsoft.com/office/drawing/2014/main" val="580141228"/>
                    </a:ext>
                  </a:extLst>
                </a:gridCol>
              </a:tblGrid>
              <a:tr h="1853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configuration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# of 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utilization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6199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[30, 14, 52]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2184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['52.21%', '69.62%', '69.62%', '83.54%', '83.54%', '83.54%', '83.54%', '83.54%', '83.54%', '83.54%', '41.77%', '41.77%', '41.77%']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938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['52.21%', '69.62%', '41.77%', '10.44%']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20195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[30, 14, 43]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['63.14%', '84.19%', '84.19%', '84.19%', '84.19%', '84.19%', '84.19%', '84.19%', '84.19%', '84.19%', '42.10%', '42.10%', '42.10%']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89445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['63.14%', '84.19%', '42.10%', '10.52%']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34968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7, 86]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['58.49%', '58.49%', '54.83%', '73.11%', '73.11%', '73.11%', '73.11%', '73.11%', '73.11%', '73.11%', '73.11%', '73.11%', '73.11%']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73299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['54.83%', '54.83%', '73.11%', '36.56%']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62256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7, 64]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['78.60%', '78.60%', '73.68%', '73.68%', '73.68%', '73.68%', '73.68%', '73.68%', '73.68%', '73.68%', '73.68%', '73.68%', '73.68%']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171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['73.68%', '73.68%', '73.68%', '36.84%']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9693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6931DA8D-DBB8-8465-8BEC-0C7532187AA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2" y="1019026"/>
                <a:ext cx="10515601" cy="107103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sz="1200" dirty="0"/>
                  <a:t>If using the same memory bank for weight and input, parallelization cannot be performed</a:t>
                </a:r>
              </a:p>
              <a:p>
                <a:pPr lvl="1"/>
                <a:r>
                  <a:rPr lang="en-US" altLang="ko-KR" sz="12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input bottleneck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ko-KR" altLang="ko-KR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</m:den>
                    </m:f>
                    <m:r>
                      <a:rPr lang="en-US" altLang="ko-KR" sz="1200" b="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ko-KR" sz="1200" dirty="0"/>
                      <m:t>(</m:t>
                    </m:r>
                    <m:r>
                      <m:rPr>
                        <m:nor/>
                      </m:rPr>
                      <a:rPr lang="en-US" altLang="ko-KR" sz="1200" dirty="0"/>
                      <m:t>r</m:t>
                    </m:r>
                    <m:r>
                      <m:rPr>
                        <m:nor/>
                      </m:rPr>
                      <a:rPr lang="en-US" altLang="ko-KR" sz="1200" dirty="0"/>
                      <m:t>+2)</m:t>
                    </m:r>
                    <m:r>
                      <m:rPr>
                        <m:nor/>
                      </m:rPr>
                      <a:rPr lang="en-US" altLang="ko-KR" sz="1200" dirty="0"/>
                      <m:t>byte</m:t>
                    </m:r>
                    <m:r>
                      <m:rPr>
                        <m:nor/>
                      </m:rPr>
                      <a:rPr lang="en-US" altLang="ko-KR" sz="1200" dirty="0"/>
                      <m:t>/</m:t>
                    </m:r>
                    <m:r>
                      <m:rPr>
                        <m:nor/>
                      </m:rPr>
                      <a:rPr lang="en-US" altLang="ko-KR" sz="1200" dirty="0"/>
                      <m:t>cycle</m:t>
                    </m:r>
                    <m:r>
                      <a:rPr lang="ko-KR" altLang="ko-KR" sz="12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200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1200" i="1" dirty="0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0.85</m:t>
                    </m:r>
                  </m:oMath>
                </a14:m>
                <a:r>
                  <a:rPr lang="en-US" altLang="ko-KR" sz="1200" dirty="0"/>
                  <a:t>byte/cycle</a:t>
                </a:r>
              </a:p>
              <a:p>
                <a:pPr lvl="1"/>
                <a:r>
                  <a:rPr lang="en-US" altLang="ko-KR" sz="12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output bottleneck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4∗</m:t>
                        </m:r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ko-KR" altLang="ko-KR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ko-KR" altLang="ko-KR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2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byte/cycle </a:t>
                </a:r>
                <a14:m>
                  <m:oMath xmlns:m="http://schemas.openxmlformats.org/officeDocument/2006/math">
                    <m:r>
                      <a:rPr lang="ko-KR" altLang="ko-KR" sz="120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ko-KR" sz="12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 0.65</m:t>
                    </m:r>
                  </m:oMath>
                </a14:m>
                <a:r>
                  <a:rPr lang="en-US" altLang="ko-KR" sz="1200" dirty="0"/>
                  <a:t>byte/cycle</a:t>
                </a:r>
              </a:p>
              <a:p>
                <a:r>
                  <a:rPr lang="en-US" altLang="ko-KR" sz="1200" dirty="0"/>
                  <a:t>Availability - read = 85%, write = 65%</a:t>
                </a:r>
              </a:p>
              <a:p>
                <a:endParaRPr lang="en-US" altLang="ko-KR" sz="1200" dirty="0"/>
              </a:p>
            </p:txBody>
          </p:sp>
        </mc:Choice>
        <mc:Fallback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6931DA8D-DBB8-8465-8BEC-0C7532187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2" y="1019026"/>
                <a:ext cx="10515601" cy="1071031"/>
              </a:xfrm>
              <a:blipFill>
                <a:blip r:embed="rId2"/>
                <a:stretch>
                  <a:fillRect l="-348" t="-51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01885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 Using Same Memory Bank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18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C989DA-4FD4-429D-DE38-822FDE20F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476431"/>
              </p:ext>
            </p:extLst>
          </p:nvPr>
        </p:nvGraphicFramePr>
        <p:xfrm>
          <a:off x="267199" y="2090057"/>
          <a:ext cx="11607436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660">
                  <a:extLst>
                    <a:ext uri="{9D8B030D-6E8A-4147-A177-3AD203B41FA5}">
                      <a16:colId xmlns:a16="http://schemas.microsoft.com/office/drawing/2014/main" val="2995811480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31436066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50370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869307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41001414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55291733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965817168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25931707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0792290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87275658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7602483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6824021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52537245"/>
                    </a:ext>
                  </a:extLst>
                </a:gridCol>
              </a:tblGrid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Clock</a:t>
                      </a:r>
                      <a:endParaRPr lang="ko-KR" altLang="en-US" sz="900" dirty="0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dirty="0"/>
                        <a:t>500Mhz</a:t>
                      </a:r>
                      <a:endParaRPr lang="ko-KR" altLang="en-US" sz="9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0321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Configuration</a:t>
                      </a:r>
                    </a:p>
                    <a:p>
                      <a:pPr algn="just" latinLnBrk="1"/>
                      <a:r>
                        <a:rPr lang="en-US" altLang="ko-KR" sz="900" dirty="0"/>
                        <a:t>[t, r, s]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[20, 14, 32]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[30, 14, 26]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8, 43]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7, 43]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60906"/>
                  </a:ext>
                </a:extLst>
              </a:tr>
              <a:tr h="22296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Target model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99477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OPs/cycle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4999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2698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4266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1673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3599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2708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3271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2640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81485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overhead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34.42%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149.00%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27.97%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226.18%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43.35%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90.51%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38.02%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70.97%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06794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PE_utilzation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74.40%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40.16%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78.14%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30.66%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69.76%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52.49%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72.45%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58.49%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6133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Memory_utilization</a:t>
                      </a:r>
                      <a:endParaRPr lang="en-US" altLang="ko-KR" sz="900" dirty="0"/>
                    </a:p>
                    <a:p>
                      <a:pPr algn="just" latinLnBrk="1"/>
                      <a:r>
                        <a:rPr lang="en-US" altLang="ko-KR" sz="900" dirty="0"/>
                        <a:t>[input, weight, output]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['52.08%’, '40.76%', '97.55%']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['52.08%', '23.08%', '82.86%']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['32.55%', '66.30%', '72.54%']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['29.30%', '66.30%', '63.47%']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0306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5EB2D95-A7A4-6A21-E166-53A08B3643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2" y="1019026"/>
                <a:ext cx="10515601" cy="107103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sz="1200" dirty="0"/>
                  <a:t>If using the same memory bank for weight and input, parallelization cannot be performed</a:t>
                </a:r>
              </a:p>
              <a:p>
                <a:pPr lvl="1"/>
                <a:r>
                  <a:rPr lang="en-US" altLang="ko-KR" sz="12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input bottleneck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ko-KR" altLang="ko-KR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</m:den>
                    </m:f>
                    <m:r>
                      <a:rPr lang="en-US" altLang="ko-KR" sz="1200" b="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ko-KR" sz="1200" dirty="0"/>
                      <m:t>(</m:t>
                    </m:r>
                    <m:r>
                      <m:rPr>
                        <m:nor/>
                      </m:rPr>
                      <a:rPr lang="en-US" altLang="ko-KR" sz="1200" dirty="0"/>
                      <m:t>r</m:t>
                    </m:r>
                    <m:r>
                      <m:rPr>
                        <m:nor/>
                      </m:rPr>
                      <a:rPr lang="en-US" altLang="ko-KR" sz="1200" dirty="0"/>
                      <m:t>+2)</m:t>
                    </m:r>
                    <m:r>
                      <m:rPr>
                        <m:nor/>
                      </m:rPr>
                      <a:rPr lang="en-US" altLang="ko-KR" sz="1200" dirty="0"/>
                      <m:t>byte</m:t>
                    </m:r>
                    <m:r>
                      <m:rPr>
                        <m:nor/>
                      </m:rPr>
                      <a:rPr lang="en-US" altLang="ko-KR" sz="1200" dirty="0"/>
                      <m:t>/</m:t>
                    </m:r>
                    <m:r>
                      <m:rPr>
                        <m:nor/>
                      </m:rPr>
                      <a:rPr lang="en-US" altLang="ko-KR" sz="1200" dirty="0"/>
                      <m:t>cycle</m:t>
                    </m:r>
                    <m:r>
                      <a:rPr lang="ko-KR" altLang="ko-KR" sz="12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200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1200" i="1" dirty="0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0.85</m:t>
                    </m:r>
                  </m:oMath>
                </a14:m>
                <a:r>
                  <a:rPr lang="en-US" altLang="ko-KR" sz="1200" dirty="0"/>
                  <a:t>byte/cycle</a:t>
                </a:r>
              </a:p>
              <a:p>
                <a:pPr lvl="1"/>
                <a:r>
                  <a:rPr lang="en-US" altLang="ko-KR" sz="12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output bottleneck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4∗</m:t>
                        </m:r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200" b="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ko-KR" altLang="ko-KR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  <m:r>
                          <a:rPr lang="en-US" altLang="ko-KR" sz="12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ko-KR" altLang="ko-KR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2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2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byte/cycle </a:t>
                </a:r>
                <a14:m>
                  <m:oMath xmlns:m="http://schemas.openxmlformats.org/officeDocument/2006/math">
                    <m:r>
                      <a:rPr lang="ko-KR" altLang="ko-KR" sz="120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ko-KR" sz="12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 0.65</m:t>
                    </m:r>
                  </m:oMath>
                </a14:m>
                <a:r>
                  <a:rPr lang="en-US" altLang="ko-KR" sz="1200" dirty="0"/>
                  <a:t>byte/cycle</a:t>
                </a:r>
              </a:p>
              <a:p>
                <a:r>
                  <a:rPr lang="en-US" altLang="ko-KR" sz="1200" dirty="0"/>
                  <a:t>Availability - read = 85%, write = 65%</a:t>
                </a:r>
              </a:p>
              <a:p>
                <a:endParaRPr lang="en-US" altLang="ko-KR" sz="120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5EB2D95-A7A4-6A21-E166-53A08B364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2" y="1019026"/>
                <a:ext cx="10515601" cy="1071031"/>
              </a:xfrm>
              <a:blipFill>
                <a:blip r:embed="rId2"/>
                <a:stretch>
                  <a:fillRect l="-348" t="-51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C6E3E19-FE98-2E9C-E13A-EAD4C8094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17614"/>
              </p:ext>
            </p:extLst>
          </p:nvPr>
        </p:nvGraphicFramePr>
        <p:xfrm>
          <a:off x="267199" y="3964577"/>
          <a:ext cx="11607437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244">
                  <a:extLst>
                    <a:ext uri="{9D8B030D-6E8A-4147-A177-3AD203B41FA5}">
                      <a16:colId xmlns:a16="http://schemas.microsoft.com/office/drawing/2014/main" val="1117292815"/>
                    </a:ext>
                  </a:extLst>
                </a:gridCol>
                <a:gridCol w="1036928">
                  <a:extLst>
                    <a:ext uri="{9D8B030D-6E8A-4147-A177-3AD203B41FA5}">
                      <a16:colId xmlns:a16="http://schemas.microsoft.com/office/drawing/2014/main" val="2185026719"/>
                    </a:ext>
                  </a:extLst>
                </a:gridCol>
                <a:gridCol w="865769">
                  <a:extLst>
                    <a:ext uri="{9D8B030D-6E8A-4147-A177-3AD203B41FA5}">
                      <a16:colId xmlns:a16="http://schemas.microsoft.com/office/drawing/2014/main" val="63199846"/>
                    </a:ext>
                  </a:extLst>
                </a:gridCol>
                <a:gridCol w="8853496">
                  <a:extLst>
                    <a:ext uri="{9D8B030D-6E8A-4147-A177-3AD203B41FA5}">
                      <a16:colId xmlns:a16="http://schemas.microsoft.com/office/drawing/2014/main" val="580141228"/>
                    </a:ext>
                  </a:extLst>
                </a:gridCol>
              </a:tblGrid>
              <a:tr h="1853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configuration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# of 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utilization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6199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[20, 14, 32]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['81.16%', '81.16%', '81.16%', '81.16%', '81.16%', '81.16%', '81.16%', '60.87%', '60.87%', '60.87%', '60.87%', '60.87%', '60.87%']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938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['81.16%', '60.87%', '60.87%', '15.22%']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20195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[30, 14, 26]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['69.62%', '83.54%', '83.54%', '83.54%', '83.54%', '83.54%', '83.54%', '83.54%', '83.54%', '83.54%', '41.77%', '41.77%', '41.77%']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894455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['69.62%', '83.54%', '41.77%', '10.44%']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34968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8, 43]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1032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['58.49%', '77.99%', '73.11%', '73.11%', '73.11%', '73.11%', '73.11%', '63.97%', '63.97%', '63.97%', '63.97%', '63.97%', '63.97%']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73299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['54.83%', '73.11%', '73.11%', '36.56%']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62256"/>
                  </a:ext>
                </a:extLst>
              </a:tr>
              <a:tr h="185322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7, 43]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['58.49%', '77.99%', '73.11%', '73.11%', '73.11%', '73.11%', '73.11%', '73.11%', '73.11%', '73.11%', '73.11%', '73.11%', '73.11%']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171"/>
                  </a:ext>
                </a:extLst>
              </a:tr>
              <a:tr h="1853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['54.83%', '73.11%', '73.11%', '36.56%']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96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53147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 Issue resolved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19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C989DA-4FD4-429D-DE38-822FDE20F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86035"/>
              </p:ext>
            </p:extLst>
          </p:nvPr>
        </p:nvGraphicFramePr>
        <p:xfrm>
          <a:off x="267199" y="1749930"/>
          <a:ext cx="11607436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660">
                  <a:extLst>
                    <a:ext uri="{9D8B030D-6E8A-4147-A177-3AD203B41FA5}">
                      <a16:colId xmlns:a16="http://schemas.microsoft.com/office/drawing/2014/main" val="2995811480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31436066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50370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869307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41001414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55291733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965817168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25931707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0792290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87275658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7602483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6824021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52537245"/>
                    </a:ext>
                  </a:extLst>
                </a:gridCol>
              </a:tblGrid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Clock</a:t>
                      </a:r>
                      <a:endParaRPr lang="ko-KR" altLang="en-US" sz="900" dirty="0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dirty="0"/>
                        <a:t>300Mhz</a:t>
                      </a:r>
                      <a:endParaRPr lang="ko-KR" altLang="en-US" sz="9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0321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Configuration</a:t>
                      </a:r>
                    </a:p>
                    <a:p>
                      <a:pPr algn="just" latinLnBrk="1"/>
                      <a:r>
                        <a:rPr lang="en-US" altLang="ko-KR" sz="900" dirty="0"/>
                        <a:t>[t, r, s]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14, 47]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[10, 14, 32]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14, 43]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10, 64]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[16, 7, 64]</a:t>
                      </a:r>
                      <a:endParaRPr lang="ko-KR" altLang="en-US" sz="900" b="1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60906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Target model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VGG16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Resnet50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99477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OPs/cycle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4828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3010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3729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2617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4661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2894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4722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3272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3576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2970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81485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overhead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22.65%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96.71%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8.12%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54.02%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16.23%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87.17%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21.96%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76.02%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12.73%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35.71%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06794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PE_utilzation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81.53%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50.84%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92.49%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64.93%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86.04%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53.43%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81.99%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56.81%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88.71%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73.68%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6133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Memory_utilization</a:t>
                      </a:r>
                      <a:endParaRPr lang="en-US" altLang="ko-KR" sz="900" dirty="0"/>
                    </a:p>
                    <a:p>
                      <a:pPr algn="just" latinLnBrk="1"/>
                      <a:r>
                        <a:rPr lang="en-US" altLang="ko-KR" sz="900" dirty="0"/>
                        <a:t>[input, weight, output]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['31.25%', '51.64%', '98.86%']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['31.25%', '56.25%', '67.31%']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['31.25%', '47.24%', '90.44%']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['23.44%', '70.31%', '96.15%']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['17.58%', '70.31%', '67.31%']</a:t>
                      </a:r>
                      <a:endParaRPr lang="ko-KR" altLang="en-US" sz="900" b="1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03068"/>
                  </a:ext>
                </a:extLst>
              </a:tr>
            </a:tbl>
          </a:graphicData>
        </a:graphic>
      </p:graphicFrame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CB95368-7ADA-87D3-1F77-F58770E3B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061091"/>
              </p:ext>
            </p:extLst>
          </p:nvPr>
        </p:nvGraphicFramePr>
        <p:xfrm>
          <a:off x="267199" y="3630388"/>
          <a:ext cx="11607437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244">
                  <a:extLst>
                    <a:ext uri="{9D8B030D-6E8A-4147-A177-3AD203B41FA5}">
                      <a16:colId xmlns:a16="http://schemas.microsoft.com/office/drawing/2014/main" val="1117292815"/>
                    </a:ext>
                  </a:extLst>
                </a:gridCol>
                <a:gridCol w="1042866">
                  <a:extLst>
                    <a:ext uri="{9D8B030D-6E8A-4147-A177-3AD203B41FA5}">
                      <a16:colId xmlns:a16="http://schemas.microsoft.com/office/drawing/2014/main" val="1613983389"/>
                    </a:ext>
                  </a:extLst>
                </a:gridCol>
                <a:gridCol w="859831">
                  <a:extLst>
                    <a:ext uri="{9D8B030D-6E8A-4147-A177-3AD203B41FA5}">
                      <a16:colId xmlns:a16="http://schemas.microsoft.com/office/drawing/2014/main" val="63199846"/>
                    </a:ext>
                  </a:extLst>
                </a:gridCol>
                <a:gridCol w="8853496">
                  <a:extLst>
                    <a:ext uri="{9D8B030D-6E8A-4147-A177-3AD203B41FA5}">
                      <a16:colId xmlns:a16="http://schemas.microsoft.com/office/drawing/2014/main" val="580141228"/>
                    </a:ext>
                  </a:extLst>
                </a:gridCol>
              </a:tblGrid>
              <a:tr h="2022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configuration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# of 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utilization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6199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14, 47]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['63.55%', '84.73%', '79.43%', '79.43%', '79.43%', '79.43%', '86.65%', '86.65%', '86.65%', '86.65%', '86.65%', '86.65%', '86.65%']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9385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['59.57%', '79.43%', '79.43%', '21.66%']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20195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[10, 14, 32]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['97.39%', '97.39%', '93.33%', '93.33%', '93.33%', '93.33%', '93.33%', '93.33%', '93.33%', '93.33%', '70.00%', '70.00%', '70.00%']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8944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['93.33%', '93.33%', '70.00%', '35.00%']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34968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14, 43]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['69.46%', '92.61%', '86.82%', '86.82%', '86.82%', '86.82%', '86.82%', '86.82%', '86.82%', '86.82%', '86.82%', '86.82%', '86.82%']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73299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['65.12%', '86.82%', '86.82%', '21.71%']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62256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10, 64]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['90.90%', '90.90%', '81.67%', '81.67%', '81.67%', '81.67%', '81.67%', '81.67%', '81.67%', '81.67%', '61.25%', '61.25%', '61.25%']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171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['81.67%', '81.67%', '61.25%', '30.63%']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946759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[16, 7, 64]</a:t>
                      </a:r>
                      <a:endParaRPr lang="ko-KR" altLang="en-US" sz="900" b="1" dirty="0"/>
                    </a:p>
                    <a:p>
                      <a:pPr latinLnBrk="1"/>
                      <a:endParaRPr lang="ko-KR" altLang="en-US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1344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VGG16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['93.33%', '93.33%', '87.50%', '87.50%', '87.50%', '87.50%', '87.50%', '87.50%', '87.50%', '87.50%', '87.50%', '87.50%', '87.50%']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96938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Resnet50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['87.50%', '87.50%', '87.50%', '43.75%']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4851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6931DA8D-DBB8-8465-8BEC-0C7532187AA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2" y="1019026"/>
                <a:ext cx="10515601" cy="715231"/>
              </a:xfrm>
            </p:spPr>
            <p:txBody>
              <a:bodyPr>
                <a:normAutofit fontScale="85000" lnSpcReduction="20000"/>
              </a:bodyPr>
              <a:lstStyle/>
              <a:p>
                <a:pPr hangingPunct="1"/>
                <a:r>
                  <a:rPr lang="en-US" altLang="ko-KR" sz="1300" kern="100" dirty="0">
                    <a:latin typeface="+mj-ea"/>
                    <a:cs typeface="Times New Roman" panose="02020603050405020304" pitchFamily="18" charset="0"/>
                  </a:rPr>
                  <a:t>If the Initial Weight load and Write back Overhead Issue are resolved, the following configuration is possible</a:t>
                </a:r>
              </a:p>
              <a:p>
                <a:pPr lvl="1" hangingPunct="1"/>
                <a:r>
                  <a:rPr lang="en-US" altLang="ko-KR" sz="11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en-US" altLang="ko-KR" sz="1100" kern="1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bottle_neck</a:t>
                </a:r>
                <a:r>
                  <a:rPr lang="en-US" altLang="ko-KR" sz="11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ko-KR" altLang="ko-KR" sz="11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r>
                      <a:rPr lang="en-US" altLang="ko-KR" sz="1100" i="1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ko-KR" sz="1100" dirty="0"/>
                      <m:t>(</m:t>
                    </m:r>
                    <m:r>
                      <m:rPr>
                        <m:nor/>
                      </m:rPr>
                      <a:rPr lang="en-US" altLang="ko-KR" sz="1100" dirty="0"/>
                      <m:t>r</m:t>
                    </m:r>
                    <m:r>
                      <m:rPr>
                        <m:nor/>
                      </m:rPr>
                      <a:rPr lang="en-US" altLang="ko-KR" sz="1100" dirty="0"/>
                      <m:t>+2)</m:t>
                    </m:r>
                    <m:r>
                      <m:rPr>
                        <m:nor/>
                      </m:rPr>
                      <a:rPr lang="en-US" altLang="ko-KR" sz="1100" dirty="0"/>
                      <m:t>byte</m:t>
                    </m:r>
                    <m:r>
                      <m:rPr>
                        <m:nor/>
                      </m:rPr>
                      <a:rPr lang="en-US" altLang="ko-KR" sz="1100" dirty="0"/>
                      <m:t>/</m:t>
                    </m:r>
                    <m:r>
                      <m:rPr>
                        <m:nor/>
                      </m:rPr>
                      <a:rPr lang="en-US" altLang="ko-KR" sz="1100" dirty="0"/>
                      <m:t>cycle</m:t>
                    </m:r>
                    <m:r>
                      <a:rPr lang="ko-KR" altLang="ko-KR" sz="11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1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1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100" i="1" dirty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11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100" i="1" dirty="0">
                        <a:latin typeface="Cambria Math" panose="02040503050406030204" pitchFamily="18" charset="0"/>
                      </a:rPr>
                      <m:t> 0.85</m:t>
                    </m:r>
                  </m:oMath>
                </a14:m>
                <a:r>
                  <a:rPr lang="en-US" altLang="ko-KR" sz="1100" dirty="0"/>
                  <a:t>byte/cycle</a:t>
                </a:r>
              </a:p>
              <a:p>
                <a:pPr lvl="1" hangingPunct="1"/>
                <a:r>
                  <a:rPr lang="en-US" altLang="ko-KR" sz="11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output </a:t>
                </a:r>
                <a:r>
                  <a:rPr lang="en-US" altLang="ko-KR" sz="1100" kern="1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bottle_neck</a:t>
                </a:r>
                <a:r>
                  <a:rPr lang="en-US" altLang="ko-KR" sz="11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4∗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ko-KR" altLang="ko-KR" sz="11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ko-KR" altLang="ko-KR" sz="11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100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1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byte/cycle </a:t>
                </a:r>
                <a14:m>
                  <m:oMath xmlns:m="http://schemas.openxmlformats.org/officeDocument/2006/math">
                    <m:r>
                      <a:rPr lang="ko-KR" altLang="ko-KR" sz="11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1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1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11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100" i="1" dirty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11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100" i="1" dirty="0">
                        <a:latin typeface="Cambria Math" panose="02040503050406030204" pitchFamily="18" charset="0"/>
                      </a:rPr>
                      <m:t> 0.65</m:t>
                    </m:r>
                  </m:oMath>
                </a14:m>
                <a:r>
                  <a:rPr lang="en-US" altLang="ko-KR" sz="1100" dirty="0"/>
                  <a:t>byte/cycle</a:t>
                </a:r>
              </a:p>
              <a:p>
                <a:pPr marL="0" indent="0">
                  <a:buNone/>
                </a:pPr>
                <a:endParaRPr lang="en-US" altLang="ko-KR" sz="1200" dirty="0"/>
              </a:p>
            </p:txBody>
          </p:sp>
        </mc:Choice>
        <mc:Fallback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6931DA8D-DBB8-8465-8BEC-0C7532187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2" y="1019026"/>
                <a:ext cx="10515601" cy="715231"/>
              </a:xfrm>
              <a:blipFill>
                <a:blip r:embed="rId2"/>
                <a:stretch>
                  <a:fillRect l="-348" t="-7692" b="-8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9F05A91A-8301-1BA2-73DA-97409E39DA38}"/>
              </a:ext>
            </a:extLst>
          </p:cNvPr>
          <p:cNvSpPr/>
          <p:nvPr/>
        </p:nvSpPr>
        <p:spPr>
          <a:xfrm>
            <a:off x="8420100" y="1981200"/>
            <a:ext cx="1737360" cy="164325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6006009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 Issue resolved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20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C989DA-4FD4-429D-DE38-822FDE20F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24485"/>
              </p:ext>
            </p:extLst>
          </p:nvPr>
        </p:nvGraphicFramePr>
        <p:xfrm>
          <a:off x="267199" y="1810890"/>
          <a:ext cx="11607436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660">
                  <a:extLst>
                    <a:ext uri="{9D8B030D-6E8A-4147-A177-3AD203B41FA5}">
                      <a16:colId xmlns:a16="http://schemas.microsoft.com/office/drawing/2014/main" val="2995811480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31436066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50370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8693071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4100141454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55291733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965817168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25931707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00792290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187275658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76024832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2868240219"/>
                    </a:ext>
                  </a:extLst>
                </a:gridCol>
                <a:gridCol w="861398">
                  <a:extLst>
                    <a:ext uri="{9D8B030D-6E8A-4147-A177-3AD203B41FA5}">
                      <a16:colId xmlns:a16="http://schemas.microsoft.com/office/drawing/2014/main" val="3052537245"/>
                    </a:ext>
                  </a:extLst>
                </a:gridCol>
              </a:tblGrid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Clock</a:t>
                      </a:r>
                      <a:endParaRPr lang="ko-KR" altLang="en-US" sz="900" dirty="0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dirty="0"/>
                        <a:t>500Mhz</a:t>
                      </a:r>
                      <a:endParaRPr lang="ko-KR" altLang="en-US" sz="9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0321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Configuration</a:t>
                      </a:r>
                    </a:p>
                    <a:p>
                      <a:pPr algn="just" latinLnBrk="1"/>
                      <a:r>
                        <a:rPr lang="en-US" altLang="ko-KR" sz="900" dirty="0"/>
                        <a:t>[t, r, s]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[30, 14, 27]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[10, 14, 16]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[17, 14, 27]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[16, 7, 32]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[16, 7, 37]</a:t>
                      </a:r>
                      <a:endParaRPr lang="ko-KR" altLang="en-US" sz="900" b="1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60906"/>
                  </a:ext>
                </a:extLst>
              </a:tr>
              <a:tr h="12370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Target model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VGG16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Resnet50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VGG16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Resnet50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99477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OPs/cycle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4799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1893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3107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2181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4723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2833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2980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2475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3274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2688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81485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overhead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18.14%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199.46%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8.12%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54.02%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20.04%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100.11%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12.73%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35.71%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18.63%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44.53%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06794"/>
                  </a:ext>
                </a:extLst>
              </a:tr>
              <a:tr h="1849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PE_utilzation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84.65%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33.39%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92.49%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64.93%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83.31%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49.97%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88.71%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73.68%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84.30%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69.19%</a:t>
                      </a:r>
                      <a:endParaRPr lang="ko-KR" altLang="en-US" sz="9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61332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 err="1"/>
                        <a:t>Memory_utilization</a:t>
                      </a:r>
                      <a:endParaRPr lang="en-US" altLang="ko-KR" sz="900" dirty="0"/>
                    </a:p>
                    <a:p>
                      <a:pPr algn="just" latinLnBrk="1"/>
                      <a:r>
                        <a:rPr lang="en-US" altLang="ko-KR" sz="900" dirty="0"/>
                        <a:t>[input, weight, output]</a:t>
                      </a:r>
                      <a:endParaRPr lang="ko-KR" altLang="en-US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['52.08%', '26.37%', '94.65%']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['52.08%', '46.88%', '56.09%']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['52.08%', '46.53%', '94.65%']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dirty="0"/>
                        <a:t>['29.30%', '58.59%', '56.09%']</a:t>
                      </a:r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just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u="sng" dirty="0"/>
                        <a:t>['29.30%', '67.75%', '64.85%']</a:t>
                      </a:r>
                      <a:endParaRPr lang="ko-KR" altLang="en-US" sz="900" b="1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0306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6577F28-2E24-4F88-2D38-E3C0621D5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16880"/>
              </p:ext>
            </p:extLst>
          </p:nvPr>
        </p:nvGraphicFramePr>
        <p:xfrm>
          <a:off x="267199" y="3685410"/>
          <a:ext cx="11607437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1244">
                  <a:extLst>
                    <a:ext uri="{9D8B030D-6E8A-4147-A177-3AD203B41FA5}">
                      <a16:colId xmlns:a16="http://schemas.microsoft.com/office/drawing/2014/main" val="1117292815"/>
                    </a:ext>
                  </a:extLst>
                </a:gridCol>
                <a:gridCol w="1042866">
                  <a:extLst>
                    <a:ext uri="{9D8B030D-6E8A-4147-A177-3AD203B41FA5}">
                      <a16:colId xmlns:a16="http://schemas.microsoft.com/office/drawing/2014/main" val="1613983389"/>
                    </a:ext>
                  </a:extLst>
                </a:gridCol>
                <a:gridCol w="859831">
                  <a:extLst>
                    <a:ext uri="{9D8B030D-6E8A-4147-A177-3AD203B41FA5}">
                      <a16:colId xmlns:a16="http://schemas.microsoft.com/office/drawing/2014/main" val="63199846"/>
                    </a:ext>
                  </a:extLst>
                </a:gridCol>
                <a:gridCol w="8853496">
                  <a:extLst>
                    <a:ext uri="{9D8B030D-6E8A-4147-A177-3AD203B41FA5}">
                      <a16:colId xmlns:a16="http://schemas.microsoft.com/office/drawing/2014/main" val="580141228"/>
                    </a:ext>
                  </a:extLst>
                </a:gridCol>
              </a:tblGrid>
              <a:tr h="2022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configuration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# of 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utilization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6199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[30, 14, 27]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1134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['73.74%', '88.49%', '88.49%', '88.49%', '88.49%', '88.49%', '93.15%', '93.15%', '93.15%', '93.15%', '46.58%', '46.58%', '46.58%']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9385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['73.74%', '88.49%', '44.25%', '11.64%']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20195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[10, 14, 16]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['97.39%', '97.39%', '93.33%', '93.33%', '93.33%', '93.33%', '93.33%', '93.33%', '93.33%', '93.33%', '70.00%', '70.00%', '70.00%']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8944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['93.33%', '93.33%', '70.00%', '35.00%']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34968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[17, 14, 27]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1134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['74.36%', '89.24%', '89.24%', '89.24%', '78.08%', '78.08%', '82.19%', '82.19%', '82.19%', '82.19%', '82.19%', '82.19%', '82.19%']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073299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['65.07%', '78.08%', '78.08%', '20.55%']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62256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[16, 7, 32]</a:t>
                      </a:r>
                      <a:endParaRPr lang="ko-KR" altLang="en-US" sz="9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672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VGG16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['93.33%', '93.33%', '87.50%', '87.50%', '87.50%', '87.50%', '87.50%', '87.50%', '87.50%', '87.50%', '87.50%', '87.50%', '87.50%']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7171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Resnet50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['87.50%', '87.50%', '87.50%', '43.75%']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946759"/>
                  </a:ext>
                </a:extLst>
              </a:tr>
              <a:tr h="202296">
                <a:tc rowSpan="2"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[16, 7, 37]</a:t>
                      </a:r>
                      <a:endParaRPr lang="ko-KR" altLang="en-US" sz="900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777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VGG16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['80.72%', '80.72%', '75.68%', '86.49%', '86.49%', '86.49%', '86.49%', '86.49%', '86.49%', '86.49%', '86.49%', '86.49%', '86.49%']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96938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Resnet50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['75.68%', '75.68%', '86.49%', '43.24%']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4851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텍스트 개체 틀 2">
                <a:extLst>
                  <a:ext uri="{FF2B5EF4-FFF2-40B4-BE49-F238E27FC236}">
                    <a16:creationId xmlns:a16="http://schemas.microsoft.com/office/drawing/2014/main" id="{DD9A01FF-3705-5FDA-38F6-9EF6BBC576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2" y="914400"/>
                <a:ext cx="10515601" cy="9601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45719" rIns="45719">
                <a:normAutofit/>
              </a:bodyPr>
              <a:lstStyle>
                <a:lvl1pPr marL="185733" marR="0" indent="-18573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1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1pPr>
                <a:lvl2pPr marL="586525" marR="0" indent="-215060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2pPr>
                <a:lvl3pPr marL="998314" marR="0" indent="-25538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3pPr>
                <a:lvl4pPr marL="1406264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4pPr>
                <a:lvl5pPr marL="1777730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5pPr>
                <a:lvl6pPr marL="214919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6pPr>
                <a:lvl7pPr marL="2520661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7pPr>
                <a:lvl8pPr marL="289212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8pPr>
                <a:lvl9pPr marL="3263593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9pPr>
              </a:lstStyle>
              <a:p>
                <a:pPr hangingPunct="1"/>
                <a:r>
                  <a:rPr lang="en-US" altLang="ko-KR" sz="1100" kern="100" dirty="0">
                    <a:latin typeface="+mj-ea"/>
                    <a:cs typeface="Times New Roman" panose="02020603050405020304" pitchFamily="18" charset="0"/>
                  </a:rPr>
                  <a:t>If the Initial Weight load and Write back Overhead Issue are resolved, the following configuration is possible</a:t>
                </a:r>
              </a:p>
              <a:p>
                <a:pPr lvl="1" hangingPunct="1"/>
                <a:r>
                  <a:rPr lang="en-US" altLang="ko-KR" sz="9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en-US" altLang="ko-KR" sz="900" kern="1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bottle_neck</a:t>
                </a:r>
                <a:r>
                  <a:rPr lang="en-US" altLang="ko-KR" sz="9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ko-KR" altLang="ko-KR" sz="9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9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r>
                      <a:rPr lang="en-US" altLang="ko-KR" sz="900" i="1" kern="10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ko-KR" sz="900" dirty="0"/>
                      <m:t>(</m:t>
                    </m:r>
                    <m:r>
                      <m:rPr>
                        <m:nor/>
                      </m:rPr>
                      <a:rPr lang="en-US" altLang="ko-KR" sz="900" dirty="0"/>
                      <m:t>r</m:t>
                    </m:r>
                    <m:r>
                      <m:rPr>
                        <m:nor/>
                      </m:rPr>
                      <a:rPr lang="en-US" altLang="ko-KR" sz="900" dirty="0"/>
                      <m:t>+2)</m:t>
                    </m:r>
                    <m:r>
                      <m:rPr>
                        <m:nor/>
                      </m:rPr>
                      <a:rPr lang="en-US" altLang="ko-KR" sz="900" dirty="0"/>
                      <m:t>byte</m:t>
                    </m:r>
                    <m:r>
                      <m:rPr>
                        <m:nor/>
                      </m:rPr>
                      <a:rPr lang="en-US" altLang="ko-KR" sz="900" dirty="0"/>
                      <m:t>/</m:t>
                    </m:r>
                    <m:r>
                      <m:rPr>
                        <m:nor/>
                      </m:rPr>
                      <a:rPr lang="en-US" altLang="ko-KR" sz="900" dirty="0"/>
                      <m:t>cycle</m:t>
                    </m:r>
                    <m:r>
                      <a:rPr lang="ko-KR" altLang="ko-KR" sz="9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9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9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900" i="1" dirty="0" smtClean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9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900" i="1" dirty="0" smtClean="0">
                        <a:latin typeface="Cambria Math" panose="02040503050406030204" pitchFamily="18" charset="0"/>
                      </a:rPr>
                      <m:t> 0.85</m:t>
                    </m:r>
                  </m:oMath>
                </a14:m>
                <a:r>
                  <a:rPr lang="en-US" altLang="ko-KR" sz="900" dirty="0"/>
                  <a:t>byte/cycle</a:t>
                </a:r>
              </a:p>
              <a:p>
                <a:pPr lvl="1" hangingPunct="1"/>
                <a:r>
                  <a:rPr lang="en-US" altLang="ko-KR" sz="9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output </a:t>
                </a:r>
                <a:r>
                  <a:rPr lang="en-US" altLang="ko-KR" sz="900" kern="1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bottle_neck</a:t>
                </a:r>
                <a:r>
                  <a:rPr lang="en-US" altLang="ko-KR" sz="9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9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4∗</m:t>
                        </m:r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sz="900" i="1" kern="10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ko-KR" altLang="ko-KR" sz="9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9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ko-KR" altLang="ko-KR" sz="9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900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900" i="1" kern="10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9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byte/cycle </a:t>
                </a:r>
                <a14:m>
                  <m:oMath xmlns:m="http://schemas.openxmlformats.org/officeDocument/2006/math">
                    <m:r>
                      <a:rPr lang="ko-KR" altLang="ko-KR" sz="90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9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ko-KR" sz="9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300</m:t>
                        </m:r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num>
                      <m:den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500</m:t>
                        </m:r>
                        <m:r>
                          <a:rPr lang="en-US" altLang="ko-KR" sz="9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𝑀h𝑧</m:t>
                        </m:r>
                      </m:den>
                    </m:f>
                    <m:r>
                      <a:rPr lang="en-US" altLang="ko-KR" sz="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900" i="1" dirty="0" smtClean="0">
                        <a:latin typeface="Cambria Math" panose="02040503050406030204" pitchFamily="18" charset="0"/>
                      </a:rPr>
                      <m:t>64 </m:t>
                    </m:r>
                    <m:r>
                      <a:rPr lang="ko-KR" altLang="ko-KR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900" i="1" dirty="0" smtClean="0">
                        <a:latin typeface="Cambria Math" panose="02040503050406030204" pitchFamily="18" charset="0"/>
                      </a:rPr>
                      <m:t> 0.65</m:t>
                    </m:r>
                  </m:oMath>
                </a14:m>
                <a:r>
                  <a:rPr lang="en-US" altLang="ko-KR" sz="900" dirty="0"/>
                  <a:t>byte/cycle</a:t>
                </a:r>
              </a:p>
              <a:p>
                <a:pPr marL="0" indent="0" hangingPunct="1">
                  <a:buFont typeface="Arial"/>
                  <a:buNone/>
                </a:pPr>
                <a:endParaRPr lang="en-US" altLang="ko-KR" sz="1200" dirty="0"/>
              </a:p>
            </p:txBody>
          </p:sp>
        </mc:Choice>
        <mc:Fallback>
          <p:sp>
            <p:nvSpPr>
              <p:cNvPr id="12" name="텍스트 개체 틀 2">
                <a:extLst>
                  <a:ext uri="{FF2B5EF4-FFF2-40B4-BE49-F238E27FC236}">
                    <a16:creationId xmlns:a16="http://schemas.microsoft.com/office/drawing/2014/main" id="{DD9A01FF-3705-5FDA-38F6-9EF6BBC57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2" y="914400"/>
                <a:ext cx="10515601" cy="960120"/>
              </a:xfrm>
              <a:prstGeom prst="rect">
                <a:avLst/>
              </a:prstGeom>
              <a:blipFill>
                <a:blip r:embed="rId2"/>
                <a:stretch>
                  <a:fillRect l="-348" t="-189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34250831-E5C8-8FC2-B968-D4D4F47BF2C7}"/>
              </a:ext>
            </a:extLst>
          </p:cNvPr>
          <p:cNvSpPr/>
          <p:nvPr/>
        </p:nvSpPr>
        <p:spPr>
          <a:xfrm>
            <a:off x="8420100" y="2034540"/>
            <a:ext cx="1737360" cy="164325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8611480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7222</TotalTime>
  <Words>4319</Words>
  <Application>Microsoft Office PowerPoint</Application>
  <PresentationFormat>와이드스크린</PresentationFormat>
  <Paragraphs>804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나눔스퀘어 ExtraBold</vt:lpstr>
      <vt:lpstr>맑은 고딕</vt:lpstr>
      <vt:lpstr>Arial</vt:lpstr>
      <vt:lpstr>Cambria Math</vt:lpstr>
      <vt:lpstr>Helvetica</vt:lpstr>
      <vt:lpstr>Office 테마</vt:lpstr>
      <vt:lpstr>CNN Accelerator  Configuration/Optimization</vt:lpstr>
      <vt:lpstr>Table of Contents</vt:lpstr>
      <vt:lpstr>Cycle Analysis</vt:lpstr>
      <vt:lpstr>Baseline Cycle Analysis</vt:lpstr>
      <vt:lpstr>Optimize Configuration</vt:lpstr>
      <vt:lpstr>VGG-16 Structure</vt:lpstr>
      <vt:lpstr>Configuring PE-Arrays for VGG-16</vt:lpstr>
      <vt:lpstr>Configuring PE-ROW for Memory Bottleneck</vt:lpstr>
      <vt:lpstr>Utilization Unused PE Element</vt:lpstr>
      <vt:lpstr>Optimal Configuration</vt:lpstr>
      <vt:lpstr>Testing for Other Network (Resnet-50)</vt:lpstr>
      <vt:lpstr>Testing for Other Network (Resnet-50)</vt:lpstr>
      <vt:lpstr>Retest VGG16 Using ResNet50 Configuration </vt:lpstr>
      <vt:lpstr>Change Kernel Clock Frequency </vt:lpstr>
      <vt:lpstr>Configuration table</vt:lpstr>
      <vt:lpstr>Configuration table</vt:lpstr>
      <vt:lpstr>Configuration Table Using Same Memory Bank</vt:lpstr>
      <vt:lpstr>Configuration Table Using Same Memory Bank</vt:lpstr>
      <vt:lpstr>Configuration Table Issue resolved</vt:lpstr>
      <vt:lpstr>Configuration Table Issue resolved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34</cp:revision>
  <dcterms:created xsi:type="dcterms:W3CDTF">2020-05-23T05:02:16Z</dcterms:created>
  <dcterms:modified xsi:type="dcterms:W3CDTF">2023-09-25T20:44:36Z</dcterms:modified>
</cp:coreProperties>
</file>